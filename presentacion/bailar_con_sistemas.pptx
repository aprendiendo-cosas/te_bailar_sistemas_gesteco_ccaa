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  <p:sldMasterId id="2147483674" r:id="rId2"/>
  </p:sldMasterIdLst>
  <p:notesMasterIdLst>
    <p:notesMasterId r:id="rId27"/>
  </p:notesMasterIdLst>
  <p:sldIdLst>
    <p:sldId id="801" r:id="rId3"/>
    <p:sldId id="807" r:id="rId4"/>
    <p:sldId id="808" r:id="rId5"/>
    <p:sldId id="829" r:id="rId6"/>
    <p:sldId id="830" r:id="rId7"/>
    <p:sldId id="809" r:id="rId8"/>
    <p:sldId id="810" r:id="rId9"/>
    <p:sldId id="811" r:id="rId10"/>
    <p:sldId id="831" r:id="rId11"/>
    <p:sldId id="819" r:id="rId12"/>
    <p:sldId id="821" r:id="rId13"/>
    <p:sldId id="822" r:id="rId14"/>
    <p:sldId id="824" r:id="rId15"/>
    <p:sldId id="823" r:id="rId16"/>
    <p:sldId id="825" r:id="rId17"/>
    <p:sldId id="812" r:id="rId18"/>
    <p:sldId id="813" r:id="rId19"/>
    <p:sldId id="815" r:id="rId20"/>
    <p:sldId id="832" r:id="rId21"/>
    <p:sldId id="817" r:id="rId22"/>
    <p:sldId id="836" r:id="rId23"/>
    <p:sldId id="273" r:id="rId24"/>
    <p:sldId id="274" r:id="rId25"/>
    <p:sldId id="275" r:id="rId2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jB3tl2SxVmVezr+1hB2EMQP7Gs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8BAE2B"/>
    <a:srgbClr val="13458E"/>
    <a:srgbClr val="ECC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FBA5A5-86A9-43CC-8D48-E2E8103B129D}">
  <a:tblStyle styleId="{79FBA5A5-86A9-43CC-8D48-E2E8103B12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0" autoAdjust="0"/>
    <p:restoredTop sz="94830"/>
  </p:normalViewPr>
  <p:slideViewPr>
    <p:cSldViewPr snapToGrid="0" snapToObjects="1">
      <p:cViewPr varScale="1">
        <p:scale>
          <a:sx n="117" d="100"/>
          <a:sy n="117" d="100"/>
        </p:scale>
        <p:origin x="189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0483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597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8393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0464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20C46998-EC4C-1EB3-A4BA-7761C97C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>
            <a:extLst>
              <a:ext uri="{FF2B5EF4-FFF2-40B4-BE49-F238E27FC236}">
                <a16:creationId xmlns:a16="http://schemas.microsoft.com/office/drawing/2014/main" id="{8AC430E3-B1FF-A854-411E-095D3B662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>
            <a:extLst>
              <a:ext uri="{FF2B5EF4-FFF2-40B4-BE49-F238E27FC236}">
                <a16:creationId xmlns:a16="http://schemas.microsoft.com/office/drawing/2014/main" id="{D8791DEA-CFF4-5448-2435-8AC855F472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4257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2116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7732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3547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6CEE7B22-89E7-A08A-42B2-A2712BB0B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>
            <a:extLst>
              <a:ext uri="{FF2B5EF4-FFF2-40B4-BE49-F238E27FC236}">
                <a16:creationId xmlns:a16="http://schemas.microsoft.com/office/drawing/2014/main" id="{9E0667D4-5433-0D38-FD49-CEE436439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>
            <a:extLst>
              <a:ext uri="{FF2B5EF4-FFF2-40B4-BE49-F238E27FC236}">
                <a16:creationId xmlns:a16="http://schemas.microsoft.com/office/drawing/2014/main" id="{9C6E346B-5A57-5A3B-6E48-D9E43A6AF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995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904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408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7996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5089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0500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789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316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38618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0875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3350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F35888BD-B46B-FBCB-4DD9-66CD74809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>
            <a:extLst>
              <a:ext uri="{FF2B5EF4-FFF2-40B4-BE49-F238E27FC236}">
                <a16:creationId xmlns:a16="http://schemas.microsoft.com/office/drawing/2014/main" id="{A822B331-3C60-A148-39B0-1690A21C94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>
            <a:extLst>
              <a:ext uri="{FF2B5EF4-FFF2-40B4-BE49-F238E27FC236}">
                <a16:creationId xmlns:a16="http://schemas.microsoft.com/office/drawing/2014/main" id="{DED1CEF2-DF2F-A3DA-2872-97C03EAD0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4937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940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69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628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748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994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776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44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7626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38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601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6095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6109-3F6E-A645-6C7B-8CED826FD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529EF-8178-C4C6-6180-EE6526870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93B46-0BAD-5F57-BDF6-5AD18C9C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26C19-5260-6AAB-1D3F-D338D4EE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867A-D16B-B645-CB1A-70945C6B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54761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47BE-768F-5E33-45B2-690E0768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2D334-8260-3CFB-BB34-A6C8B89B4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4EA9A-3A12-B8BC-30C3-27AF7538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D59D1-B012-8EC4-8B55-CCC741E1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0318B-1B03-7060-FD80-A54120E9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2373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0C37-0BC9-5C04-1E56-42410C45E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14E96-5E55-3D02-66AC-1D2A5B057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16B0A-2E4B-5B42-79CE-C1A0977F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22EDE-5CA2-BA43-AB67-767139BF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66C77-EC54-8BE3-EE48-A43BD43D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09721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FC93-3B60-ECF9-971B-378F2D7D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A01F4-E34A-FB37-ABC3-03B5FFF5A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FB131-D941-D3E4-B5E9-E21E12910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EDFFC-DADF-9265-7862-1EC53E51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CD0D3-2194-89F1-F415-9CB0A52D7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987C4-48AD-24C5-FB53-E9B4FEE1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23817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2009-08E4-70AF-5D61-8A129D513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2AFFC-181E-4ABB-2CB7-37A18EC25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62DEB-8724-988B-23BF-55635A389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A002-CF01-790A-7526-1EA61FAE8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B47C1-DAA5-4F22-AF54-7FEBA0F3E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53564A-70D7-B0EB-0BE3-900D9437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987C-2E19-50FD-4FA6-87667327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46F28-2FDE-B689-42D0-D3867634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401092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4C97-22CD-3898-7EA7-226920FE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1AC01F-F79B-1727-EFA8-98FEB0D1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CFAC4-98F0-D0FE-F352-5C843971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CE747-E75B-A686-DDAF-E1F175CE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577004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D19597-5028-CEDE-2CB5-F5637FC6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B59E0-11D3-DBFB-EC46-155E5A57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23A83-334A-7B30-C3AC-77A8877A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63717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5CD1-5ADE-15AF-3748-8D1D77E88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FD2B0-65DF-51BF-E5C4-4B5E0325C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7B9D5-77AC-4DD2-0EA3-8FF019D9C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72038-2F54-9F66-9AA7-1F30A418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ADF14-D4A2-43D9-E4EF-9CC11072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AB84B-D324-E7E5-0C59-C9DCB92F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97741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14C3-C4A3-D382-77FC-292126DC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20B338-83CC-BDB3-56CA-ADFB81B95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E916D-1D45-F621-B260-A7B7B9331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D84A3-01DC-39C7-47F4-47D1F5776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836AF-8EC3-EB86-3195-0F1FE339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11200-621E-2462-1D88-A808759A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50618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3EEF2-27A9-62E4-530A-F036D8A2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35A6A-84B7-BB11-8829-19B0E60CD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F1283-CCB2-E575-14A3-C594281BD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1FD26-501B-13AB-C27B-51DB9D5B9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80AA-6A95-CFC9-261B-3F9F3140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3692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1A7B7B-683E-5FBD-9A29-1694BDF1A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4DA57-A8E3-9FFC-8D8B-47E6C9F29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A7106-EFDE-647F-4DD0-B864A266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DD706-4E78-E113-0BB0-457DBFCB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D98B4-1D59-A7BD-50EB-121065E7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1364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551CE-6508-8946-AAE2-ABE3B2FCBB5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21/4/26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EEFF2-4617-1644-BFCD-000C21920B88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6661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10A873-D869-F92B-BF31-7928A3FB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CCD12-35D7-A90A-23F2-36AF3E6F9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D1981-DB80-EB07-6CE2-FA362E738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3C170-2922-6D40-A595-FCC23AE4C702}" type="datetimeFigureOut">
              <a:rPr lang="en-ES" smtClean="0"/>
              <a:t>21/4/26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96C8-7ADB-4F19-00A9-6EF1E692E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E4F34-840B-A0D1-5282-E79411C2B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8C045-F4A7-E24C-A45B-C624E6E5A4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11565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nellameadows.org/archives/dancing-with-systems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335711" y="843740"/>
            <a:ext cx="67024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b="1" dirty="0"/>
              <a:t>Consejos para abordarlos </a:t>
            </a:r>
          </a:p>
          <a:p>
            <a:pPr algn="ctr"/>
            <a:r>
              <a:rPr lang="es-ES" sz="3000" b="1" dirty="0"/>
              <a:t>(para interactuar con sistemas)</a:t>
            </a:r>
            <a:endParaRPr lang="en-ES" sz="30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C3E917-89CE-4128-C320-E0E0F207DB75}"/>
              </a:ext>
            </a:extLst>
          </p:cNvPr>
          <p:cNvGrpSpPr/>
          <p:nvPr/>
        </p:nvGrpSpPr>
        <p:grpSpPr>
          <a:xfrm>
            <a:off x="640443" y="2081139"/>
            <a:ext cx="7064188" cy="4370230"/>
            <a:chOff x="640443" y="2081139"/>
            <a:chExt cx="7064188" cy="43702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C9A82F-1398-80E5-2134-42A2751C689E}"/>
                </a:ext>
              </a:extLst>
            </p:cNvPr>
            <p:cNvSpPr txBox="1"/>
            <p:nvPr/>
          </p:nvSpPr>
          <p:spPr>
            <a:xfrm>
              <a:off x="640443" y="6143592"/>
              <a:ext cx="70641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ES" dirty="0"/>
                <a:t>https://www.15-15-15.org/webzine/2019/02/03/bailar-con-sistemas/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12B28F5-E760-29C0-313A-03C4585A5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4353" y="2081139"/>
              <a:ext cx="6207329" cy="4014073"/>
            </a:xfrm>
            <a:prstGeom prst="rect">
              <a:avLst/>
            </a:prstGeom>
          </p:spPr>
        </p:pic>
      </p:grpSp>
      <p:pic>
        <p:nvPicPr>
          <p:cNvPr id="1026" name="Picture 2" descr="The Donella Meadows Project | Donella meadows, Systems thinking ...">
            <a:extLst>
              <a:ext uri="{FF2B5EF4-FFF2-40B4-BE49-F238E27FC236}">
                <a16:creationId xmlns:a16="http://schemas.microsoft.com/office/drawing/2014/main" id="{64D3AE98-5EA9-CCF7-C3FE-A736457424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6" r="22164"/>
          <a:stretch/>
        </p:blipFill>
        <p:spPr bwMode="auto">
          <a:xfrm>
            <a:off x="6150279" y="3707703"/>
            <a:ext cx="2317315" cy="174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1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E3C11-487E-349F-831E-8ED7F662925B}"/>
              </a:ext>
            </a:extLst>
          </p:cNvPr>
          <p:cNvSpPr txBox="1"/>
          <p:nvPr/>
        </p:nvSpPr>
        <p:spPr>
          <a:xfrm>
            <a:off x="555811" y="1930877"/>
            <a:ext cx="32223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3000" b="1" dirty="0"/>
              <a:t>1. Píllale el ritmo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4EFB1-BDEF-CB7E-6685-1E330A20B87E}"/>
              </a:ext>
            </a:extLst>
          </p:cNvPr>
          <p:cNvSpPr txBox="1"/>
          <p:nvPr/>
        </p:nvSpPr>
        <p:spPr>
          <a:xfrm>
            <a:off x="717176" y="2610378"/>
            <a:ext cx="842682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70AD47"/>
                </a:solidFill>
              </a:defRPr>
            </a:lvl1pPr>
          </a:lstStyle>
          <a:p>
            <a:r>
              <a:rPr lang="en-ES" sz="2500" dirty="0"/>
              <a:t>Observa su funcionamiento. Pon el foco en su dinámica y estructura. Con datos fiables.</a:t>
            </a:r>
          </a:p>
          <a:p>
            <a:r>
              <a:rPr lang="en-ES" sz="2500" dirty="0"/>
              <a:t>Aprende su historia</a:t>
            </a:r>
            <a:r>
              <a:rPr lang="en-ES" sz="2500"/>
              <a:t>. </a:t>
            </a:r>
            <a:r>
              <a:rPr lang="en-GB" sz="2500" dirty="0"/>
              <a:t>E</a:t>
            </a:r>
            <a:r>
              <a:rPr lang="en-ES" sz="2500" dirty="0"/>
              <a:t>mpezar por ahí ayuda a formular preguntas útiles. </a:t>
            </a:r>
          </a:p>
          <a:p>
            <a:endParaRPr lang="en-ES" sz="25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C49A2A-C805-45D2-7F56-399F8D2E7F32}"/>
              </a:ext>
            </a:extLst>
          </p:cNvPr>
          <p:cNvSpPr txBox="1"/>
          <p:nvPr/>
        </p:nvSpPr>
        <p:spPr>
          <a:xfrm>
            <a:off x="1081752" y="4790454"/>
            <a:ext cx="7238000" cy="477054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Nuestro viaje a Cardeña </a:t>
            </a:r>
          </a:p>
        </p:txBody>
      </p:sp>
    </p:spTree>
    <p:extLst>
      <p:ext uri="{BB962C8B-B14F-4D97-AF65-F5344CB8AC3E}">
        <p14:creationId xmlns:p14="http://schemas.microsoft.com/office/powerpoint/2010/main" val="370629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2FD763-7947-FC0C-FBEB-4CC5D061E0DD}"/>
              </a:ext>
            </a:extLst>
          </p:cNvPr>
          <p:cNvGrpSpPr/>
          <p:nvPr/>
        </p:nvGrpSpPr>
        <p:grpSpPr>
          <a:xfrm>
            <a:off x="555811" y="1930877"/>
            <a:ext cx="8588189" cy="1925996"/>
            <a:chOff x="555811" y="1930877"/>
            <a:chExt cx="8588189" cy="192599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BE3C11-487E-349F-831E-8ED7F662925B}"/>
                </a:ext>
              </a:extLst>
            </p:cNvPr>
            <p:cNvSpPr txBox="1"/>
            <p:nvPr/>
          </p:nvSpPr>
          <p:spPr>
            <a:xfrm>
              <a:off x="555811" y="1930877"/>
              <a:ext cx="753924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3000" b="1" dirty="0"/>
                <a:t>2</a:t>
              </a:r>
              <a:r>
                <a:rPr lang="en-ES" sz="3000" b="1"/>
                <a:t>. </a:t>
              </a:r>
              <a:r>
                <a:rPr lang="es-ES" sz="3000" b="1" dirty="0"/>
                <a:t>Cuenta con</a:t>
              </a:r>
              <a:r>
                <a:rPr lang="en-ES" sz="3000" b="1"/>
                <a:t> </a:t>
              </a:r>
              <a:r>
                <a:rPr lang="en-ES" sz="3000" b="1" dirty="0"/>
                <a:t>la “sabiduría” del sistema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94EFB1-BDEF-CB7E-6685-1E330A20B87E}"/>
                </a:ext>
              </a:extLst>
            </p:cNvPr>
            <p:cNvSpPr txBox="1"/>
            <p:nvPr/>
          </p:nvSpPr>
          <p:spPr>
            <a:xfrm>
              <a:off x="717176" y="2610378"/>
              <a:ext cx="8426824" cy="12464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342900" indent="-342900">
                <a:buFont typeface="Arial" panose="020B0604020202020204" pitchFamily="34" charset="0"/>
                <a:buChar char="•"/>
                <a:defRPr sz="2000" b="1">
                  <a:solidFill>
                    <a:srgbClr val="70AD47"/>
                  </a:solidFill>
                </a:defRPr>
              </a:lvl1pPr>
            </a:lstStyle>
            <a:p>
              <a:r>
                <a:rPr lang="es-ES" sz="2500" dirty="0"/>
                <a:t>Apoya las estructuras existentes que ayudan al sistema a funcionar. Ej. Ayuda humanitaria.</a:t>
              </a:r>
              <a:endParaRPr lang="en-ES" sz="2500" dirty="0"/>
            </a:p>
            <a:p>
              <a:endParaRPr lang="en-ES" sz="2500" dirty="0"/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5472F5-9C76-9B9C-A59F-D37FD9589968}"/>
              </a:ext>
            </a:extLst>
          </p:cNvPr>
          <p:cNvSpPr txBox="1"/>
          <p:nvPr/>
        </p:nvSpPr>
        <p:spPr>
          <a:xfrm>
            <a:off x="1081751" y="3982376"/>
            <a:ext cx="7238000" cy="861774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Los retos que planteamos no se pueden abordar sin contar con los actores locales</a:t>
            </a:r>
          </a:p>
        </p:txBody>
      </p:sp>
    </p:spTree>
    <p:extLst>
      <p:ext uri="{BB962C8B-B14F-4D97-AF65-F5344CB8AC3E}">
        <p14:creationId xmlns:p14="http://schemas.microsoft.com/office/powerpoint/2010/main" val="251465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86A38EF3-4670-D6E9-6047-DEAD9A09F541}"/>
              </a:ext>
            </a:extLst>
          </p:cNvPr>
          <p:cNvGrpSpPr/>
          <p:nvPr/>
        </p:nvGrpSpPr>
        <p:grpSpPr>
          <a:xfrm>
            <a:off x="555811" y="1789208"/>
            <a:ext cx="8588189" cy="2695437"/>
            <a:chOff x="555811" y="3813465"/>
            <a:chExt cx="8588189" cy="2695437"/>
          </a:xfrm>
        </p:grpSpPr>
        <p:sp>
          <p:nvSpPr>
            <p:cNvPr id="3" name="TextBox 4">
              <a:extLst>
                <a:ext uri="{FF2B5EF4-FFF2-40B4-BE49-F238E27FC236}">
                  <a16:creationId xmlns:a16="http://schemas.microsoft.com/office/drawing/2014/main" id="{E625E429-ADF7-30B5-B9AC-1FF5E1755E25}"/>
                </a:ext>
              </a:extLst>
            </p:cNvPr>
            <p:cNvSpPr txBox="1"/>
            <p:nvPr/>
          </p:nvSpPr>
          <p:spPr>
            <a:xfrm>
              <a:off x="555811" y="3813465"/>
              <a:ext cx="571983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3000" b="1" dirty="0"/>
                <a:t>3. Airea tus modelos mentales</a:t>
              </a: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A62E3942-B962-8657-7011-C122FB736D67}"/>
                </a:ext>
              </a:extLst>
            </p:cNvPr>
            <p:cNvSpPr txBox="1"/>
            <p:nvPr/>
          </p:nvSpPr>
          <p:spPr>
            <a:xfrm>
              <a:off x="717176" y="4492966"/>
              <a:ext cx="8426824" cy="20159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342900" indent="-342900">
                <a:buFont typeface="Arial" panose="020B0604020202020204" pitchFamily="34" charset="0"/>
                <a:buChar char="•"/>
                <a:defRPr sz="2000" b="1">
                  <a:solidFill>
                    <a:srgbClr val="70AD47"/>
                  </a:solidFill>
                </a:defRPr>
              </a:lvl1pPr>
            </a:lstStyle>
            <a:p>
              <a:r>
                <a:rPr lang="es-ES" sz="2500" dirty="0"/>
                <a:t>Tu conocimiento del sistema no es más que un modelo simplificado de la realidad (Kant)</a:t>
              </a:r>
            </a:p>
            <a:p>
              <a:r>
                <a:rPr lang="es-ES" sz="2500" dirty="0"/>
                <a:t>Recopila cuantas más visiones puedas mejor. Esto te ayudará a entender mejor lo que ocurre. </a:t>
              </a:r>
              <a:endParaRPr lang="en-ES" sz="2500" dirty="0"/>
            </a:p>
            <a:p>
              <a:endParaRPr lang="en-ES" sz="2500" dirty="0"/>
            </a:p>
          </p:txBody>
        </p:sp>
      </p:grpSp>
      <p:sp>
        <p:nvSpPr>
          <p:cNvPr id="5" name="Google Shape;189;p8">
            <a:extLst>
              <a:ext uri="{FF2B5EF4-FFF2-40B4-BE49-F238E27FC236}">
                <a16:creationId xmlns:a16="http://schemas.microsoft.com/office/drawing/2014/main" id="{A6B26364-E4CA-F5BD-C7EC-A0E67394FABA}"/>
              </a:ext>
            </a:extLst>
          </p:cNvPr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74;p7">
            <a:extLst>
              <a:ext uri="{FF2B5EF4-FFF2-40B4-BE49-F238E27FC236}">
                <a16:creationId xmlns:a16="http://schemas.microsoft.com/office/drawing/2014/main" id="{F9402E17-1894-0E2A-B983-D75AAD468EA3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C1E4B91F-3D4A-F992-CD96-6871F52CD4DB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BB82E211-3A25-42EE-90A4-9C925D60FCD6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2">
            <a:extLst>
              <a:ext uri="{FF2B5EF4-FFF2-40B4-BE49-F238E27FC236}">
                <a16:creationId xmlns:a16="http://schemas.microsoft.com/office/drawing/2014/main" id="{E9BFC294-6A1A-92EA-6278-EBA85F22B9FA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20BF587-5E44-A9C6-AE54-14FCE33C1711}"/>
              </a:ext>
            </a:extLst>
          </p:cNvPr>
          <p:cNvSpPr txBox="1"/>
          <p:nvPr/>
        </p:nvSpPr>
        <p:spPr>
          <a:xfrm>
            <a:off x="953000" y="4368736"/>
            <a:ext cx="7238000" cy="861774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La visión del experto académico y la visión de la experiencia de vivir en el territorio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D7885A6-667E-E58C-E8BB-B860A9C7020D}"/>
              </a:ext>
            </a:extLst>
          </p:cNvPr>
          <p:cNvSpPr txBox="1"/>
          <p:nvPr/>
        </p:nvSpPr>
        <p:spPr>
          <a:xfrm>
            <a:off x="953000" y="5499619"/>
            <a:ext cx="7238000" cy="861774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Cada experto tiene una mirada diferente. Ej. Ingenieros forestales y ambientólogos</a:t>
            </a:r>
          </a:p>
        </p:txBody>
      </p:sp>
    </p:spTree>
    <p:extLst>
      <p:ext uri="{BB962C8B-B14F-4D97-AF65-F5344CB8AC3E}">
        <p14:creationId xmlns:p14="http://schemas.microsoft.com/office/powerpoint/2010/main" val="146783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ABEF98FF-C024-9F63-3305-1FE841E1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>
            <a:extLst>
              <a:ext uri="{FF2B5EF4-FFF2-40B4-BE49-F238E27FC236}">
                <a16:creationId xmlns:a16="http://schemas.microsoft.com/office/drawing/2014/main" id="{F0A464FC-F4DF-32E3-72E5-EF8290963B74}"/>
              </a:ext>
            </a:extLst>
          </p:cNvPr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6204793C-C907-C5D2-48BA-F6B60D94FBA7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4FCC54-BE32-CF45-C560-4783F7ED8371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24E36B-BF87-8AEB-15E4-02427D1706CA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DAC7D7C-A1F7-12DF-E69C-0633B3E04AFA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1AA503-DDC8-7321-16A4-C3EF9A14C8BB}"/>
              </a:ext>
            </a:extLst>
          </p:cNvPr>
          <p:cNvGrpSpPr/>
          <p:nvPr/>
        </p:nvGrpSpPr>
        <p:grpSpPr>
          <a:xfrm>
            <a:off x="555811" y="1930877"/>
            <a:ext cx="8588189" cy="2695437"/>
            <a:chOff x="555811" y="1930877"/>
            <a:chExt cx="8588189" cy="26954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55C783-D9E0-78F5-6463-B038E9A8613A}"/>
                </a:ext>
              </a:extLst>
            </p:cNvPr>
            <p:cNvSpPr txBox="1"/>
            <p:nvPr/>
          </p:nvSpPr>
          <p:spPr>
            <a:xfrm>
              <a:off x="555811" y="1930877"/>
              <a:ext cx="58945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3000" b="1" dirty="0"/>
                <a:t>4. Mantente humilde y aprendiz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D00934-2486-F121-AAFB-A319120C7721}"/>
                </a:ext>
              </a:extLst>
            </p:cNvPr>
            <p:cNvSpPr txBox="1"/>
            <p:nvPr/>
          </p:nvSpPr>
          <p:spPr>
            <a:xfrm>
              <a:off x="717176" y="2610378"/>
              <a:ext cx="8426824" cy="20159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342900" indent="-342900">
                <a:buFont typeface="Arial" panose="020B0604020202020204" pitchFamily="34" charset="0"/>
                <a:buChar char="•"/>
                <a:defRPr sz="2000" b="1">
                  <a:solidFill>
                    <a:srgbClr val="70AD47"/>
                  </a:solidFill>
                </a:defRPr>
              </a:lvl1pPr>
            </a:lstStyle>
            <a:p>
              <a:r>
                <a:rPr lang="es-ES" sz="2500" dirty="0"/>
                <a:t>Aprendemos por experimentación y de los errores cometidos (abrázalos)</a:t>
              </a:r>
            </a:p>
            <a:p>
              <a:r>
                <a:rPr lang="es-ES" sz="2500" dirty="0"/>
                <a:t>Nada de empeñarse en mantener el rumbo. </a:t>
              </a:r>
            </a:p>
            <a:p>
              <a:r>
                <a:rPr lang="es-ES" sz="2500" dirty="0"/>
                <a:t>Pequeños pasos y evaluación constante. </a:t>
              </a:r>
              <a:endParaRPr lang="en-ES" sz="2500" dirty="0"/>
            </a:p>
            <a:p>
              <a:endParaRPr lang="en-ES" sz="2500" dirty="0"/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476E059-8BC4-92B8-DF13-A7A420E2F8A7}"/>
              </a:ext>
            </a:extLst>
          </p:cNvPr>
          <p:cNvSpPr txBox="1"/>
          <p:nvPr/>
        </p:nvSpPr>
        <p:spPr>
          <a:xfrm>
            <a:off x="953000" y="4703588"/>
            <a:ext cx="7238000" cy="861774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Nuestro cambio de enfoque antes de hablar con el Ayuntamiento de Cardeña</a:t>
            </a:r>
          </a:p>
        </p:txBody>
      </p:sp>
    </p:spTree>
    <p:extLst>
      <p:ext uri="{BB962C8B-B14F-4D97-AF65-F5344CB8AC3E}">
        <p14:creationId xmlns:p14="http://schemas.microsoft.com/office/powerpoint/2010/main" val="135120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857C113-1B37-8785-8FB3-D6A53024BD3B}"/>
              </a:ext>
            </a:extLst>
          </p:cNvPr>
          <p:cNvGrpSpPr/>
          <p:nvPr/>
        </p:nvGrpSpPr>
        <p:grpSpPr>
          <a:xfrm>
            <a:off x="555811" y="2155818"/>
            <a:ext cx="8588189" cy="1925996"/>
            <a:chOff x="555811" y="3813465"/>
            <a:chExt cx="8588189" cy="192599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FBD321-7D28-AF19-B4C5-3F7293C38EEF}"/>
                </a:ext>
              </a:extLst>
            </p:cNvPr>
            <p:cNvSpPr txBox="1"/>
            <p:nvPr/>
          </p:nvSpPr>
          <p:spPr>
            <a:xfrm>
              <a:off x="555811" y="3813465"/>
              <a:ext cx="636584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3000" b="1"/>
                <a:t>5. </a:t>
              </a:r>
              <a:r>
                <a:rPr lang="en-ES" sz="3000" b="1" dirty="0"/>
                <a:t>El flujo de información es clave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C3A44F-2323-9348-37DB-FDA50BAA592A}"/>
                </a:ext>
              </a:extLst>
            </p:cNvPr>
            <p:cNvSpPr txBox="1"/>
            <p:nvPr/>
          </p:nvSpPr>
          <p:spPr>
            <a:xfrm>
              <a:off x="717176" y="4492966"/>
              <a:ext cx="8426824" cy="12464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342900" indent="-342900">
                <a:buFont typeface="Arial" panose="020B0604020202020204" pitchFamily="34" charset="0"/>
                <a:buChar char="•"/>
                <a:defRPr sz="2000" b="1">
                  <a:solidFill>
                    <a:srgbClr val="70AD47"/>
                  </a:solidFill>
                </a:defRPr>
              </a:lvl1pPr>
            </a:lstStyle>
            <a:p>
              <a:r>
                <a:rPr lang="es-ES" sz="2500" dirty="0"/>
                <a:t>Comparte tus datos, no retengas información ni la distorsiones. Ej. Contaminación USA.</a:t>
              </a:r>
              <a:endParaRPr lang="en-ES" sz="2500" dirty="0"/>
            </a:p>
            <a:p>
              <a:endParaRPr lang="en-ES" sz="2500" dirty="0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B4AF04F-99C6-F525-6B12-0FA4C5615323}"/>
              </a:ext>
            </a:extLst>
          </p:cNvPr>
          <p:cNvSpPr txBox="1"/>
          <p:nvPr/>
        </p:nvSpPr>
        <p:spPr>
          <a:xfrm>
            <a:off x="953000" y="4253639"/>
            <a:ext cx="7238000" cy="861774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Explicitar a la clase los objetivos de aprendizaje fue útil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EFBEBE9-D1AD-0AB3-4805-E5D3A5EA92E0}"/>
              </a:ext>
            </a:extLst>
          </p:cNvPr>
          <p:cNvSpPr txBox="1"/>
          <p:nvPr/>
        </p:nvSpPr>
        <p:spPr>
          <a:xfrm>
            <a:off x="953000" y="5283092"/>
            <a:ext cx="7238000" cy="861774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A veces intentamos “ocultar” un problema creyendo que eso lo hace más pequeño</a:t>
            </a:r>
          </a:p>
        </p:txBody>
      </p:sp>
    </p:spTree>
    <p:extLst>
      <p:ext uri="{BB962C8B-B14F-4D97-AF65-F5344CB8AC3E}">
        <p14:creationId xmlns:p14="http://schemas.microsoft.com/office/powerpoint/2010/main" val="322437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2FD763-7947-FC0C-FBEB-4CC5D061E0DD}"/>
              </a:ext>
            </a:extLst>
          </p:cNvPr>
          <p:cNvGrpSpPr/>
          <p:nvPr/>
        </p:nvGrpSpPr>
        <p:grpSpPr>
          <a:xfrm>
            <a:off x="555811" y="1888921"/>
            <a:ext cx="8175813" cy="3080158"/>
            <a:chOff x="555811" y="1930877"/>
            <a:chExt cx="8175813" cy="308015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BE3C11-487E-349F-831E-8ED7F662925B}"/>
                </a:ext>
              </a:extLst>
            </p:cNvPr>
            <p:cNvSpPr txBox="1"/>
            <p:nvPr/>
          </p:nvSpPr>
          <p:spPr>
            <a:xfrm>
              <a:off x="555811" y="1930877"/>
              <a:ext cx="756168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3000" b="1" dirty="0"/>
                <a:t>6. Sitúa la responsabilidad en el sistema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94EFB1-BDEF-CB7E-6685-1E330A20B87E}"/>
                </a:ext>
              </a:extLst>
            </p:cNvPr>
            <p:cNvSpPr txBox="1"/>
            <p:nvPr/>
          </p:nvSpPr>
          <p:spPr>
            <a:xfrm>
              <a:off x="717176" y="2610378"/>
              <a:ext cx="8014448" cy="2400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342900" indent="-342900">
                <a:buFont typeface="Arial" panose="020B0604020202020204" pitchFamily="34" charset="0"/>
                <a:buChar char="•"/>
                <a:defRPr sz="2000" b="1">
                  <a:solidFill>
                    <a:srgbClr val="70AD47"/>
                  </a:solidFill>
                </a:defRPr>
              </a:lvl1pPr>
            </a:lstStyle>
            <a:p>
              <a:r>
                <a:rPr lang="es-ES" sz="2500" dirty="0"/>
                <a:t>El sistema debe de tener mecanismos de regulación eficaces.</a:t>
              </a:r>
            </a:p>
            <a:p>
              <a:r>
                <a:rPr lang="es-ES" sz="2500" dirty="0"/>
                <a:t>Responsabilidad intrínseca. Envía retroalimentación clara y rápidamente a los que deciden.</a:t>
              </a:r>
              <a:endParaRPr lang="en-ES" sz="2500" dirty="0"/>
            </a:p>
            <a:p>
              <a:endParaRPr lang="en-ES" sz="2500" dirty="0"/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8CF92130-56B0-B769-29A5-0927787B00D1}"/>
              </a:ext>
            </a:extLst>
          </p:cNvPr>
          <p:cNvSpPr txBox="1"/>
          <p:nvPr/>
        </p:nvSpPr>
        <p:spPr>
          <a:xfrm>
            <a:off x="953000" y="4703588"/>
            <a:ext cx="7238000" cy="707886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Solo con inversiones y recursos externos, sin un tejido local que los gestione, no es posible abordar nada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110DE85-97D7-C7C8-1D4E-591B2026C609}"/>
              </a:ext>
            </a:extLst>
          </p:cNvPr>
          <p:cNvSpPr txBox="1"/>
          <p:nvPr/>
        </p:nvSpPr>
        <p:spPr>
          <a:xfrm>
            <a:off x="953000" y="5554890"/>
            <a:ext cx="7238000" cy="707886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Una parte de los problemas que tenemos se deben a que el sistema ha sido gestionado “desde fuera”</a:t>
            </a:r>
          </a:p>
        </p:txBody>
      </p:sp>
    </p:spTree>
    <p:extLst>
      <p:ext uri="{BB962C8B-B14F-4D97-AF65-F5344CB8AC3E}">
        <p14:creationId xmlns:p14="http://schemas.microsoft.com/office/powerpoint/2010/main" val="108700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857C113-1B37-8785-8FB3-D6A53024BD3B}"/>
              </a:ext>
            </a:extLst>
          </p:cNvPr>
          <p:cNvGrpSpPr/>
          <p:nvPr/>
        </p:nvGrpSpPr>
        <p:grpSpPr>
          <a:xfrm>
            <a:off x="555811" y="1915589"/>
            <a:ext cx="8175813" cy="2174708"/>
            <a:chOff x="555811" y="3813465"/>
            <a:chExt cx="8175813" cy="222148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FBD321-7D28-AF19-B4C5-3F7293C38EEF}"/>
                </a:ext>
              </a:extLst>
            </p:cNvPr>
            <p:cNvSpPr txBox="1"/>
            <p:nvPr/>
          </p:nvSpPr>
          <p:spPr>
            <a:xfrm>
              <a:off x="555811" y="3813465"/>
              <a:ext cx="7871013" cy="1037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000" b="1" dirty="0"/>
                <a:t>7</a:t>
              </a:r>
              <a:r>
                <a:rPr lang="en-ES" sz="3000" b="1"/>
                <a:t>. Busca el bien del conjunto</a:t>
              </a:r>
              <a:r>
                <a:rPr lang="es-ES" sz="3000" b="1" dirty="0"/>
                <a:t> (=satisfacer varias necesidades u objetivos)</a:t>
              </a:r>
              <a:endParaRPr lang="en-ES" sz="30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C3A44F-2323-9348-37DB-FDA50BAA592A}"/>
                </a:ext>
              </a:extLst>
            </p:cNvPr>
            <p:cNvSpPr txBox="1"/>
            <p:nvPr/>
          </p:nvSpPr>
          <p:spPr>
            <a:xfrm>
              <a:off x="717176" y="4788453"/>
              <a:ext cx="8014448" cy="12464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342900" indent="-342900">
                <a:buFont typeface="Arial" panose="020B0604020202020204" pitchFamily="34" charset="0"/>
                <a:buChar char="•"/>
                <a:defRPr sz="2000" b="1">
                  <a:solidFill>
                    <a:srgbClr val="70AD47"/>
                  </a:solidFill>
                </a:defRPr>
              </a:lvl1pPr>
            </a:lstStyle>
            <a:p>
              <a:r>
                <a:rPr lang="es-ES" sz="2500" dirty="0"/>
                <a:t>No maximizar partes del sistema ignorando el conjunto.</a:t>
              </a:r>
              <a:endParaRPr lang="en-ES" sz="2500" dirty="0"/>
            </a:p>
            <a:p>
              <a:endParaRPr lang="en-ES" sz="2500" dirty="0"/>
            </a:p>
          </p:txBody>
        </p:sp>
      </p:grpSp>
      <p:pic>
        <p:nvPicPr>
          <p:cNvPr id="8194" name="Picture 2" descr="La Guardia Civil suelta conejos aprehendidos en zonas linceras ...">
            <a:extLst>
              <a:ext uri="{FF2B5EF4-FFF2-40B4-BE49-F238E27FC236}">
                <a16:creationId xmlns:a16="http://schemas.microsoft.com/office/drawing/2014/main" id="{73BF799E-93E3-903A-9E5D-60FEB0F83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326" y="3650654"/>
            <a:ext cx="2094477" cy="2792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aza menor: los mejores artículos sobre la actividad cinegética">
            <a:extLst>
              <a:ext uri="{FF2B5EF4-FFF2-40B4-BE49-F238E27FC236}">
                <a16:creationId xmlns:a16="http://schemas.microsoft.com/office/drawing/2014/main" id="{0861C277-B4AB-F1F6-C1F3-160025025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751" y="3884676"/>
            <a:ext cx="4572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68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C0F19960-327A-F121-81F7-03FA24DD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>
            <a:extLst>
              <a:ext uri="{FF2B5EF4-FFF2-40B4-BE49-F238E27FC236}">
                <a16:creationId xmlns:a16="http://schemas.microsoft.com/office/drawing/2014/main" id="{F9EE578B-8AC7-3348-143E-87D8DBF4C722}"/>
              </a:ext>
            </a:extLst>
          </p:cNvPr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ECB73624-3060-BB21-5C23-FE25F30AC44A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97ADA3-FD75-5D61-749B-DF2D927BD531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48DAE-C339-DD2E-56DF-E85BCD09C899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FAACF73-4CB0-EE3C-8AA6-481975ACD81F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29825-1ABC-1885-8E51-769A5D60065E}"/>
              </a:ext>
            </a:extLst>
          </p:cNvPr>
          <p:cNvSpPr txBox="1"/>
          <p:nvPr/>
        </p:nvSpPr>
        <p:spPr>
          <a:xfrm>
            <a:off x="555811" y="1915589"/>
            <a:ext cx="7871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/>
              <a:t>7</a:t>
            </a:r>
            <a:r>
              <a:rPr lang="en-ES" sz="3000" b="1"/>
              <a:t>. </a:t>
            </a:r>
            <a:r>
              <a:rPr lang="en-ES" sz="3000" b="1" dirty="0"/>
              <a:t>Busca el bien </a:t>
            </a:r>
            <a:r>
              <a:rPr lang="en-ES" sz="3000" b="1"/>
              <a:t>del conjunto</a:t>
            </a:r>
            <a:r>
              <a:rPr lang="es-ES" sz="3000" b="1" dirty="0"/>
              <a:t> (=satisfacer varias necesidades u objetivos)</a:t>
            </a:r>
            <a:endParaRPr lang="en-ES" sz="30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0466EE5-E79B-5759-D740-387FD160AEAF}"/>
              </a:ext>
            </a:extLst>
          </p:cNvPr>
          <p:cNvSpPr txBox="1"/>
          <p:nvPr/>
        </p:nvSpPr>
        <p:spPr>
          <a:xfrm>
            <a:off x="813982" y="3299598"/>
            <a:ext cx="7238000" cy="400110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Frenar la erosión como único objetivo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7D2E393-2388-01EF-C148-C4336C26B55E}"/>
              </a:ext>
            </a:extLst>
          </p:cNvPr>
          <p:cNvSpPr txBox="1"/>
          <p:nvPr/>
        </p:nvSpPr>
        <p:spPr>
          <a:xfrm>
            <a:off x="813982" y="3960254"/>
            <a:ext cx="7238000" cy="400110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Producir ciervos como único objetivo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E06035A-E50A-62AE-98FD-7545D68F4826}"/>
              </a:ext>
            </a:extLst>
          </p:cNvPr>
          <p:cNvSpPr txBox="1"/>
          <p:nvPr/>
        </p:nvSpPr>
        <p:spPr>
          <a:xfrm>
            <a:off x="813982" y="4639120"/>
            <a:ext cx="7238000" cy="400110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Conservar el lince como único objetivo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194B93F-3A48-0093-77A1-CF93675C59A3}"/>
              </a:ext>
            </a:extLst>
          </p:cNvPr>
          <p:cNvSpPr txBox="1"/>
          <p:nvPr/>
        </p:nvSpPr>
        <p:spPr>
          <a:xfrm>
            <a:off x="813982" y="5321576"/>
            <a:ext cx="7238000" cy="400110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Producir cerdos como único objetivo</a:t>
            </a:r>
          </a:p>
        </p:txBody>
      </p:sp>
    </p:spTree>
    <p:extLst>
      <p:ext uri="{BB962C8B-B14F-4D97-AF65-F5344CB8AC3E}">
        <p14:creationId xmlns:p14="http://schemas.microsoft.com/office/powerpoint/2010/main" val="82577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817600"/>
            <a:ext cx="6702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Toma de decisiones multisectorial</a:t>
            </a:r>
            <a:endParaRPr kumimoji="0" lang="en-E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86C94-C10A-7388-36C1-24BB98FED456}"/>
              </a:ext>
            </a:extLst>
          </p:cNvPr>
          <p:cNvSpPr txBox="1"/>
          <p:nvPr/>
        </p:nvSpPr>
        <p:spPr>
          <a:xfrm>
            <a:off x="717176" y="1217710"/>
            <a:ext cx="80144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70AD47"/>
                </a:solidFill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5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Las administraciones están sectorizadas y muy especializadas. Ej. Ríos que atraviesan ciudades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7AE4B68-8D71-9AFD-AB14-68179F2784DF}"/>
              </a:ext>
            </a:extLst>
          </p:cNvPr>
          <p:cNvGrpSpPr/>
          <p:nvPr/>
        </p:nvGrpSpPr>
        <p:grpSpPr>
          <a:xfrm>
            <a:off x="1561532" y="2217441"/>
            <a:ext cx="5869996" cy="4630110"/>
            <a:chOff x="1561532" y="2217441"/>
            <a:chExt cx="5869996" cy="4630110"/>
          </a:xfrm>
        </p:grpSpPr>
        <p:pic>
          <p:nvPicPr>
            <p:cNvPr id="2050" name="Picture 2" descr="Manzanares, el río de Madrid">
              <a:extLst>
                <a:ext uri="{FF2B5EF4-FFF2-40B4-BE49-F238E27FC236}">
                  <a16:creationId xmlns:a16="http://schemas.microsoft.com/office/drawing/2014/main" id="{3D02536F-A6C9-6994-3E34-A584E046C4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8001" y="2217441"/>
              <a:ext cx="5729962" cy="3822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B2A56B-6E65-0BB1-A69B-B297B597095F}"/>
                </a:ext>
              </a:extLst>
            </p:cNvPr>
            <p:cNvSpPr txBox="1"/>
            <p:nvPr/>
          </p:nvSpPr>
          <p:spPr>
            <a:xfrm>
              <a:off x="1561532" y="6108887"/>
              <a:ext cx="586999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E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El río Manzanares (Madrid) en 2000. Secuencia de represas. Objetivo estético y control de avenidas. Visión tradicional de las confederaciones hidrográficas.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238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817600"/>
            <a:ext cx="6702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Toma de decisiones multisectorial</a:t>
            </a:r>
            <a:endParaRPr kumimoji="0" lang="en-E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86C94-C10A-7388-36C1-24BB98FED456}"/>
              </a:ext>
            </a:extLst>
          </p:cNvPr>
          <p:cNvSpPr txBox="1"/>
          <p:nvPr/>
        </p:nvSpPr>
        <p:spPr>
          <a:xfrm>
            <a:off x="717176" y="1217710"/>
            <a:ext cx="80144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70AD47"/>
                </a:solidFill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5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Las administraciones están sectorizadas y muy especializadas. Ej. Ríos que atraviesan ciudades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33EBC5-DFF3-F41B-CA5C-60880206E438}"/>
              </a:ext>
            </a:extLst>
          </p:cNvPr>
          <p:cNvGrpSpPr/>
          <p:nvPr/>
        </p:nvGrpSpPr>
        <p:grpSpPr>
          <a:xfrm>
            <a:off x="1703540" y="2280022"/>
            <a:ext cx="5955144" cy="4236383"/>
            <a:chOff x="1703540" y="2280022"/>
            <a:chExt cx="5955144" cy="423638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D999CA4-2DA9-1DEE-3363-B0996FCBA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3540" y="2280022"/>
              <a:ext cx="5955144" cy="423638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D84AC3-CB04-521C-2940-A5BFC1270C58}"/>
                </a:ext>
              </a:extLst>
            </p:cNvPr>
            <p:cNvSpPr txBox="1"/>
            <p:nvPr/>
          </p:nvSpPr>
          <p:spPr>
            <a:xfrm>
              <a:off x="1806728" y="5406727"/>
              <a:ext cx="33414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E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Las administraciones responsables no tienen criterios ecológicos en este caso.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041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817600"/>
            <a:ext cx="6702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Toma de decisiones multisectorial</a:t>
            </a:r>
            <a:endParaRPr kumimoji="0" lang="en-E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86C94-C10A-7388-36C1-24BB98FED456}"/>
              </a:ext>
            </a:extLst>
          </p:cNvPr>
          <p:cNvSpPr txBox="1"/>
          <p:nvPr/>
        </p:nvSpPr>
        <p:spPr>
          <a:xfrm>
            <a:off x="717176" y="1217710"/>
            <a:ext cx="80144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70AD47"/>
                </a:solidFill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5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Las administraciones están sectorizadas y muy especializadas. Ej. Ríos que atraviesan ciudades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2DA103D-D2DE-EB7F-6A0B-62C24E84C8A4}"/>
              </a:ext>
            </a:extLst>
          </p:cNvPr>
          <p:cNvGrpSpPr/>
          <p:nvPr/>
        </p:nvGrpSpPr>
        <p:grpSpPr>
          <a:xfrm>
            <a:off x="1281952" y="2502123"/>
            <a:ext cx="6993698" cy="3933955"/>
            <a:chOff x="1281952" y="2502123"/>
            <a:chExt cx="6993698" cy="3933955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434594D2-7720-F1F2-E720-8F40E9BFB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1952" y="2502123"/>
              <a:ext cx="6993698" cy="3933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86C8B36-DF29-0023-D92A-4065ECD02D5D}"/>
                </a:ext>
              </a:extLst>
            </p:cNvPr>
            <p:cNvSpPr txBox="1"/>
            <p:nvPr/>
          </p:nvSpPr>
          <p:spPr>
            <a:xfrm>
              <a:off x="4724400" y="3429000"/>
              <a:ext cx="321942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E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</a:t>
              </a:r>
              <a:r>
                <a:rPr kumimoji="0" lang="en-GB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</a:t>
              </a:r>
              <a:r>
                <a:rPr kumimoji="0" lang="en-E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 mismo río, unos kilómetros aguas arriba se maneja de forma completamente diferente.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576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817600"/>
            <a:ext cx="6702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Toma de decisiones multisectorial</a:t>
            </a:r>
            <a:endParaRPr kumimoji="0" lang="en-E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86C94-C10A-7388-36C1-24BB98FED456}"/>
              </a:ext>
            </a:extLst>
          </p:cNvPr>
          <p:cNvSpPr txBox="1"/>
          <p:nvPr/>
        </p:nvSpPr>
        <p:spPr>
          <a:xfrm>
            <a:off x="717176" y="1217710"/>
            <a:ext cx="80144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70AD47"/>
                </a:solidFill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5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Las administraciones están sectorizadas y muy especializadas. Ej. Ríos que atraviesan ciudades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4C607-F922-4495-6F7C-3C19A45A6352}"/>
              </a:ext>
            </a:extLst>
          </p:cNvPr>
          <p:cNvSpPr txBox="1"/>
          <p:nvPr/>
        </p:nvSpPr>
        <p:spPr>
          <a:xfrm>
            <a:off x="1081751" y="2263317"/>
            <a:ext cx="75917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En 2016 la ONG Ecologistas en Acción propone un proyecto de renaturalización que incorpora una visión multisectorial a la gestión del río Manzanares a su paso por Madrid.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Convencen a la Confederación del Tajo y al Ayuntamiento para incorporar criterios ecológicos (propios de otras administraciones) a la gestión del río.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DF14B4-8565-78D7-3B10-E76088C3C2FE}"/>
              </a:ext>
            </a:extLst>
          </p:cNvPr>
          <p:cNvGrpSpPr/>
          <p:nvPr/>
        </p:nvGrpSpPr>
        <p:grpSpPr>
          <a:xfrm>
            <a:off x="1418681" y="3713708"/>
            <a:ext cx="7111544" cy="2812352"/>
            <a:chOff x="1418681" y="3713708"/>
            <a:chExt cx="7111544" cy="2812352"/>
          </a:xfrm>
        </p:grpSpPr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C5CF0B69-3DD1-E576-2476-126F49C055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8681" y="3713708"/>
              <a:ext cx="3749803" cy="2812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69FC8B-51B4-1DC2-640C-BB1F671C1F22}"/>
                </a:ext>
              </a:extLst>
            </p:cNvPr>
            <p:cNvSpPr txBox="1"/>
            <p:nvPr/>
          </p:nvSpPr>
          <p:spPr>
            <a:xfrm>
              <a:off x="5386192" y="3981198"/>
              <a:ext cx="314403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E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La acción principal consistió en demoler las represas en el río a su paso por la ciudad.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764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817600"/>
            <a:ext cx="6702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Toma de decisiones multisectorial</a:t>
            </a:r>
            <a:endParaRPr kumimoji="0" lang="en-E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86C94-C10A-7388-36C1-24BB98FED456}"/>
              </a:ext>
            </a:extLst>
          </p:cNvPr>
          <p:cNvSpPr txBox="1"/>
          <p:nvPr/>
        </p:nvSpPr>
        <p:spPr>
          <a:xfrm>
            <a:off x="717176" y="1217710"/>
            <a:ext cx="80144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70AD47"/>
                </a:solidFill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5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Las administraciones están sectorizadas y muy especializadas. Ej. Ríos que atraviesan ciudades</a:t>
            </a:r>
          </a:p>
        </p:txBody>
      </p:sp>
      <p:pic>
        <p:nvPicPr>
          <p:cNvPr id="6146" name="Picture 2" descr="El puente de Segovia, antes y después del proceso de renaturalización del río Manzanares.">
            <a:extLst>
              <a:ext uri="{FF2B5EF4-FFF2-40B4-BE49-F238E27FC236}">
                <a16:creationId xmlns:a16="http://schemas.microsoft.com/office/drawing/2014/main" id="{3F428A4F-57D3-F7FA-C2B9-ECE5FA5AB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557406"/>
            <a:ext cx="3740585" cy="374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3248B7F-26C0-B981-8772-31536F95E57D}"/>
              </a:ext>
            </a:extLst>
          </p:cNvPr>
          <p:cNvGrpSpPr/>
          <p:nvPr/>
        </p:nvGrpSpPr>
        <p:grpSpPr>
          <a:xfrm>
            <a:off x="1503360" y="2183393"/>
            <a:ext cx="2993170" cy="4247003"/>
            <a:chOff x="1503360" y="2183393"/>
            <a:chExt cx="2993170" cy="4247003"/>
          </a:xfrm>
        </p:grpSpPr>
        <p:pic>
          <p:nvPicPr>
            <p:cNvPr id="6148" name="Picture 4" descr="El río Manzanares a su paso por Madrid.">
              <a:extLst>
                <a:ext uri="{FF2B5EF4-FFF2-40B4-BE49-F238E27FC236}">
                  <a16:creationId xmlns:a16="http://schemas.microsoft.com/office/drawing/2014/main" id="{F1142107-B18A-E9AA-E924-1CCBFC68B5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3360" y="4239743"/>
              <a:ext cx="2993170" cy="2190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Manzanares, el río de Madrid">
              <a:extLst>
                <a:ext uri="{FF2B5EF4-FFF2-40B4-BE49-F238E27FC236}">
                  <a16:creationId xmlns:a16="http://schemas.microsoft.com/office/drawing/2014/main" id="{68403027-27FE-A22D-04D1-8CC1B1BF0A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3360" y="2183393"/>
              <a:ext cx="2930477" cy="1955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D58A633-1AE9-55B1-58F4-57C4556BBE78}"/>
              </a:ext>
            </a:extLst>
          </p:cNvPr>
          <p:cNvSpPr txBox="1"/>
          <p:nvPr/>
        </p:nvSpPr>
        <p:spPr>
          <a:xfrm>
            <a:off x="1428204" y="6534305"/>
            <a:ext cx="7228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https://www.ecologistasenaccion.org/169736/renaturalizacion-de-tramos-urbanos-de-rios/</a:t>
            </a:r>
          </a:p>
        </p:txBody>
      </p:sp>
    </p:spTree>
    <p:extLst>
      <p:ext uri="{BB962C8B-B14F-4D97-AF65-F5344CB8AC3E}">
        <p14:creationId xmlns:p14="http://schemas.microsoft.com/office/powerpoint/2010/main" val="380693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817600"/>
            <a:ext cx="6702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Toma de decisiones multisectorial</a:t>
            </a:r>
            <a:endParaRPr kumimoji="0" lang="en-E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86C94-C10A-7388-36C1-24BB98FED456}"/>
              </a:ext>
            </a:extLst>
          </p:cNvPr>
          <p:cNvSpPr txBox="1"/>
          <p:nvPr/>
        </p:nvSpPr>
        <p:spPr>
          <a:xfrm>
            <a:off x="717176" y="1217710"/>
            <a:ext cx="80144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70AD47"/>
                </a:solidFill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5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Las administraciones están sectorizadas y muy especializadas. Ej. Ríos que atraviesan ciudades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58A633-1AE9-55B1-58F4-57C4556BBE78}"/>
              </a:ext>
            </a:extLst>
          </p:cNvPr>
          <p:cNvSpPr txBox="1"/>
          <p:nvPr/>
        </p:nvSpPr>
        <p:spPr>
          <a:xfrm>
            <a:off x="1428204" y="6534305"/>
            <a:ext cx="7228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https://www.ecologistasenaccion.org/169736/renaturalizacion-de-tramos-urbanos-de-rios/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2F47B-7AEB-35F9-6A1A-EDCB82B6BF3A}"/>
              </a:ext>
            </a:extLst>
          </p:cNvPr>
          <p:cNvSpPr txBox="1"/>
          <p:nvPr/>
        </p:nvSpPr>
        <p:spPr>
          <a:xfrm>
            <a:off x="1081751" y="2079484"/>
            <a:ext cx="58961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E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stas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actuaciones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han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tenido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consecuencias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importantes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Mejora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en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la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calidad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del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agua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menos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turbidez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Aumento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 la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diversidad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 flora y fauna.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Aumento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del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disfrute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del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río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por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parte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los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cuidadanos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</a:t>
            </a:r>
            <a:endParaRPr kumimoji="0" lang="en-E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6B731A-018A-8F7E-4999-B3B00C23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847" y="4546453"/>
            <a:ext cx="3374547" cy="17536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23941F-6F19-6A49-C75B-FB2C2D7E6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01" y="3352693"/>
            <a:ext cx="2452474" cy="29856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BC3362-DEE2-9FD4-2411-1AD2663AE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7611" y="3352693"/>
            <a:ext cx="1764446" cy="21621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9F8F3D-B3E8-958B-69FF-C760D6A99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336" y="3352302"/>
            <a:ext cx="1520178" cy="159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071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83B1C4-1249-E7C5-27A7-20B34DE7B954}"/>
              </a:ext>
            </a:extLst>
          </p:cNvPr>
          <p:cNvGrpSpPr/>
          <p:nvPr/>
        </p:nvGrpSpPr>
        <p:grpSpPr>
          <a:xfrm>
            <a:off x="555811" y="1930877"/>
            <a:ext cx="8175813" cy="1788828"/>
            <a:chOff x="555811" y="3813465"/>
            <a:chExt cx="8175813" cy="1827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CFAE6E-484C-53CC-C4B9-8724A9DA8244}"/>
                </a:ext>
              </a:extLst>
            </p:cNvPr>
            <p:cNvSpPr txBox="1"/>
            <p:nvPr/>
          </p:nvSpPr>
          <p:spPr>
            <a:xfrm>
              <a:off x="555811" y="3813465"/>
              <a:ext cx="7871013" cy="565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000" b="1" dirty="0"/>
                <a:t>8</a:t>
              </a:r>
              <a:r>
                <a:rPr lang="en-ES" sz="3000" b="1"/>
                <a:t>. </a:t>
              </a:r>
              <a:r>
                <a:rPr lang="en-ES" sz="3000" b="1" dirty="0"/>
                <a:t>Amplía los horizontes temporales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89F31D-6B24-137D-02CD-0814009C222A}"/>
                </a:ext>
              </a:extLst>
            </p:cNvPr>
            <p:cNvSpPr txBox="1"/>
            <p:nvPr/>
          </p:nvSpPr>
          <p:spPr>
            <a:xfrm>
              <a:off x="717176" y="4367463"/>
              <a:ext cx="8014448" cy="12733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342900" indent="-342900">
                <a:buFont typeface="Arial" panose="020B0604020202020204" pitchFamily="34" charset="0"/>
                <a:buChar char="•"/>
                <a:defRPr sz="2000" b="1">
                  <a:solidFill>
                    <a:srgbClr val="70AD47"/>
                  </a:solidFill>
                </a:defRPr>
              </a:lvl1pPr>
            </a:lstStyle>
            <a:p>
              <a:r>
                <a:rPr lang="es-ES" sz="2500" dirty="0"/>
                <a:t>Proyectar la mirada en el tiempo ayuda a entender mejor el sistema.</a:t>
              </a:r>
            </a:p>
            <a:p>
              <a:r>
                <a:rPr lang="es-ES" sz="2500" dirty="0"/>
                <a:t>Los sistemas tienen memoria</a:t>
              </a:r>
              <a:endParaRPr lang="en-ES" sz="2500" dirty="0"/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AB12B507-5A44-3918-E7E4-59E97BD7F77D}"/>
              </a:ext>
            </a:extLst>
          </p:cNvPr>
          <p:cNvSpPr txBox="1"/>
          <p:nvPr/>
        </p:nvSpPr>
        <p:spPr>
          <a:xfrm>
            <a:off x="813982" y="3985763"/>
            <a:ext cx="7238000" cy="400110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La historia de la dehesa es importante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513D95-DBFF-824A-E0C8-9289229E172A}"/>
              </a:ext>
            </a:extLst>
          </p:cNvPr>
          <p:cNvSpPr txBox="1"/>
          <p:nvPr/>
        </p:nvSpPr>
        <p:spPr>
          <a:xfrm>
            <a:off x="813982" y="4642585"/>
            <a:ext cx="7238000" cy="400110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Conocer la historia del régimen de propiedad</a:t>
            </a:r>
          </a:p>
        </p:txBody>
      </p:sp>
    </p:spTree>
    <p:extLst>
      <p:ext uri="{BB962C8B-B14F-4D97-AF65-F5344CB8AC3E}">
        <p14:creationId xmlns:p14="http://schemas.microsoft.com/office/powerpoint/2010/main" val="297254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CFAE6E-484C-53CC-C4B9-8724A9DA8244}"/>
              </a:ext>
            </a:extLst>
          </p:cNvPr>
          <p:cNvSpPr txBox="1"/>
          <p:nvPr/>
        </p:nvSpPr>
        <p:spPr>
          <a:xfrm>
            <a:off x="555811" y="1930877"/>
            <a:ext cx="7871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/>
              <a:t>8</a:t>
            </a:r>
            <a:r>
              <a:rPr lang="en-ES" sz="3000" b="1"/>
              <a:t>. </a:t>
            </a:r>
            <a:r>
              <a:rPr lang="en-ES" sz="3000" b="1" dirty="0"/>
              <a:t>Amplía los horizontes temporales</a:t>
            </a:r>
          </a:p>
        </p:txBody>
      </p:sp>
      <p:pic>
        <p:nvPicPr>
          <p:cNvPr id="9218" name="Picture 2" descr="Details are in the caption following the image">
            <a:extLst>
              <a:ext uri="{FF2B5EF4-FFF2-40B4-BE49-F238E27FC236}">
                <a16:creationId xmlns:a16="http://schemas.microsoft.com/office/drawing/2014/main" id="{AD4A005F-ABFD-2434-8004-ACB3665CD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80" y="2710237"/>
            <a:ext cx="7123274" cy="368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20BA66-D731-1481-D522-8D3A67A48BCA}"/>
              </a:ext>
            </a:extLst>
          </p:cNvPr>
          <p:cNvSpPr txBox="1"/>
          <p:nvPr/>
        </p:nvSpPr>
        <p:spPr>
          <a:xfrm>
            <a:off x="1713648" y="6511055"/>
            <a:ext cx="6491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S" dirty="0"/>
              <a:t>https://besjournals.onlinelibrary.wiley.com/doi/10.1002/pan3.10510</a:t>
            </a:r>
          </a:p>
        </p:txBody>
      </p:sp>
    </p:spTree>
    <p:extLst>
      <p:ext uri="{BB962C8B-B14F-4D97-AF65-F5344CB8AC3E}">
        <p14:creationId xmlns:p14="http://schemas.microsoft.com/office/powerpoint/2010/main" val="327814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997629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CFAE6E-484C-53CC-C4B9-8724A9DA8244}"/>
              </a:ext>
            </a:extLst>
          </p:cNvPr>
          <p:cNvSpPr txBox="1"/>
          <p:nvPr/>
        </p:nvSpPr>
        <p:spPr>
          <a:xfrm>
            <a:off x="555811" y="1705515"/>
            <a:ext cx="7871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/>
              <a:t>8</a:t>
            </a:r>
            <a:r>
              <a:rPr lang="en-ES" sz="3000" b="1"/>
              <a:t>. </a:t>
            </a:r>
            <a:r>
              <a:rPr lang="en-ES" sz="3000" b="1" dirty="0"/>
              <a:t>Amplía los horizontes temporales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19EFB-FC29-4B5E-C3CA-A4D2E566A0B1}"/>
              </a:ext>
            </a:extLst>
          </p:cNvPr>
          <p:cNvSpPr txBox="1"/>
          <p:nvPr/>
        </p:nvSpPr>
        <p:spPr>
          <a:xfrm>
            <a:off x="999717" y="2330986"/>
            <a:ext cx="25362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000" b="1" dirty="0"/>
              <a:t>Deuda de extinción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9BE6FC01-6708-2B33-C33E-C03B47533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989" y="2413401"/>
            <a:ext cx="5608011" cy="415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&quot;Estamos luchando para que el lince sea una especie vulnerable y no en ...">
            <a:extLst>
              <a:ext uri="{FF2B5EF4-FFF2-40B4-BE49-F238E27FC236}">
                <a16:creationId xmlns:a16="http://schemas.microsoft.com/office/drawing/2014/main" id="{11941365-6CAE-3AE4-28BD-3CCF003D4B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4" r="21023"/>
          <a:stretch/>
        </p:blipFill>
        <p:spPr bwMode="auto">
          <a:xfrm>
            <a:off x="555810" y="3219268"/>
            <a:ext cx="2850777" cy="320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6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9;p8">
            <a:extLst>
              <a:ext uri="{FF2B5EF4-FFF2-40B4-BE49-F238E27FC236}">
                <a16:creationId xmlns:a16="http://schemas.microsoft.com/office/drawing/2014/main" id="{F3A9EA26-F428-BF6E-8851-DA897BC8AA84}"/>
              </a:ext>
            </a:extLst>
          </p:cNvPr>
          <p:cNvSpPr/>
          <p:nvPr/>
        </p:nvSpPr>
        <p:spPr>
          <a:xfrm>
            <a:off x="0" y="13414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74;p7">
            <a:extLst>
              <a:ext uri="{FF2B5EF4-FFF2-40B4-BE49-F238E27FC236}">
                <a16:creationId xmlns:a16="http://schemas.microsoft.com/office/drawing/2014/main" id="{9079C484-F479-4328-E961-40F43B2C3230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B4FBE0-FE03-074C-E90B-20D86C221EC4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14F095-BEB4-8FDA-6101-0534F9C55E36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16">
            <a:extLst>
              <a:ext uri="{FF2B5EF4-FFF2-40B4-BE49-F238E27FC236}">
                <a16:creationId xmlns:a16="http://schemas.microsoft.com/office/drawing/2014/main" id="{22F4C5D7-B6D8-1372-92D7-0AAF8CFDF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200" y="1384993"/>
            <a:ext cx="4240373" cy="4240374"/>
          </a:xfrm>
          <a:prstGeom prst="ellipse">
            <a:avLst/>
          </a:prstGeom>
          <a:noFill/>
          <a:ln w="2032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  <a:sym typeface="Arial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31C4D56-3E9D-FF64-2060-F191960183D0}"/>
              </a:ext>
            </a:extLst>
          </p:cNvPr>
          <p:cNvGrpSpPr/>
          <p:nvPr/>
        </p:nvGrpSpPr>
        <p:grpSpPr>
          <a:xfrm>
            <a:off x="1986465" y="2887396"/>
            <a:ext cx="1782291" cy="1496602"/>
            <a:chOff x="1986465" y="2887396"/>
            <a:chExt cx="1782291" cy="1496602"/>
          </a:xfrm>
        </p:grpSpPr>
        <p:sp>
          <p:nvSpPr>
            <p:cNvPr id="12" name="Oval 86">
              <a:extLst>
                <a:ext uri="{FF2B5EF4-FFF2-40B4-BE49-F238E27FC236}">
                  <a16:creationId xmlns:a16="http://schemas.microsoft.com/office/drawing/2014/main" id="{1E8D1421-E3EE-3F00-6DB9-37F13D4F7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732" y="2887396"/>
              <a:ext cx="1496602" cy="149660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13" name="Text Box 44">
              <a:extLst>
                <a:ext uri="{FF2B5EF4-FFF2-40B4-BE49-F238E27FC236}">
                  <a16:creationId xmlns:a16="http://schemas.microsoft.com/office/drawing/2014/main" id="{77D7CFBA-E720-D63F-509C-CEB2B6126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6465" y="3254296"/>
              <a:ext cx="1782291" cy="2929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Evaluación</a:t>
              </a:r>
            </a:p>
          </p:txBody>
        </p:sp>
      </p:grpSp>
      <p:grpSp>
        <p:nvGrpSpPr>
          <p:cNvPr id="14" name="Group 87">
            <a:extLst>
              <a:ext uri="{FF2B5EF4-FFF2-40B4-BE49-F238E27FC236}">
                <a16:creationId xmlns:a16="http://schemas.microsoft.com/office/drawing/2014/main" id="{F57A7BF7-6026-7774-355A-445BF8355935}"/>
              </a:ext>
            </a:extLst>
          </p:cNvPr>
          <p:cNvGrpSpPr>
            <a:grpSpLocks/>
          </p:cNvGrpSpPr>
          <p:nvPr/>
        </p:nvGrpSpPr>
        <p:grpSpPr bwMode="auto">
          <a:xfrm>
            <a:off x="1993716" y="3769115"/>
            <a:ext cx="835313" cy="237832"/>
            <a:chOff x="1607" y="3063"/>
            <a:chExt cx="576" cy="164"/>
          </a:xfrm>
        </p:grpSpPr>
        <p:sp>
          <p:nvSpPr>
            <p:cNvPr id="21" name="AutoShape 88">
              <a:extLst>
                <a:ext uri="{FF2B5EF4-FFF2-40B4-BE49-F238E27FC236}">
                  <a16:creationId xmlns:a16="http://schemas.microsoft.com/office/drawing/2014/main" id="{FBA496A6-8BD1-3A8D-9920-C0A1B2993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" y="3069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91BD1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25560">
                  <a:solidFill>
                    <a:srgbClr val="49697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22" name="AutoShape 89">
              <a:extLst>
                <a:ext uri="{FF2B5EF4-FFF2-40B4-BE49-F238E27FC236}">
                  <a16:creationId xmlns:a16="http://schemas.microsoft.com/office/drawing/2014/main" id="{96833872-04B8-274D-BD45-303C43A0A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" y="3063"/>
              <a:ext cx="431" cy="16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Gestores</a:t>
              </a:r>
            </a:p>
          </p:txBody>
        </p:sp>
      </p:grpSp>
      <p:grpSp>
        <p:nvGrpSpPr>
          <p:cNvPr id="15" name="Group 90">
            <a:extLst>
              <a:ext uri="{FF2B5EF4-FFF2-40B4-BE49-F238E27FC236}">
                <a16:creationId xmlns:a16="http://schemas.microsoft.com/office/drawing/2014/main" id="{149C90D9-B70F-4B83-E409-59734A9232F3}"/>
              </a:ext>
            </a:extLst>
          </p:cNvPr>
          <p:cNvGrpSpPr>
            <a:grpSpLocks/>
          </p:cNvGrpSpPr>
          <p:nvPr/>
        </p:nvGrpSpPr>
        <p:grpSpPr bwMode="auto">
          <a:xfrm>
            <a:off x="2904439" y="3769115"/>
            <a:ext cx="835313" cy="237832"/>
            <a:chOff x="2327" y="3066"/>
            <a:chExt cx="576" cy="164"/>
          </a:xfrm>
        </p:grpSpPr>
        <p:sp>
          <p:nvSpPr>
            <p:cNvPr id="19" name="AutoShape 91">
              <a:extLst>
                <a:ext uri="{FF2B5EF4-FFF2-40B4-BE49-F238E27FC236}">
                  <a16:creationId xmlns:a16="http://schemas.microsoft.com/office/drawing/2014/main" id="{52979A7E-14E4-315E-F31E-B4545202C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7" y="3073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26404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25560">
                  <a:solidFill>
                    <a:srgbClr val="49697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20" name="AutoShape 92">
              <a:extLst>
                <a:ext uri="{FF2B5EF4-FFF2-40B4-BE49-F238E27FC236}">
                  <a16:creationId xmlns:a16="http://schemas.microsoft.com/office/drawing/2014/main" id="{C69EC0B8-C856-F2DA-AE41-6183598A2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3066"/>
              <a:ext cx="489" cy="16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Científicos</a:t>
              </a:r>
            </a:p>
          </p:txBody>
        </p:sp>
      </p:grpSp>
      <p:grpSp>
        <p:nvGrpSpPr>
          <p:cNvPr id="16" name="Group 93">
            <a:extLst>
              <a:ext uri="{FF2B5EF4-FFF2-40B4-BE49-F238E27FC236}">
                <a16:creationId xmlns:a16="http://schemas.microsoft.com/office/drawing/2014/main" id="{B5F9B413-3C8E-FA20-B04C-C68253DC94CE}"/>
              </a:ext>
            </a:extLst>
          </p:cNvPr>
          <p:cNvGrpSpPr>
            <a:grpSpLocks/>
          </p:cNvGrpSpPr>
          <p:nvPr/>
        </p:nvGrpSpPr>
        <p:grpSpPr bwMode="auto">
          <a:xfrm>
            <a:off x="2315660" y="4050453"/>
            <a:ext cx="1097798" cy="223330"/>
            <a:chOff x="2105" y="3260"/>
            <a:chExt cx="757" cy="154"/>
          </a:xfrm>
        </p:grpSpPr>
        <p:sp>
          <p:nvSpPr>
            <p:cNvPr id="17" name="AutoShape 94">
              <a:extLst>
                <a:ext uri="{FF2B5EF4-FFF2-40B4-BE49-F238E27FC236}">
                  <a16:creationId xmlns:a16="http://schemas.microsoft.com/office/drawing/2014/main" id="{9DFBE52B-D99E-BC1E-587D-2B2258976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" y="3261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EE5612"/>
            </a:solidFill>
            <a:ln w="6480">
              <a:solidFill>
                <a:srgbClr val="EE561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18" name="Text Box 95">
              <a:extLst>
                <a:ext uri="{FF2B5EF4-FFF2-40B4-BE49-F238E27FC236}">
                  <a16:creationId xmlns:a16="http://schemas.microsoft.com/office/drawing/2014/main" id="{BDCFBA4A-CFBA-074D-5572-7C9018AD2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5" y="3260"/>
              <a:ext cx="75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Actores locales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0C8B0CB-4B81-D21C-661B-97865EEFFC33}"/>
              </a:ext>
            </a:extLst>
          </p:cNvPr>
          <p:cNvGrpSpPr/>
          <p:nvPr/>
        </p:nvGrpSpPr>
        <p:grpSpPr>
          <a:xfrm>
            <a:off x="3236534" y="4824859"/>
            <a:ext cx="1496602" cy="1496602"/>
            <a:chOff x="3236534" y="4824859"/>
            <a:chExt cx="1496602" cy="1496602"/>
          </a:xfrm>
        </p:grpSpPr>
        <p:sp>
          <p:nvSpPr>
            <p:cNvPr id="24" name="Oval 45">
              <a:extLst>
                <a:ext uri="{FF2B5EF4-FFF2-40B4-BE49-F238E27FC236}">
                  <a16:creationId xmlns:a16="http://schemas.microsoft.com/office/drawing/2014/main" id="{CF839B28-2801-1EAC-F3C5-73E95D962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534" y="4824859"/>
              <a:ext cx="1496602" cy="149660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25" name="Text Box 39">
              <a:extLst>
                <a:ext uri="{FF2B5EF4-FFF2-40B4-BE49-F238E27FC236}">
                  <a16:creationId xmlns:a16="http://schemas.microsoft.com/office/drawing/2014/main" id="{C6AB5E41-945C-2874-D021-384500D55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741" y="5040938"/>
              <a:ext cx="1416842" cy="710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Definición del problema y objetivos</a:t>
              </a:r>
            </a:p>
          </p:txBody>
        </p:sp>
      </p:grpSp>
      <p:grpSp>
        <p:nvGrpSpPr>
          <p:cNvPr id="26" name="Group 62">
            <a:extLst>
              <a:ext uri="{FF2B5EF4-FFF2-40B4-BE49-F238E27FC236}">
                <a16:creationId xmlns:a16="http://schemas.microsoft.com/office/drawing/2014/main" id="{F44DC1CF-9499-EF11-A332-26107D57BFC5}"/>
              </a:ext>
            </a:extLst>
          </p:cNvPr>
          <p:cNvGrpSpPr>
            <a:grpSpLocks/>
          </p:cNvGrpSpPr>
          <p:nvPr/>
        </p:nvGrpSpPr>
        <p:grpSpPr bwMode="auto">
          <a:xfrm>
            <a:off x="3120518" y="5793590"/>
            <a:ext cx="835313" cy="237832"/>
            <a:chOff x="1607" y="3063"/>
            <a:chExt cx="576" cy="164"/>
          </a:xfrm>
        </p:grpSpPr>
        <p:sp>
          <p:nvSpPr>
            <p:cNvPr id="33" name="AutoShape 59">
              <a:extLst>
                <a:ext uri="{FF2B5EF4-FFF2-40B4-BE49-F238E27FC236}">
                  <a16:creationId xmlns:a16="http://schemas.microsoft.com/office/drawing/2014/main" id="{22CD7027-E378-3905-7F97-EA867E14E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" y="3069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91BD1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25560">
                  <a:solidFill>
                    <a:srgbClr val="49697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34" name="AutoShape 46">
              <a:extLst>
                <a:ext uri="{FF2B5EF4-FFF2-40B4-BE49-F238E27FC236}">
                  <a16:creationId xmlns:a16="http://schemas.microsoft.com/office/drawing/2014/main" id="{D66C9DB7-3FB4-C69F-F123-156B1DBAC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" y="3063"/>
              <a:ext cx="431" cy="16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Gestores</a:t>
              </a:r>
            </a:p>
          </p:txBody>
        </p:sp>
      </p:grpSp>
      <p:grpSp>
        <p:nvGrpSpPr>
          <p:cNvPr id="27" name="Group 61">
            <a:extLst>
              <a:ext uri="{FF2B5EF4-FFF2-40B4-BE49-F238E27FC236}">
                <a16:creationId xmlns:a16="http://schemas.microsoft.com/office/drawing/2014/main" id="{3EF6C49E-5C52-5476-BBCD-CF0AC15A98B0}"/>
              </a:ext>
            </a:extLst>
          </p:cNvPr>
          <p:cNvGrpSpPr>
            <a:grpSpLocks/>
          </p:cNvGrpSpPr>
          <p:nvPr/>
        </p:nvGrpSpPr>
        <p:grpSpPr bwMode="auto">
          <a:xfrm>
            <a:off x="4031241" y="5793590"/>
            <a:ext cx="835313" cy="237832"/>
            <a:chOff x="2327" y="3066"/>
            <a:chExt cx="576" cy="164"/>
          </a:xfrm>
        </p:grpSpPr>
        <p:sp>
          <p:nvSpPr>
            <p:cNvPr id="31" name="AutoShape 60">
              <a:extLst>
                <a:ext uri="{FF2B5EF4-FFF2-40B4-BE49-F238E27FC236}">
                  <a16:creationId xmlns:a16="http://schemas.microsoft.com/office/drawing/2014/main" id="{620DB790-376F-996E-D9E0-7B31B956D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7" y="3073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26404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25560">
                  <a:solidFill>
                    <a:srgbClr val="49697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32" name="AutoShape 49">
              <a:extLst>
                <a:ext uri="{FF2B5EF4-FFF2-40B4-BE49-F238E27FC236}">
                  <a16:creationId xmlns:a16="http://schemas.microsoft.com/office/drawing/2014/main" id="{7DA80BDA-19BC-60A7-AD0E-56753B31C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3066"/>
              <a:ext cx="489" cy="16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Científicos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3502C59-74AD-89EF-B567-AFF191C80282}"/>
              </a:ext>
            </a:extLst>
          </p:cNvPr>
          <p:cNvGrpSpPr/>
          <p:nvPr/>
        </p:nvGrpSpPr>
        <p:grpSpPr>
          <a:xfrm>
            <a:off x="3442462" y="6061480"/>
            <a:ext cx="1097798" cy="235328"/>
            <a:chOff x="3442462" y="6061480"/>
            <a:chExt cx="1097798" cy="235328"/>
          </a:xfrm>
        </p:grpSpPr>
        <p:sp>
          <p:nvSpPr>
            <p:cNvPr id="29" name="AutoShape 50">
              <a:extLst>
                <a:ext uri="{FF2B5EF4-FFF2-40B4-BE49-F238E27FC236}">
                  <a16:creationId xmlns:a16="http://schemas.microsoft.com/office/drawing/2014/main" id="{DBCB2823-B342-CE8D-18A2-CBE16F2AE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980" y="6076378"/>
              <a:ext cx="835313" cy="220430"/>
            </a:xfrm>
            <a:prstGeom prst="roundRect">
              <a:avLst>
                <a:gd name="adj" fmla="val 16667"/>
              </a:avLst>
            </a:prstGeom>
            <a:solidFill>
              <a:srgbClr val="EE5612"/>
            </a:solidFill>
            <a:ln w="6480">
              <a:solidFill>
                <a:srgbClr val="EE561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30" name="Text Box 51">
              <a:extLst>
                <a:ext uri="{FF2B5EF4-FFF2-40B4-BE49-F238E27FC236}">
                  <a16:creationId xmlns:a16="http://schemas.microsoft.com/office/drawing/2014/main" id="{51185378-28C4-0992-9738-DA75F71EC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2462" y="6061480"/>
              <a:ext cx="1097798" cy="2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Actores locales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F013D2B-15D1-E34E-DB38-023CED8FD921}"/>
              </a:ext>
            </a:extLst>
          </p:cNvPr>
          <p:cNvGrpSpPr/>
          <p:nvPr/>
        </p:nvGrpSpPr>
        <p:grpSpPr>
          <a:xfrm>
            <a:off x="5446633" y="4824859"/>
            <a:ext cx="1782291" cy="1496602"/>
            <a:chOff x="5446633" y="4824859"/>
            <a:chExt cx="1782291" cy="1496602"/>
          </a:xfrm>
        </p:grpSpPr>
        <p:sp>
          <p:nvSpPr>
            <p:cNvPr id="36" name="Oval 64">
              <a:extLst>
                <a:ext uri="{FF2B5EF4-FFF2-40B4-BE49-F238E27FC236}">
                  <a16:creationId xmlns:a16="http://schemas.microsoft.com/office/drawing/2014/main" id="{7AF65B15-E86C-444E-45D1-1C59E1AC6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0202" y="4824859"/>
              <a:ext cx="1496602" cy="149660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37" name="Text Box 40">
              <a:extLst>
                <a:ext uri="{FF2B5EF4-FFF2-40B4-BE49-F238E27FC236}">
                  <a16:creationId xmlns:a16="http://schemas.microsoft.com/office/drawing/2014/main" id="{5591118C-4924-2341-FD66-AE4335E15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6633" y="5178707"/>
              <a:ext cx="1782291" cy="501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Toma de datos y modelización</a:t>
              </a:r>
            </a:p>
          </p:txBody>
        </p:sp>
      </p:grpSp>
      <p:grpSp>
        <p:nvGrpSpPr>
          <p:cNvPr id="38" name="Group 65">
            <a:extLst>
              <a:ext uri="{FF2B5EF4-FFF2-40B4-BE49-F238E27FC236}">
                <a16:creationId xmlns:a16="http://schemas.microsoft.com/office/drawing/2014/main" id="{9185400F-4993-8BFF-0423-7FEBACD8A85A}"/>
              </a:ext>
            </a:extLst>
          </p:cNvPr>
          <p:cNvGrpSpPr>
            <a:grpSpLocks/>
          </p:cNvGrpSpPr>
          <p:nvPr/>
        </p:nvGrpSpPr>
        <p:grpSpPr bwMode="auto">
          <a:xfrm>
            <a:off x="5919397" y="5793590"/>
            <a:ext cx="835313" cy="237832"/>
            <a:chOff x="2327" y="3066"/>
            <a:chExt cx="576" cy="164"/>
          </a:xfrm>
        </p:grpSpPr>
        <p:sp>
          <p:nvSpPr>
            <p:cNvPr id="39" name="AutoShape 66">
              <a:extLst>
                <a:ext uri="{FF2B5EF4-FFF2-40B4-BE49-F238E27FC236}">
                  <a16:creationId xmlns:a16="http://schemas.microsoft.com/office/drawing/2014/main" id="{708DFEEB-BE1F-291A-DFBD-CA0E2FF57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7" y="3073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26404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25560">
                  <a:solidFill>
                    <a:srgbClr val="49697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40" name="AutoShape 67">
              <a:extLst>
                <a:ext uri="{FF2B5EF4-FFF2-40B4-BE49-F238E27FC236}">
                  <a16:creationId xmlns:a16="http://schemas.microsoft.com/office/drawing/2014/main" id="{064F53DE-3CE6-A490-C332-2027600E2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3066"/>
              <a:ext cx="489" cy="16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Científicos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9A35C0B-A4A1-1AE8-131A-08DAFCCD2D8B}"/>
              </a:ext>
            </a:extLst>
          </p:cNvPr>
          <p:cNvGrpSpPr/>
          <p:nvPr/>
        </p:nvGrpSpPr>
        <p:grpSpPr>
          <a:xfrm>
            <a:off x="6460321" y="2887396"/>
            <a:ext cx="1782291" cy="1496602"/>
            <a:chOff x="6460321" y="2887396"/>
            <a:chExt cx="1782291" cy="1496602"/>
          </a:xfrm>
        </p:grpSpPr>
        <p:sp>
          <p:nvSpPr>
            <p:cNvPr id="42" name="Oval 68">
              <a:extLst>
                <a:ext uri="{FF2B5EF4-FFF2-40B4-BE49-F238E27FC236}">
                  <a16:creationId xmlns:a16="http://schemas.microsoft.com/office/drawing/2014/main" id="{E6C92010-34AC-668C-C87B-1ED4DBE0D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2440" y="2887396"/>
              <a:ext cx="1496602" cy="149660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43" name="Text Box 41">
              <a:extLst>
                <a:ext uri="{FF2B5EF4-FFF2-40B4-BE49-F238E27FC236}">
                  <a16:creationId xmlns:a16="http://schemas.microsoft.com/office/drawing/2014/main" id="{50CF0769-45E4-6BC7-B0FD-BEBE755ADE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0321" y="3177435"/>
              <a:ext cx="1782291" cy="501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Análisis, interpretación</a:t>
              </a:r>
            </a:p>
          </p:txBody>
        </p:sp>
      </p:grpSp>
      <p:grpSp>
        <p:nvGrpSpPr>
          <p:cNvPr id="44" name="Group 69">
            <a:extLst>
              <a:ext uri="{FF2B5EF4-FFF2-40B4-BE49-F238E27FC236}">
                <a16:creationId xmlns:a16="http://schemas.microsoft.com/office/drawing/2014/main" id="{887EC992-6915-BA7A-D1E1-ED13BEE542DD}"/>
              </a:ext>
            </a:extLst>
          </p:cNvPr>
          <p:cNvGrpSpPr>
            <a:grpSpLocks/>
          </p:cNvGrpSpPr>
          <p:nvPr/>
        </p:nvGrpSpPr>
        <p:grpSpPr bwMode="auto">
          <a:xfrm>
            <a:off x="6934535" y="3791395"/>
            <a:ext cx="835313" cy="237832"/>
            <a:chOff x="2327" y="3066"/>
            <a:chExt cx="576" cy="164"/>
          </a:xfrm>
        </p:grpSpPr>
        <p:sp>
          <p:nvSpPr>
            <p:cNvPr id="45" name="AutoShape 70">
              <a:extLst>
                <a:ext uri="{FF2B5EF4-FFF2-40B4-BE49-F238E27FC236}">
                  <a16:creationId xmlns:a16="http://schemas.microsoft.com/office/drawing/2014/main" id="{019FDD65-0595-3535-1F35-97A5D992D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7" y="3073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26404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25560">
                  <a:solidFill>
                    <a:srgbClr val="49697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46" name="AutoShape 71">
              <a:extLst>
                <a:ext uri="{FF2B5EF4-FFF2-40B4-BE49-F238E27FC236}">
                  <a16:creationId xmlns:a16="http://schemas.microsoft.com/office/drawing/2014/main" id="{FC9C0374-A448-9EC8-5D28-1FBA1CEFF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3066"/>
              <a:ext cx="489" cy="16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Científicos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12EFB91-D965-AF52-F17E-080EBC9D1A87}"/>
              </a:ext>
            </a:extLst>
          </p:cNvPr>
          <p:cNvGrpSpPr/>
          <p:nvPr/>
        </p:nvGrpSpPr>
        <p:grpSpPr>
          <a:xfrm>
            <a:off x="5541423" y="924754"/>
            <a:ext cx="1496602" cy="1496602"/>
            <a:chOff x="5541423" y="924754"/>
            <a:chExt cx="1496602" cy="1496602"/>
          </a:xfrm>
        </p:grpSpPr>
        <p:sp>
          <p:nvSpPr>
            <p:cNvPr id="48" name="Oval 72">
              <a:extLst>
                <a:ext uri="{FF2B5EF4-FFF2-40B4-BE49-F238E27FC236}">
                  <a16:creationId xmlns:a16="http://schemas.microsoft.com/office/drawing/2014/main" id="{D1E53900-9378-AFAB-5C88-34EF15BA5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423" y="924754"/>
              <a:ext cx="1496602" cy="149660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id="{119992F2-03F5-6E27-51DA-7CBB47A0F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6833" y="1178538"/>
              <a:ext cx="1344331" cy="501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Toma de decisiones</a:t>
              </a:r>
            </a:p>
          </p:txBody>
        </p:sp>
      </p:grpSp>
      <p:grpSp>
        <p:nvGrpSpPr>
          <p:cNvPr id="50" name="Group 73">
            <a:extLst>
              <a:ext uri="{FF2B5EF4-FFF2-40B4-BE49-F238E27FC236}">
                <a16:creationId xmlns:a16="http://schemas.microsoft.com/office/drawing/2014/main" id="{76C21FE3-55EA-80E9-A634-D9D3467813E2}"/>
              </a:ext>
            </a:extLst>
          </p:cNvPr>
          <p:cNvGrpSpPr>
            <a:grpSpLocks/>
          </p:cNvGrpSpPr>
          <p:nvPr/>
        </p:nvGrpSpPr>
        <p:grpSpPr bwMode="auto">
          <a:xfrm>
            <a:off x="5431208" y="1796322"/>
            <a:ext cx="835313" cy="237832"/>
            <a:chOff x="1607" y="3063"/>
            <a:chExt cx="576" cy="164"/>
          </a:xfrm>
        </p:grpSpPr>
        <p:sp>
          <p:nvSpPr>
            <p:cNvPr id="54" name="AutoShape 74">
              <a:extLst>
                <a:ext uri="{FF2B5EF4-FFF2-40B4-BE49-F238E27FC236}">
                  <a16:creationId xmlns:a16="http://schemas.microsoft.com/office/drawing/2014/main" id="{DEF5B1E6-2455-F0E8-EC5F-178AF5AAF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" y="3069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91BD1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25560">
                  <a:solidFill>
                    <a:srgbClr val="49697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55" name="AutoShape 75">
              <a:extLst>
                <a:ext uri="{FF2B5EF4-FFF2-40B4-BE49-F238E27FC236}">
                  <a16:creationId xmlns:a16="http://schemas.microsoft.com/office/drawing/2014/main" id="{93306F7E-CE18-35DB-7B4B-C898067E5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" y="3063"/>
              <a:ext cx="431" cy="16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Gestores</a:t>
              </a:r>
            </a:p>
          </p:txBody>
        </p:sp>
      </p:grpSp>
      <p:grpSp>
        <p:nvGrpSpPr>
          <p:cNvPr id="51" name="Group 76">
            <a:extLst>
              <a:ext uri="{FF2B5EF4-FFF2-40B4-BE49-F238E27FC236}">
                <a16:creationId xmlns:a16="http://schemas.microsoft.com/office/drawing/2014/main" id="{06A5B224-5736-3425-0096-B7D7A3D4CB07}"/>
              </a:ext>
            </a:extLst>
          </p:cNvPr>
          <p:cNvGrpSpPr>
            <a:grpSpLocks/>
          </p:cNvGrpSpPr>
          <p:nvPr/>
        </p:nvGrpSpPr>
        <p:grpSpPr bwMode="auto">
          <a:xfrm>
            <a:off x="6192561" y="1796322"/>
            <a:ext cx="1097798" cy="223330"/>
            <a:chOff x="2105" y="3260"/>
            <a:chExt cx="757" cy="154"/>
          </a:xfrm>
        </p:grpSpPr>
        <p:sp>
          <p:nvSpPr>
            <p:cNvPr id="52" name="AutoShape 77">
              <a:extLst>
                <a:ext uri="{FF2B5EF4-FFF2-40B4-BE49-F238E27FC236}">
                  <a16:creationId xmlns:a16="http://schemas.microsoft.com/office/drawing/2014/main" id="{F5C44C48-9D06-346E-570F-A153D98F9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" y="3261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EE5612"/>
            </a:solidFill>
            <a:ln w="6480">
              <a:solidFill>
                <a:srgbClr val="EE561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53" name="Text Box 78">
              <a:extLst>
                <a:ext uri="{FF2B5EF4-FFF2-40B4-BE49-F238E27FC236}">
                  <a16:creationId xmlns:a16="http://schemas.microsoft.com/office/drawing/2014/main" id="{8AF50BA0-14EC-3FBA-CD9F-EA1E9091A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5" y="3260"/>
              <a:ext cx="75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Actores locales</a:t>
              </a:r>
            </a:p>
          </p:txBody>
        </p:sp>
      </p:grpSp>
      <p:sp>
        <p:nvSpPr>
          <p:cNvPr id="56" name="AutoShape 119">
            <a:extLst>
              <a:ext uri="{FF2B5EF4-FFF2-40B4-BE49-F238E27FC236}">
                <a16:creationId xmlns:a16="http://schemas.microsoft.com/office/drawing/2014/main" id="{206112BD-20F9-8EA2-C1F5-59FBAD0305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39064" y="5393336"/>
            <a:ext cx="493067" cy="464063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  <a:sym typeface="Arial"/>
            </a:endParaRPr>
          </a:p>
        </p:txBody>
      </p:sp>
      <p:sp>
        <p:nvSpPr>
          <p:cNvPr id="57" name="AutoShape 120">
            <a:extLst>
              <a:ext uri="{FF2B5EF4-FFF2-40B4-BE49-F238E27FC236}">
                <a16:creationId xmlns:a16="http://schemas.microsoft.com/office/drawing/2014/main" id="{179ED4C8-B001-F2C3-BFA5-8C583FE1E42B}"/>
              </a:ext>
            </a:extLst>
          </p:cNvPr>
          <p:cNvSpPr>
            <a:spLocks noChangeArrowheads="1"/>
          </p:cNvSpPr>
          <p:nvPr/>
        </p:nvSpPr>
        <p:spPr bwMode="auto">
          <a:xfrm rot="1898787">
            <a:off x="6660448" y="4340493"/>
            <a:ext cx="493067" cy="464063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  <a:sym typeface="Arial"/>
            </a:endParaRPr>
          </a:p>
        </p:txBody>
      </p:sp>
      <p:sp>
        <p:nvSpPr>
          <p:cNvPr id="58" name="AutoShape 121">
            <a:extLst>
              <a:ext uri="{FF2B5EF4-FFF2-40B4-BE49-F238E27FC236}">
                <a16:creationId xmlns:a16="http://schemas.microsoft.com/office/drawing/2014/main" id="{0B691AED-017C-166F-1937-4D5FE2F87E30}"/>
              </a:ext>
            </a:extLst>
          </p:cNvPr>
          <p:cNvSpPr>
            <a:spLocks noChangeArrowheads="1"/>
          </p:cNvSpPr>
          <p:nvPr/>
        </p:nvSpPr>
        <p:spPr bwMode="auto">
          <a:xfrm rot="19515432">
            <a:off x="6741659" y="2262362"/>
            <a:ext cx="493067" cy="464063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  <a:sym typeface="Arial"/>
            </a:endParaRPr>
          </a:p>
        </p:txBody>
      </p:sp>
      <p:sp>
        <p:nvSpPr>
          <p:cNvPr id="59" name="AutoShape 122">
            <a:extLst>
              <a:ext uri="{FF2B5EF4-FFF2-40B4-BE49-F238E27FC236}">
                <a16:creationId xmlns:a16="http://schemas.microsoft.com/office/drawing/2014/main" id="{A49DF1E8-3AA4-4A8E-7AEA-B7D436780D95}"/>
              </a:ext>
            </a:extLst>
          </p:cNvPr>
          <p:cNvSpPr>
            <a:spLocks noChangeArrowheads="1"/>
          </p:cNvSpPr>
          <p:nvPr/>
        </p:nvSpPr>
        <p:spPr bwMode="auto">
          <a:xfrm rot="15881557">
            <a:off x="4857853" y="1131209"/>
            <a:ext cx="493067" cy="464063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  <a:sym typeface="Arial"/>
            </a:endParaRPr>
          </a:p>
        </p:txBody>
      </p:sp>
      <p:grpSp>
        <p:nvGrpSpPr>
          <p:cNvPr id="60" name="Agrupar 3">
            <a:extLst>
              <a:ext uri="{FF2B5EF4-FFF2-40B4-BE49-F238E27FC236}">
                <a16:creationId xmlns:a16="http://schemas.microsoft.com/office/drawing/2014/main" id="{F654E2C4-FD9A-61BD-A985-F362E042766B}"/>
              </a:ext>
            </a:extLst>
          </p:cNvPr>
          <p:cNvGrpSpPr/>
          <p:nvPr/>
        </p:nvGrpSpPr>
        <p:grpSpPr>
          <a:xfrm>
            <a:off x="907519" y="1392335"/>
            <a:ext cx="2666911" cy="5458539"/>
            <a:chOff x="596900" y="884238"/>
            <a:chExt cx="2919413" cy="5975350"/>
          </a:xfrm>
        </p:grpSpPr>
        <p:sp>
          <p:nvSpPr>
            <p:cNvPr id="61" name="Rectangle 134">
              <a:extLst>
                <a:ext uri="{FF2B5EF4-FFF2-40B4-BE49-F238E27FC236}">
                  <a16:creationId xmlns:a16="http://schemas.microsoft.com/office/drawing/2014/main" id="{DFCB95E1-B9C2-0953-B4AB-FD24823467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15344" y="-305593"/>
              <a:ext cx="211137" cy="2590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62" name="Rectangle 128">
              <a:extLst>
                <a:ext uri="{FF2B5EF4-FFF2-40B4-BE49-F238E27FC236}">
                  <a16:creationId xmlns:a16="http://schemas.microsoft.com/office/drawing/2014/main" id="{72EE4645-D613-E2C5-5EAA-2684B0A6F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213" y="885825"/>
              <a:ext cx="211137" cy="5973763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63" name="AutoShape 136">
              <a:extLst>
                <a:ext uri="{FF2B5EF4-FFF2-40B4-BE49-F238E27FC236}">
                  <a16:creationId xmlns:a16="http://schemas.microsoft.com/office/drawing/2014/main" id="{1315D220-204F-9CBD-3292-15150A1495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96900" y="1978025"/>
              <a:ext cx="612775" cy="552450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12700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</p:grpSp>
      <p:sp>
        <p:nvSpPr>
          <p:cNvPr id="64" name="CuadroTexto 1">
            <a:extLst>
              <a:ext uri="{FF2B5EF4-FFF2-40B4-BE49-F238E27FC236}">
                <a16:creationId xmlns:a16="http://schemas.microsoft.com/office/drawing/2014/main" id="{492E6D6D-6D4B-5441-3B2B-F52756FBFB10}"/>
              </a:ext>
            </a:extLst>
          </p:cNvPr>
          <p:cNvSpPr txBox="1"/>
          <p:nvPr/>
        </p:nvSpPr>
        <p:spPr>
          <a:xfrm>
            <a:off x="4208166" y="3151459"/>
            <a:ext cx="1954864" cy="64666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ctr" defTabSz="914400" fontAlgn="base">
              <a:spcBef>
                <a:spcPct val="0"/>
              </a:spcBef>
              <a:spcAft>
                <a:spcPct val="0"/>
              </a:spcAft>
              <a:defRPr sz="1500">
                <a:solidFill>
                  <a:srgbClr val="808080"/>
                </a:solidFill>
                <a:latin typeface="Meta" charset="0"/>
                <a:ea typeface="ＭＳ Ｐゴシック" charset="0"/>
                <a:cs typeface="Arial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ta" charset="0"/>
                <a:ea typeface="ＭＳ Ｐゴシック" charset="0"/>
                <a:cs typeface="Arial" charset="0"/>
                <a:sym typeface="Arial"/>
              </a:rPr>
              <a:t>Gestión adaptativa</a:t>
            </a:r>
          </a:p>
        </p:txBody>
      </p:sp>
      <p:grpSp>
        <p:nvGrpSpPr>
          <p:cNvPr id="65" name="Agrupar 7">
            <a:extLst>
              <a:ext uri="{FF2B5EF4-FFF2-40B4-BE49-F238E27FC236}">
                <a16:creationId xmlns:a16="http://schemas.microsoft.com/office/drawing/2014/main" id="{A6974622-EFEC-1223-F3E2-CCFD426C4C3F}"/>
              </a:ext>
            </a:extLst>
          </p:cNvPr>
          <p:cNvGrpSpPr/>
          <p:nvPr/>
        </p:nvGrpSpPr>
        <p:grpSpPr>
          <a:xfrm>
            <a:off x="1062600" y="2271064"/>
            <a:ext cx="2426178" cy="1444395"/>
            <a:chOff x="776288" y="1855788"/>
            <a:chExt cx="2655887" cy="1581150"/>
          </a:xfrm>
        </p:grpSpPr>
        <p:sp>
          <p:nvSpPr>
            <p:cNvPr id="66" name="AutoShape 123">
              <a:extLst>
                <a:ext uri="{FF2B5EF4-FFF2-40B4-BE49-F238E27FC236}">
                  <a16:creationId xmlns:a16="http://schemas.microsoft.com/office/drawing/2014/main" id="{5F408363-8A0E-71F5-F211-B5D134FC6B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890354">
              <a:off x="2892425" y="1855788"/>
              <a:ext cx="539750" cy="508000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12700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grpSp>
          <p:nvGrpSpPr>
            <p:cNvPr id="67" name="Agrupar 4">
              <a:extLst>
                <a:ext uri="{FF2B5EF4-FFF2-40B4-BE49-F238E27FC236}">
                  <a16:creationId xmlns:a16="http://schemas.microsoft.com/office/drawing/2014/main" id="{1FE3C5FC-009D-072D-C124-4857401CB917}"/>
                </a:ext>
              </a:extLst>
            </p:cNvPr>
            <p:cNvGrpSpPr/>
            <p:nvPr/>
          </p:nvGrpSpPr>
          <p:grpSpPr>
            <a:xfrm>
              <a:off x="776288" y="3041650"/>
              <a:ext cx="1087437" cy="395288"/>
              <a:chOff x="763588" y="3041650"/>
              <a:chExt cx="1087437" cy="395288"/>
            </a:xfrm>
          </p:grpSpPr>
          <p:sp>
            <p:nvSpPr>
              <p:cNvPr id="68" name="AutoShape 129">
                <a:extLst>
                  <a:ext uri="{FF2B5EF4-FFF2-40B4-BE49-F238E27FC236}">
                    <a16:creationId xmlns:a16="http://schemas.microsoft.com/office/drawing/2014/main" id="{EA942328-DEDF-6B8F-8EF5-9F966BE9F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1688" y="3041650"/>
                <a:ext cx="1049337" cy="395288"/>
              </a:xfrm>
              <a:prstGeom prst="rightArrow">
                <a:avLst>
                  <a:gd name="adj1" fmla="val 50204"/>
                  <a:gd name="adj2" fmla="val 63293"/>
                </a:avLst>
              </a:prstGeom>
              <a:solidFill>
                <a:srgbClr val="C0C0C0"/>
              </a:solidFill>
              <a:ln w="12700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/>
                </a:endParaRPr>
              </a:p>
            </p:txBody>
          </p:sp>
          <p:sp>
            <p:nvSpPr>
              <p:cNvPr id="69" name="Text Box 130">
                <a:extLst>
                  <a:ext uri="{FF2B5EF4-FFF2-40B4-BE49-F238E27FC236}">
                    <a16:creationId xmlns:a16="http://schemas.microsoft.com/office/drawing/2014/main" id="{65084DD0-C19F-A643-A505-F328E94D73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3588" y="3144838"/>
                <a:ext cx="98742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s-E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eta" charset="0"/>
                    <a:ea typeface="ＭＳ Ｐゴシック" charset="0"/>
                    <a:cs typeface="Arial" charset="0"/>
                    <a:sym typeface="Arial"/>
                  </a:rPr>
                  <a:t>seguimiento</a:t>
                </a: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9DF641C-F9AA-9697-51CE-867C6549813B}"/>
              </a:ext>
            </a:extLst>
          </p:cNvPr>
          <p:cNvGrpSpPr/>
          <p:nvPr/>
        </p:nvGrpSpPr>
        <p:grpSpPr>
          <a:xfrm>
            <a:off x="3071212" y="918030"/>
            <a:ext cx="1782291" cy="1496602"/>
            <a:chOff x="3071212" y="918030"/>
            <a:chExt cx="1782291" cy="1496602"/>
          </a:xfrm>
        </p:grpSpPr>
        <p:sp>
          <p:nvSpPr>
            <p:cNvPr id="71" name="Oval 79">
              <a:extLst>
                <a:ext uri="{FF2B5EF4-FFF2-40B4-BE49-F238E27FC236}">
                  <a16:creationId xmlns:a16="http://schemas.microsoft.com/office/drawing/2014/main" id="{9DBD988B-BF28-062A-8832-A3F71F0B5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3331" y="918030"/>
              <a:ext cx="1496602" cy="149660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72" name="Text Box 43">
              <a:extLst>
                <a:ext uri="{FF2B5EF4-FFF2-40B4-BE49-F238E27FC236}">
                  <a16:creationId xmlns:a16="http://schemas.microsoft.com/office/drawing/2014/main" id="{55C2D1A1-3A56-A77B-FA8B-12875B56D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212" y="1316834"/>
              <a:ext cx="1782291" cy="2929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Acción</a:t>
              </a:r>
            </a:p>
          </p:txBody>
        </p:sp>
      </p:grpSp>
      <p:grpSp>
        <p:nvGrpSpPr>
          <p:cNvPr id="73" name="Group 80">
            <a:extLst>
              <a:ext uri="{FF2B5EF4-FFF2-40B4-BE49-F238E27FC236}">
                <a16:creationId xmlns:a16="http://schemas.microsoft.com/office/drawing/2014/main" id="{39FBF88C-D3EC-6650-B616-1F4F33B04558}"/>
              </a:ext>
            </a:extLst>
          </p:cNvPr>
          <p:cNvGrpSpPr>
            <a:grpSpLocks/>
          </p:cNvGrpSpPr>
          <p:nvPr/>
        </p:nvGrpSpPr>
        <p:grpSpPr bwMode="auto">
          <a:xfrm>
            <a:off x="3055260" y="1870809"/>
            <a:ext cx="835313" cy="237832"/>
            <a:chOff x="1607" y="3063"/>
            <a:chExt cx="576" cy="164"/>
          </a:xfrm>
        </p:grpSpPr>
        <p:sp>
          <p:nvSpPr>
            <p:cNvPr id="77" name="AutoShape 81">
              <a:extLst>
                <a:ext uri="{FF2B5EF4-FFF2-40B4-BE49-F238E27FC236}">
                  <a16:creationId xmlns:a16="http://schemas.microsoft.com/office/drawing/2014/main" id="{5D0D10C0-32FF-A1B8-2668-5A078EDD9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" y="3069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91BD1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25560">
                  <a:solidFill>
                    <a:srgbClr val="49697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78" name="AutoShape 82">
              <a:extLst>
                <a:ext uri="{FF2B5EF4-FFF2-40B4-BE49-F238E27FC236}">
                  <a16:creationId xmlns:a16="http://schemas.microsoft.com/office/drawing/2014/main" id="{440B3F57-BF09-4FB3-FFE3-90A11D1BC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" y="3063"/>
              <a:ext cx="431" cy="16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Gestores</a:t>
              </a:r>
            </a:p>
          </p:txBody>
        </p:sp>
      </p:grpSp>
      <p:grpSp>
        <p:nvGrpSpPr>
          <p:cNvPr id="74" name="Group 83">
            <a:extLst>
              <a:ext uri="{FF2B5EF4-FFF2-40B4-BE49-F238E27FC236}">
                <a16:creationId xmlns:a16="http://schemas.microsoft.com/office/drawing/2014/main" id="{CCB59BDC-8301-C587-344D-6C9D50EEFAC0}"/>
              </a:ext>
            </a:extLst>
          </p:cNvPr>
          <p:cNvGrpSpPr>
            <a:grpSpLocks/>
          </p:cNvGrpSpPr>
          <p:nvPr/>
        </p:nvGrpSpPr>
        <p:grpSpPr bwMode="auto">
          <a:xfrm>
            <a:off x="3816613" y="1870809"/>
            <a:ext cx="1097798" cy="223330"/>
            <a:chOff x="2105" y="3260"/>
            <a:chExt cx="757" cy="154"/>
          </a:xfrm>
        </p:grpSpPr>
        <p:sp>
          <p:nvSpPr>
            <p:cNvPr id="75" name="AutoShape 84">
              <a:extLst>
                <a:ext uri="{FF2B5EF4-FFF2-40B4-BE49-F238E27FC236}">
                  <a16:creationId xmlns:a16="http://schemas.microsoft.com/office/drawing/2014/main" id="{6490A102-184F-C910-3367-FA0309C1D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" y="3261"/>
              <a:ext cx="576" cy="152"/>
            </a:xfrm>
            <a:prstGeom prst="roundRect">
              <a:avLst>
                <a:gd name="adj" fmla="val 16667"/>
              </a:avLst>
            </a:prstGeom>
            <a:solidFill>
              <a:srgbClr val="EE5612"/>
            </a:solidFill>
            <a:ln w="6480">
              <a:solidFill>
                <a:srgbClr val="EE561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76" name="Text Box 85">
              <a:extLst>
                <a:ext uri="{FF2B5EF4-FFF2-40B4-BE49-F238E27FC236}">
                  <a16:creationId xmlns:a16="http://schemas.microsoft.com/office/drawing/2014/main" id="{D88028BF-5205-7ED6-7F0B-ADC8FAE8F2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5" y="3260"/>
              <a:ext cx="75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Actores locales</a:t>
              </a:r>
            </a:p>
          </p:txBody>
        </p:sp>
      </p:grpSp>
      <p:sp>
        <p:nvSpPr>
          <p:cNvPr id="79" name="AutoShape 119">
            <a:extLst>
              <a:ext uri="{FF2B5EF4-FFF2-40B4-BE49-F238E27FC236}">
                <a16:creationId xmlns:a16="http://schemas.microsoft.com/office/drawing/2014/main" id="{61997B50-EC21-4D43-213E-26D6B12AB76A}"/>
              </a:ext>
            </a:extLst>
          </p:cNvPr>
          <p:cNvSpPr>
            <a:spLocks noChangeArrowheads="1"/>
          </p:cNvSpPr>
          <p:nvPr/>
        </p:nvSpPr>
        <p:spPr bwMode="auto">
          <a:xfrm rot="8804253">
            <a:off x="3092449" y="4474549"/>
            <a:ext cx="493067" cy="464063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  <a:sym typeface="Arial"/>
            </a:endParaRPr>
          </a:p>
        </p:txBody>
      </p:sp>
      <p:grpSp>
        <p:nvGrpSpPr>
          <p:cNvPr id="80" name="Agrupar 9">
            <a:extLst>
              <a:ext uri="{FF2B5EF4-FFF2-40B4-BE49-F238E27FC236}">
                <a16:creationId xmlns:a16="http://schemas.microsoft.com/office/drawing/2014/main" id="{CE83ADDC-C763-0A35-321F-FB78229BB72B}"/>
              </a:ext>
            </a:extLst>
          </p:cNvPr>
          <p:cNvGrpSpPr/>
          <p:nvPr/>
        </p:nvGrpSpPr>
        <p:grpSpPr>
          <a:xfrm>
            <a:off x="0" y="5384817"/>
            <a:ext cx="9144000" cy="1474849"/>
            <a:chOff x="-396543" y="5243513"/>
            <a:chExt cx="10009750" cy="1614487"/>
          </a:xfrm>
        </p:grpSpPr>
        <p:sp>
          <p:nvSpPr>
            <p:cNvPr id="81" name="Text Box 38">
              <a:extLst>
                <a:ext uri="{FF2B5EF4-FFF2-40B4-BE49-F238E27FC236}">
                  <a16:creationId xmlns:a16="http://schemas.microsoft.com/office/drawing/2014/main" id="{5C47051E-5847-B11E-7D79-C0DBDEB47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785" y="5243513"/>
              <a:ext cx="1257300" cy="4716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Territorio gestionado</a:t>
              </a:r>
            </a:p>
          </p:txBody>
        </p:sp>
        <p:grpSp>
          <p:nvGrpSpPr>
            <p:cNvPr id="82" name="Agrupar 8">
              <a:extLst>
                <a:ext uri="{FF2B5EF4-FFF2-40B4-BE49-F238E27FC236}">
                  <a16:creationId xmlns:a16="http://schemas.microsoft.com/office/drawing/2014/main" id="{6CDE838F-404C-B7E4-A43F-0E0359880C99}"/>
                </a:ext>
              </a:extLst>
            </p:cNvPr>
            <p:cNvGrpSpPr/>
            <p:nvPr/>
          </p:nvGrpSpPr>
          <p:grpSpPr>
            <a:xfrm>
              <a:off x="-396543" y="5962455"/>
              <a:ext cx="10009750" cy="895545"/>
              <a:chOff x="-396543" y="5962455"/>
              <a:chExt cx="10009750" cy="895545"/>
            </a:xfrm>
          </p:grpSpPr>
          <p:sp>
            <p:nvSpPr>
              <p:cNvPr id="83" name="AutoShape 19">
                <a:extLst>
                  <a:ext uri="{FF2B5EF4-FFF2-40B4-BE49-F238E27FC236}">
                    <a16:creationId xmlns:a16="http://schemas.microsoft.com/office/drawing/2014/main" id="{B3DAF597-0E13-30B1-D3E4-60C214CAD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96543" y="6146294"/>
                <a:ext cx="10009750" cy="711706"/>
              </a:xfrm>
              <a:custGeom>
                <a:avLst/>
                <a:gdLst>
                  <a:gd name="T0" fmla="*/ 0 w 5796"/>
                  <a:gd name="T1" fmla="*/ 830471677 h 1280"/>
                  <a:gd name="T2" fmla="*/ 0 w 5796"/>
                  <a:gd name="T3" fmla="*/ 0 h 1280"/>
                  <a:gd name="T4" fmla="*/ 2147483647 w 5796"/>
                  <a:gd name="T5" fmla="*/ 830471677 h 1280"/>
                  <a:gd name="T6" fmla="*/ 2147483647 w 5796"/>
                  <a:gd name="T7" fmla="*/ 830471677 h 1280"/>
                  <a:gd name="T8" fmla="*/ 2147483647 w 5796"/>
                  <a:gd name="T9" fmla="*/ 830471677 h 1280"/>
                  <a:gd name="T10" fmla="*/ 2147483647 w 5796"/>
                  <a:gd name="T11" fmla="*/ 830471677 h 1280"/>
                  <a:gd name="T12" fmla="*/ 2147483647 w 5796"/>
                  <a:gd name="T13" fmla="*/ 830471677 h 1280"/>
                  <a:gd name="T14" fmla="*/ 2147483647 w 5796"/>
                  <a:gd name="T15" fmla="*/ 830471677 h 1280"/>
                  <a:gd name="T16" fmla="*/ 2147483647 w 5796"/>
                  <a:gd name="T17" fmla="*/ 830471677 h 1280"/>
                  <a:gd name="T18" fmla="*/ 2147483647 w 5796"/>
                  <a:gd name="T19" fmla="*/ 830471677 h 1280"/>
                  <a:gd name="T20" fmla="*/ 2147483647 w 5796"/>
                  <a:gd name="T21" fmla="*/ 830471677 h 1280"/>
                  <a:gd name="T22" fmla="*/ 2147483647 w 5796"/>
                  <a:gd name="T23" fmla="*/ 830471677 h 1280"/>
                  <a:gd name="T24" fmla="*/ 2147483647 w 5796"/>
                  <a:gd name="T25" fmla="*/ 830471677 h 1280"/>
                  <a:gd name="T26" fmla="*/ 2147483647 w 5796"/>
                  <a:gd name="T27" fmla="*/ 830471677 h 1280"/>
                  <a:gd name="T28" fmla="*/ 2147483647 w 5796"/>
                  <a:gd name="T29" fmla="*/ 830471677 h 1280"/>
                  <a:gd name="T30" fmla="*/ 0 w 5796"/>
                  <a:gd name="T31" fmla="*/ 830471677 h 1280"/>
                  <a:gd name="T32" fmla="*/ 0 w 5796"/>
                  <a:gd name="T33" fmla="*/ 0 h 1280"/>
                  <a:gd name="T34" fmla="*/ 5796 w 5796"/>
                  <a:gd name="T35" fmla="*/ 1280 h 1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T32" t="T33" r="T34" b="T35"/>
                <a:pathLst>
                  <a:path w="5796" h="1280">
                    <a:moveTo>
                      <a:pt x="0" y="1262"/>
                    </a:moveTo>
                    <a:lnTo>
                      <a:pt x="0" y="0"/>
                    </a:lnTo>
                    <a:lnTo>
                      <a:pt x="219" y="91"/>
                    </a:lnTo>
                    <a:lnTo>
                      <a:pt x="530" y="183"/>
                    </a:lnTo>
                    <a:lnTo>
                      <a:pt x="1006" y="320"/>
                    </a:lnTo>
                    <a:lnTo>
                      <a:pt x="1600" y="457"/>
                    </a:lnTo>
                    <a:lnTo>
                      <a:pt x="2066" y="512"/>
                    </a:lnTo>
                    <a:lnTo>
                      <a:pt x="2971" y="539"/>
                    </a:lnTo>
                    <a:lnTo>
                      <a:pt x="3511" y="567"/>
                    </a:lnTo>
                    <a:lnTo>
                      <a:pt x="4096" y="585"/>
                    </a:lnTo>
                    <a:lnTo>
                      <a:pt x="4690" y="686"/>
                    </a:lnTo>
                    <a:lnTo>
                      <a:pt x="5184" y="713"/>
                    </a:lnTo>
                    <a:lnTo>
                      <a:pt x="5476" y="768"/>
                    </a:lnTo>
                    <a:lnTo>
                      <a:pt x="5796" y="795"/>
                    </a:lnTo>
                    <a:lnTo>
                      <a:pt x="5796" y="1280"/>
                    </a:lnTo>
                    <a:lnTo>
                      <a:pt x="0" y="1262"/>
                    </a:lnTo>
                    <a:close/>
                  </a:path>
                </a:pathLst>
              </a:custGeom>
              <a:solidFill>
                <a:srgbClr val="B7C95B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72841" tIns="36421" rIns="72841" bIns="36421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" name="AutoShape 21">
                <a:extLst>
                  <a:ext uri="{FF2B5EF4-FFF2-40B4-BE49-F238E27FC236}">
                    <a16:creationId xmlns:a16="http://schemas.microsoft.com/office/drawing/2014/main" id="{7B488CA0-33F5-FDA2-194D-0D6E4CEBF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1230" y="6100749"/>
                <a:ext cx="222806" cy="274579"/>
              </a:xfrm>
              <a:custGeom>
                <a:avLst/>
                <a:gdLst>
                  <a:gd name="T0" fmla="*/ 2147483647 w 190"/>
                  <a:gd name="T1" fmla="*/ 2147483647 h 234"/>
                  <a:gd name="T2" fmla="*/ 2147483647 w 190"/>
                  <a:gd name="T3" fmla="*/ 2147483647 h 234"/>
                  <a:gd name="T4" fmla="*/ 2147483647 w 190"/>
                  <a:gd name="T5" fmla="*/ 2147483647 h 234"/>
                  <a:gd name="T6" fmla="*/ 2147483647 w 190"/>
                  <a:gd name="T7" fmla="*/ 2147483647 h 234"/>
                  <a:gd name="T8" fmla="*/ 2147483647 w 190"/>
                  <a:gd name="T9" fmla="*/ 2147483647 h 234"/>
                  <a:gd name="T10" fmla="*/ 2147483647 w 190"/>
                  <a:gd name="T11" fmla="*/ 2147483647 h 234"/>
                  <a:gd name="T12" fmla="*/ 2147483647 w 190"/>
                  <a:gd name="T13" fmla="*/ 2147483647 h 234"/>
                  <a:gd name="T14" fmla="*/ 2147483647 w 190"/>
                  <a:gd name="T15" fmla="*/ 2147483647 h 234"/>
                  <a:gd name="T16" fmla="*/ 2147483647 w 190"/>
                  <a:gd name="T17" fmla="*/ 2147483647 h 234"/>
                  <a:gd name="T18" fmla="*/ 2147483647 w 190"/>
                  <a:gd name="T19" fmla="*/ 2147483647 h 234"/>
                  <a:gd name="T20" fmla="*/ 2147483647 w 190"/>
                  <a:gd name="T21" fmla="*/ 2147483647 h 234"/>
                  <a:gd name="T22" fmla="*/ 2147483647 w 190"/>
                  <a:gd name="T23" fmla="*/ 2147483647 h 234"/>
                  <a:gd name="T24" fmla="*/ 2147483647 w 190"/>
                  <a:gd name="T25" fmla="*/ 2147483647 h 234"/>
                  <a:gd name="T26" fmla="*/ 2147483647 w 190"/>
                  <a:gd name="T27" fmla="*/ 2147483647 h 234"/>
                  <a:gd name="T28" fmla="*/ 2147483647 w 190"/>
                  <a:gd name="T29" fmla="*/ 2147483647 h 234"/>
                  <a:gd name="T30" fmla="*/ 2147483647 w 190"/>
                  <a:gd name="T31" fmla="*/ 2147483647 h 234"/>
                  <a:gd name="T32" fmla="*/ 2147483647 w 190"/>
                  <a:gd name="T33" fmla="*/ 2147483647 h 234"/>
                  <a:gd name="T34" fmla="*/ 2147483647 w 190"/>
                  <a:gd name="T35" fmla="*/ 2147483647 h 234"/>
                  <a:gd name="T36" fmla="*/ 2147483647 w 190"/>
                  <a:gd name="T37" fmla="*/ 2147483647 h 234"/>
                  <a:gd name="T38" fmla="*/ 2147483647 w 190"/>
                  <a:gd name="T39" fmla="*/ 2147483647 h 234"/>
                  <a:gd name="T40" fmla="*/ 2147483647 w 190"/>
                  <a:gd name="T41" fmla="*/ 2147483647 h 234"/>
                  <a:gd name="T42" fmla="*/ 2147483647 w 190"/>
                  <a:gd name="T43" fmla="*/ 2147483647 h 234"/>
                  <a:gd name="T44" fmla="*/ 2147483647 w 190"/>
                  <a:gd name="T45" fmla="*/ 2147483647 h 234"/>
                  <a:gd name="T46" fmla="*/ 2147483647 w 190"/>
                  <a:gd name="T47" fmla="*/ 2147483647 h 234"/>
                  <a:gd name="T48" fmla="*/ 2147483647 w 190"/>
                  <a:gd name="T49" fmla="*/ 2147483647 h 234"/>
                  <a:gd name="T50" fmla="*/ 2147483647 w 190"/>
                  <a:gd name="T51" fmla="*/ 2147483647 h 234"/>
                  <a:gd name="T52" fmla="*/ 2147483647 w 190"/>
                  <a:gd name="T53" fmla="*/ 2147483647 h 234"/>
                  <a:gd name="T54" fmla="*/ 2147483647 w 190"/>
                  <a:gd name="T55" fmla="*/ 2147483647 h 234"/>
                  <a:gd name="T56" fmla="*/ 2147483647 w 190"/>
                  <a:gd name="T57" fmla="*/ 2147483647 h 234"/>
                  <a:gd name="T58" fmla="*/ 2147483647 w 190"/>
                  <a:gd name="T59" fmla="*/ 2147483647 h 234"/>
                  <a:gd name="T60" fmla="*/ 2147483647 w 190"/>
                  <a:gd name="T61" fmla="*/ 2147483647 h 234"/>
                  <a:gd name="T62" fmla="*/ 2147483647 w 190"/>
                  <a:gd name="T63" fmla="*/ 2147483647 h 234"/>
                  <a:gd name="T64" fmla="*/ 2147483647 w 190"/>
                  <a:gd name="T65" fmla="*/ 2147483647 h 234"/>
                  <a:gd name="T66" fmla="*/ 2147483647 w 190"/>
                  <a:gd name="T67" fmla="*/ 2147483647 h 234"/>
                  <a:gd name="T68" fmla="*/ 2147483647 w 190"/>
                  <a:gd name="T69" fmla="*/ 2147483647 h 234"/>
                  <a:gd name="T70" fmla="*/ 2147483647 w 190"/>
                  <a:gd name="T71" fmla="*/ 2147483647 h 234"/>
                  <a:gd name="T72" fmla="*/ 2147483647 w 190"/>
                  <a:gd name="T73" fmla="*/ 2147483647 h 234"/>
                  <a:gd name="T74" fmla="*/ 2147483647 w 190"/>
                  <a:gd name="T75" fmla="*/ 2147483647 h 234"/>
                  <a:gd name="T76" fmla="*/ 2147483647 w 190"/>
                  <a:gd name="T77" fmla="*/ 2147483647 h 234"/>
                  <a:gd name="T78" fmla="*/ 2147483647 w 190"/>
                  <a:gd name="T79" fmla="*/ 2147483647 h 234"/>
                  <a:gd name="T80" fmla="*/ 2147483647 w 190"/>
                  <a:gd name="T81" fmla="*/ 2147483647 h 234"/>
                  <a:gd name="T82" fmla="*/ 2147483647 w 190"/>
                  <a:gd name="T83" fmla="*/ 2147483647 h 234"/>
                  <a:gd name="T84" fmla="*/ 2147483647 w 190"/>
                  <a:gd name="T85" fmla="*/ 2147483647 h 234"/>
                  <a:gd name="T86" fmla="*/ 2147483647 w 190"/>
                  <a:gd name="T87" fmla="*/ 2147483647 h 234"/>
                  <a:gd name="T88" fmla="*/ 2147483647 w 190"/>
                  <a:gd name="T89" fmla="*/ 2147483647 h 234"/>
                  <a:gd name="T90" fmla="*/ 2147483647 w 190"/>
                  <a:gd name="T91" fmla="*/ 2147483647 h 234"/>
                  <a:gd name="T92" fmla="*/ 2147483647 w 190"/>
                  <a:gd name="T93" fmla="*/ 2147483647 h 234"/>
                  <a:gd name="T94" fmla="*/ 2147483647 w 190"/>
                  <a:gd name="T95" fmla="*/ 2147483647 h 234"/>
                  <a:gd name="T96" fmla="*/ 2147483647 w 190"/>
                  <a:gd name="T97" fmla="*/ 2147483647 h 234"/>
                  <a:gd name="T98" fmla="*/ 2147483647 w 190"/>
                  <a:gd name="T99" fmla="*/ 2147483647 h 234"/>
                  <a:gd name="T100" fmla="*/ 2147483647 w 190"/>
                  <a:gd name="T101" fmla="*/ 2147483647 h 234"/>
                  <a:gd name="T102" fmla="*/ 2147483647 w 190"/>
                  <a:gd name="T103" fmla="*/ 2147483647 h 234"/>
                  <a:gd name="T104" fmla="*/ 2147483647 w 190"/>
                  <a:gd name="T105" fmla="*/ 2147483647 h 234"/>
                  <a:gd name="T106" fmla="*/ 2147483647 w 190"/>
                  <a:gd name="T107" fmla="*/ 2147483647 h 234"/>
                  <a:gd name="T108" fmla="*/ 2147483647 w 190"/>
                  <a:gd name="T109" fmla="*/ 2147483647 h 234"/>
                  <a:gd name="T110" fmla="*/ 2147483647 w 190"/>
                  <a:gd name="T111" fmla="*/ 2147483647 h 234"/>
                  <a:gd name="T112" fmla="*/ 0 w 190"/>
                  <a:gd name="T113" fmla="*/ 0 h 234"/>
                  <a:gd name="T114" fmla="*/ 190 w 190"/>
                  <a:gd name="T11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T112" t="T113" r="T114" b="T115"/>
                <a:pathLst>
                  <a:path w="190" h="234">
                    <a:moveTo>
                      <a:pt x="110" y="58"/>
                    </a:moveTo>
                    <a:lnTo>
                      <a:pt x="110" y="58"/>
                    </a:lnTo>
                    <a:lnTo>
                      <a:pt x="124" y="60"/>
                    </a:lnTo>
                    <a:lnTo>
                      <a:pt x="130" y="60"/>
                    </a:lnTo>
                    <a:lnTo>
                      <a:pt x="130" y="62"/>
                    </a:lnTo>
                    <a:lnTo>
                      <a:pt x="124" y="64"/>
                    </a:lnTo>
                    <a:lnTo>
                      <a:pt x="122" y="64"/>
                    </a:lnTo>
                    <a:lnTo>
                      <a:pt x="124" y="66"/>
                    </a:lnTo>
                    <a:lnTo>
                      <a:pt x="126" y="70"/>
                    </a:lnTo>
                    <a:lnTo>
                      <a:pt x="124" y="72"/>
                    </a:lnTo>
                    <a:lnTo>
                      <a:pt x="122" y="74"/>
                    </a:lnTo>
                    <a:lnTo>
                      <a:pt x="122" y="78"/>
                    </a:lnTo>
                    <a:lnTo>
                      <a:pt x="134" y="76"/>
                    </a:lnTo>
                    <a:lnTo>
                      <a:pt x="144" y="76"/>
                    </a:lnTo>
                    <a:lnTo>
                      <a:pt x="142" y="78"/>
                    </a:lnTo>
                    <a:lnTo>
                      <a:pt x="140" y="80"/>
                    </a:lnTo>
                    <a:lnTo>
                      <a:pt x="140" y="86"/>
                    </a:lnTo>
                    <a:lnTo>
                      <a:pt x="136" y="90"/>
                    </a:lnTo>
                    <a:lnTo>
                      <a:pt x="136" y="92"/>
                    </a:lnTo>
                    <a:lnTo>
                      <a:pt x="136" y="94"/>
                    </a:lnTo>
                    <a:lnTo>
                      <a:pt x="130" y="98"/>
                    </a:lnTo>
                    <a:lnTo>
                      <a:pt x="128" y="102"/>
                    </a:lnTo>
                    <a:lnTo>
                      <a:pt x="124" y="106"/>
                    </a:lnTo>
                    <a:lnTo>
                      <a:pt x="140" y="116"/>
                    </a:lnTo>
                    <a:lnTo>
                      <a:pt x="150" y="122"/>
                    </a:lnTo>
                    <a:lnTo>
                      <a:pt x="152" y="124"/>
                    </a:lnTo>
                    <a:lnTo>
                      <a:pt x="154" y="126"/>
                    </a:lnTo>
                    <a:lnTo>
                      <a:pt x="152" y="128"/>
                    </a:lnTo>
                    <a:lnTo>
                      <a:pt x="148" y="128"/>
                    </a:lnTo>
                    <a:lnTo>
                      <a:pt x="146" y="128"/>
                    </a:lnTo>
                    <a:lnTo>
                      <a:pt x="150" y="132"/>
                    </a:lnTo>
                    <a:lnTo>
                      <a:pt x="152" y="136"/>
                    </a:lnTo>
                    <a:lnTo>
                      <a:pt x="150" y="136"/>
                    </a:lnTo>
                    <a:lnTo>
                      <a:pt x="142" y="136"/>
                    </a:lnTo>
                    <a:lnTo>
                      <a:pt x="144" y="136"/>
                    </a:lnTo>
                    <a:lnTo>
                      <a:pt x="142" y="138"/>
                    </a:lnTo>
                    <a:lnTo>
                      <a:pt x="152" y="144"/>
                    </a:lnTo>
                    <a:lnTo>
                      <a:pt x="170" y="152"/>
                    </a:lnTo>
                    <a:lnTo>
                      <a:pt x="178" y="156"/>
                    </a:lnTo>
                    <a:lnTo>
                      <a:pt x="180" y="158"/>
                    </a:lnTo>
                    <a:lnTo>
                      <a:pt x="178" y="158"/>
                    </a:lnTo>
                    <a:lnTo>
                      <a:pt x="170" y="162"/>
                    </a:lnTo>
                    <a:lnTo>
                      <a:pt x="164" y="164"/>
                    </a:lnTo>
                    <a:lnTo>
                      <a:pt x="162" y="166"/>
                    </a:lnTo>
                    <a:lnTo>
                      <a:pt x="162" y="168"/>
                    </a:lnTo>
                    <a:lnTo>
                      <a:pt x="170" y="174"/>
                    </a:lnTo>
                    <a:lnTo>
                      <a:pt x="180" y="178"/>
                    </a:lnTo>
                    <a:lnTo>
                      <a:pt x="182" y="180"/>
                    </a:lnTo>
                    <a:lnTo>
                      <a:pt x="178" y="182"/>
                    </a:lnTo>
                    <a:lnTo>
                      <a:pt x="180" y="184"/>
                    </a:lnTo>
                    <a:lnTo>
                      <a:pt x="178" y="186"/>
                    </a:lnTo>
                    <a:lnTo>
                      <a:pt x="176" y="186"/>
                    </a:lnTo>
                    <a:lnTo>
                      <a:pt x="176" y="188"/>
                    </a:lnTo>
                    <a:lnTo>
                      <a:pt x="176" y="190"/>
                    </a:lnTo>
                    <a:lnTo>
                      <a:pt x="174" y="190"/>
                    </a:lnTo>
                    <a:lnTo>
                      <a:pt x="172" y="190"/>
                    </a:lnTo>
                    <a:lnTo>
                      <a:pt x="172" y="192"/>
                    </a:lnTo>
                    <a:lnTo>
                      <a:pt x="186" y="200"/>
                    </a:lnTo>
                    <a:lnTo>
                      <a:pt x="190" y="202"/>
                    </a:lnTo>
                    <a:lnTo>
                      <a:pt x="186" y="204"/>
                    </a:lnTo>
                    <a:lnTo>
                      <a:pt x="172" y="204"/>
                    </a:lnTo>
                    <a:lnTo>
                      <a:pt x="166" y="204"/>
                    </a:lnTo>
                    <a:lnTo>
                      <a:pt x="164" y="206"/>
                    </a:lnTo>
                    <a:lnTo>
                      <a:pt x="166" y="206"/>
                    </a:lnTo>
                    <a:lnTo>
                      <a:pt x="170" y="212"/>
                    </a:lnTo>
                    <a:lnTo>
                      <a:pt x="170" y="216"/>
                    </a:lnTo>
                    <a:lnTo>
                      <a:pt x="168" y="218"/>
                    </a:lnTo>
                    <a:lnTo>
                      <a:pt x="164" y="222"/>
                    </a:lnTo>
                    <a:lnTo>
                      <a:pt x="166" y="224"/>
                    </a:lnTo>
                    <a:lnTo>
                      <a:pt x="164" y="226"/>
                    </a:lnTo>
                    <a:lnTo>
                      <a:pt x="164" y="234"/>
                    </a:lnTo>
                    <a:lnTo>
                      <a:pt x="158" y="232"/>
                    </a:lnTo>
                    <a:lnTo>
                      <a:pt x="148" y="230"/>
                    </a:lnTo>
                    <a:lnTo>
                      <a:pt x="140" y="230"/>
                    </a:lnTo>
                    <a:lnTo>
                      <a:pt x="134" y="232"/>
                    </a:lnTo>
                    <a:lnTo>
                      <a:pt x="130" y="232"/>
                    </a:lnTo>
                    <a:lnTo>
                      <a:pt x="124" y="234"/>
                    </a:lnTo>
                    <a:lnTo>
                      <a:pt x="118" y="234"/>
                    </a:lnTo>
                    <a:lnTo>
                      <a:pt x="120" y="234"/>
                    </a:lnTo>
                    <a:lnTo>
                      <a:pt x="114" y="232"/>
                    </a:lnTo>
                    <a:lnTo>
                      <a:pt x="106" y="232"/>
                    </a:lnTo>
                    <a:lnTo>
                      <a:pt x="92" y="232"/>
                    </a:lnTo>
                    <a:lnTo>
                      <a:pt x="88" y="230"/>
                    </a:lnTo>
                    <a:lnTo>
                      <a:pt x="80" y="228"/>
                    </a:lnTo>
                    <a:lnTo>
                      <a:pt x="68" y="226"/>
                    </a:lnTo>
                    <a:lnTo>
                      <a:pt x="66" y="224"/>
                    </a:lnTo>
                    <a:lnTo>
                      <a:pt x="66" y="226"/>
                    </a:lnTo>
                    <a:lnTo>
                      <a:pt x="60" y="226"/>
                    </a:lnTo>
                    <a:lnTo>
                      <a:pt x="54" y="224"/>
                    </a:lnTo>
                    <a:lnTo>
                      <a:pt x="48" y="222"/>
                    </a:lnTo>
                    <a:lnTo>
                      <a:pt x="36" y="216"/>
                    </a:lnTo>
                    <a:lnTo>
                      <a:pt x="26" y="212"/>
                    </a:lnTo>
                    <a:lnTo>
                      <a:pt x="26" y="210"/>
                    </a:lnTo>
                    <a:lnTo>
                      <a:pt x="28" y="210"/>
                    </a:lnTo>
                    <a:lnTo>
                      <a:pt x="32" y="208"/>
                    </a:lnTo>
                    <a:lnTo>
                      <a:pt x="44" y="206"/>
                    </a:lnTo>
                    <a:lnTo>
                      <a:pt x="62" y="202"/>
                    </a:lnTo>
                    <a:lnTo>
                      <a:pt x="72" y="196"/>
                    </a:lnTo>
                    <a:lnTo>
                      <a:pt x="76" y="194"/>
                    </a:lnTo>
                    <a:lnTo>
                      <a:pt x="76" y="192"/>
                    </a:lnTo>
                    <a:lnTo>
                      <a:pt x="74" y="192"/>
                    </a:lnTo>
                    <a:lnTo>
                      <a:pt x="72" y="192"/>
                    </a:lnTo>
                    <a:lnTo>
                      <a:pt x="70" y="192"/>
                    </a:lnTo>
                    <a:lnTo>
                      <a:pt x="68" y="196"/>
                    </a:lnTo>
                    <a:lnTo>
                      <a:pt x="56" y="198"/>
                    </a:lnTo>
                    <a:lnTo>
                      <a:pt x="54" y="194"/>
                    </a:lnTo>
                    <a:lnTo>
                      <a:pt x="54" y="198"/>
                    </a:lnTo>
                    <a:lnTo>
                      <a:pt x="52" y="198"/>
                    </a:lnTo>
                    <a:lnTo>
                      <a:pt x="50" y="198"/>
                    </a:lnTo>
                    <a:lnTo>
                      <a:pt x="48" y="198"/>
                    </a:lnTo>
                    <a:lnTo>
                      <a:pt x="46" y="200"/>
                    </a:lnTo>
                    <a:lnTo>
                      <a:pt x="46" y="202"/>
                    </a:lnTo>
                    <a:lnTo>
                      <a:pt x="46" y="204"/>
                    </a:lnTo>
                    <a:lnTo>
                      <a:pt x="44" y="204"/>
                    </a:lnTo>
                    <a:lnTo>
                      <a:pt x="42" y="200"/>
                    </a:lnTo>
                    <a:lnTo>
                      <a:pt x="40" y="198"/>
                    </a:lnTo>
                    <a:lnTo>
                      <a:pt x="38" y="198"/>
                    </a:lnTo>
                    <a:lnTo>
                      <a:pt x="36" y="198"/>
                    </a:lnTo>
                    <a:lnTo>
                      <a:pt x="36" y="200"/>
                    </a:lnTo>
                    <a:lnTo>
                      <a:pt x="32" y="200"/>
                    </a:lnTo>
                    <a:lnTo>
                      <a:pt x="30" y="206"/>
                    </a:lnTo>
                    <a:lnTo>
                      <a:pt x="26" y="200"/>
                    </a:lnTo>
                    <a:lnTo>
                      <a:pt x="24" y="200"/>
                    </a:lnTo>
                    <a:lnTo>
                      <a:pt x="22" y="200"/>
                    </a:lnTo>
                    <a:lnTo>
                      <a:pt x="20" y="202"/>
                    </a:lnTo>
                    <a:lnTo>
                      <a:pt x="16" y="202"/>
                    </a:lnTo>
                    <a:lnTo>
                      <a:pt x="16" y="200"/>
                    </a:lnTo>
                    <a:lnTo>
                      <a:pt x="16" y="198"/>
                    </a:lnTo>
                    <a:lnTo>
                      <a:pt x="18" y="196"/>
                    </a:lnTo>
                    <a:lnTo>
                      <a:pt x="16" y="194"/>
                    </a:lnTo>
                    <a:lnTo>
                      <a:pt x="14" y="194"/>
                    </a:lnTo>
                    <a:lnTo>
                      <a:pt x="14" y="196"/>
                    </a:lnTo>
                    <a:lnTo>
                      <a:pt x="10" y="198"/>
                    </a:lnTo>
                    <a:lnTo>
                      <a:pt x="10" y="200"/>
                    </a:lnTo>
                    <a:lnTo>
                      <a:pt x="8" y="198"/>
                    </a:lnTo>
                    <a:lnTo>
                      <a:pt x="8" y="194"/>
                    </a:lnTo>
                    <a:lnTo>
                      <a:pt x="6" y="194"/>
                    </a:lnTo>
                    <a:lnTo>
                      <a:pt x="4" y="194"/>
                    </a:lnTo>
                    <a:lnTo>
                      <a:pt x="4" y="192"/>
                    </a:lnTo>
                    <a:lnTo>
                      <a:pt x="4" y="190"/>
                    </a:lnTo>
                    <a:lnTo>
                      <a:pt x="2" y="190"/>
                    </a:lnTo>
                    <a:lnTo>
                      <a:pt x="0" y="188"/>
                    </a:lnTo>
                    <a:lnTo>
                      <a:pt x="2" y="186"/>
                    </a:lnTo>
                    <a:lnTo>
                      <a:pt x="6" y="184"/>
                    </a:lnTo>
                    <a:lnTo>
                      <a:pt x="14" y="182"/>
                    </a:lnTo>
                    <a:lnTo>
                      <a:pt x="32" y="178"/>
                    </a:lnTo>
                    <a:lnTo>
                      <a:pt x="64" y="176"/>
                    </a:lnTo>
                    <a:lnTo>
                      <a:pt x="64" y="174"/>
                    </a:lnTo>
                    <a:lnTo>
                      <a:pt x="70" y="170"/>
                    </a:lnTo>
                    <a:lnTo>
                      <a:pt x="68" y="170"/>
                    </a:lnTo>
                    <a:lnTo>
                      <a:pt x="62" y="174"/>
                    </a:lnTo>
                    <a:lnTo>
                      <a:pt x="56" y="176"/>
                    </a:lnTo>
                    <a:lnTo>
                      <a:pt x="52" y="176"/>
                    </a:lnTo>
                    <a:lnTo>
                      <a:pt x="56" y="172"/>
                    </a:lnTo>
                    <a:lnTo>
                      <a:pt x="52" y="174"/>
                    </a:lnTo>
                    <a:lnTo>
                      <a:pt x="56" y="170"/>
                    </a:lnTo>
                    <a:lnTo>
                      <a:pt x="66" y="164"/>
                    </a:lnTo>
                    <a:lnTo>
                      <a:pt x="64" y="162"/>
                    </a:lnTo>
                    <a:lnTo>
                      <a:pt x="60" y="164"/>
                    </a:lnTo>
                    <a:lnTo>
                      <a:pt x="54" y="164"/>
                    </a:lnTo>
                    <a:lnTo>
                      <a:pt x="48" y="162"/>
                    </a:lnTo>
                    <a:lnTo>
                      <a:pt x="44" y="162"/>
                    </a:lnTo>
                    <a:lnTo>
                      <a:pt x="42" y="162"/>
                    </a:lnTo>
                    <a:lnTo>
                      <a:pt x="40" y="162"/>
                    </a:lnTo>
                    <a:lnTo>
                      <a:pt x="40" y="160"/>
                    </a:lnTo>
                    <a:lnTo>
                      <a:pt x="42" y="158"/>
                    </a:lnTo>
                    <a:lnTo>
                      <a:pt x="42" y="156"/>
                    </a:lnTo>
                    <a:lnTo>
                      <a:pt x="38" y="152"/>
                    </a:lnTo>
                    <a:lnTo>
                      <a:pt x="38" y="150"/>
                    </a:lnTo>
                    <a:lnTo>
                      <a:pt x="42" y="148"/>
                    </a:lnTo>
                    <a:lnTo>
                      <a:pt x="52" y="144"/>
                    </a:lnTo>
                    <a:lnTo>
                      <a:pt x="64" y="142"/>
                    </a:lnTo>
                    <a:lnTo>
                      <a:pt x="74" y="138"/>
                    </a:lnTo>
                    <a:lnTo>
                      <a:pt x="70" y="136"/>
                    </a:lnTo>
                    <a:lnTo>
                      <a:pt x="68" y="140"/>
                    </a:lnTo>
                    <a:lnTo>
                      <a:pt x="66" y="142"/>
                    </a:lnTo>
                    <a:lnTo>
                      <a:pt x="60" y="138"/>
                    </a:lnTo>
                    <a:lnTo>
                      <a:pt x="56" y="142"/>
                    </a:lnTo>
                    <a:lnTo>
                      <a:pt x="54" y="140"/>
                    </a:lnTo>
                    <a:lnTo>
                      <a:pt x="50" y="138"/>
                    </a:lnTo>
                    <a:lnTo>
                      <a:pt x="48" y="138"/>
                    </a:lnTo>
                    <a:lnTo>
                      <a:pt x="46" y="140"/>
                    </a:lnTo>
                    <a:lnTo>
                      <a:pt x="46" y="142"/>
                    </a:lnTo>
                    <a:lnTo>
                      <a:pt x="44" y="142"/>
                    </a:lnTo>
                    <a:lnTo>
                      <a:pt x="40" y="140"/>
                    </a:lnTo>
                    <a:lnTo>
                      <a:pt x="38" y="138"/>
                    </a:lnTo>
                    <a:lnTo>
                      <a:pt x="40" y="136"/>
                    </a:lnTo>
                    <a:lnTo>
                      <a:pt x="42" y="134"/>
                    </a:lnTo>
                    <a:lnTo>
                      <a:pt x="40" y="132"/>
                    </a:lnTo>
                    <a:lnTo>
                      <a:pt x="36" y="130"/>
                    </a:lnTo>
                    <a:lnTo>
                      <a:pt x="34" y="128"/>
                    </a:lnTo>
                    <a:lnTo>
                      <a:pt x="42" y="124"/>
                    </a:lnTo>
                    <a:lnTo>
                      <a:pt x="58" y="120"/>
                    </a:lnTo>
                    <a:lnTo>
                      <a:pt x="70" y="114"/>
                    </a:lnTo>
                    <a:lnTo>
                      <a:pt x="78" y="110"/>
                    </a:lnTo>
                    <a:lnTo>
                      <a:pt x="80" y="106"/>
                    </a:lnTo>
                    <a:lnTo>
                      <a:pt x="76" y="110"/>
                    </a:lnTo>
                    <a:lnTo>
                      <a:pt x="72" y="110"/>
                    </a:lnTo>
                    <a:lnTo>
                      <a:pt x="70" y="110"/>
                    </a:lnTo>
                    <a:lnTo>
                      <a:pt x="70" y="108"/>
                    </a:lnTo>
                    <a:lnTo>
                      <a:pt x="70" y="106"/>
                    </a:lnTo>
                    <a:lnTo>
                      <a:pt x="68" y="106"/>
                    </a:lnTo>
                    <a:lnTo>
                      <a:pt x="64" y="108"/>
                    </a:lnTo>
                    <a:lnTo>
                      <a:pt x="62" y="110"/>
                    </a:lnTo>
                    <a:lnTo>
                      <a:pt x="60" y="110"/>
                    </a:lnTo>
                    <a:lnTo>
                      <a:pt x="54" y="104"/>
                    </a:lnTo>
                    <a:lnTo>
                      <a:pt x="48" y="98"/>
                    </a:lnTo>
                    <a:lnTo>
                      <a:pt x="42" y="90"/>
                    </a:lnTo>
                    <a:lnTo>
                      <a:pt x="42" y="82"/>
                    </a:lnTo>
                    <a:lnTo>
                      <a:pt x="38" y="80"/>
                    </a:lnTo>
                    <a:lnTo>
                      <a:pt x="36" y="78"/>
                    </a:lnTo>
                    <a:lnTo>
                      <a:pt x="38" y="78"/>
                    </a:lnTo>
                    <a:lnTo>
                      <a:pt x="50" y="78"/>
                    </a:lnTo>
                    <a:lnTo>
                      <a:pt x="64" y="80"/>
                    </a:lnTo>
                    <a:lnTo>
                      <a:pt x="60" y="78"/>
                    </a:lnTo>
                    <a:lnTo>
                      <a:pt x="52" y="76"/>
                    </a:lnTo>
                    <a:lnTo>
                      <a:pt x="40" y="74"/>
                    </a:lnTo>
                    <a:lnTo>
                      <a:pt x="44" y="74"/>
                    </a:lnTo>
                    <a:lnTo>
                      <a:pt x="52" y="74"/>
                    </a:lnTo>
                    <a:lnTo>
                      <a:pt x="64" y="76"/>
                    </a:lnTo>
                    <a:lnTo>
                      <a:pt x="74" y="76"/>
                    </a:lnTo>
                    <a:lnTo>
                      <a:pt x="76" y="72"/>
                    </a:lnTo>
                    <a:lnTo>
                      <a:pt x="78" y="72"/>
                    </a:lnTo>
                    <a:lnTo>
                      <a:pt x="76" y="70"/>
                    </a:lnTo>
                    <a:lnTo>
                      <a:pt x="70" y="72"/>
                    </a:lnTo>
                    <a:lnTo>
                      <a:pt x="66" y="72"/>
                    </a:lnTo>
                    <a:lnTo>
                      <a:pt x="66" y="70"/>
                    </a:lnTo>
                    <a:lnTo>
                      <a:pt x="62" y="64"/>
                    </a:lnTo>
                    <a:lnTo>
                      <a:pt x="60" y="60"/>
                    </a:lnTo>
                    <a:lnTo>
                      <a:pt x="62" y="60"/>
                    </a:lnTo>
                    <a:lnTo>
                      <a:pt x="64" y="60"/>
                    </a:lnTo>
                    <a:lnTo>
                      <a:pt x="76" y="60"/>
                    </a:lnTo>
                    <a:lnTo>
                      <a:pt x="84" y="60"/>
                    </a:lnTo>
                    <a:lnTo>
                      <a:pt x="88" y="58"/>
                    </a:lnTo>
                    <a:lnTo>
                      <a:pt x="88" y="56"/>
                    </a:lnTo>
                    <a:lnTo>
                      <a:pt x="84" y="56"/>
                    </a:lnTo>
                    <a:lnTo>
                      <a:pt x="80" y="56"/>
                    </a:lnTo>
                    <a:lnTo>
                      <a:pt x="78" y="54"/>
                    </a:lnTo>
                    <a:lnTo>
                      <a:pt x="80" y="54"/>
                    </a:lnTo>
                    <a:lnTo>
                      <a:pt x="80" y="52"/>
                    </a:lnTo>
                    <a:lnTo>
                      <a:pt x="78" y="52"/>
                    </a:lnTo>
                    <a:lnTo>
                      <a:pt x="74" y="52"/>
                    </a:lnTo>
                    <a:lnTo>
                      <a:pt x="74" y="50"/>
                    </a:lnTo>
                    <a:lnTo>
                      <a:pt x="72" y="50"/>
                    </a:lnTo>
                    <a:lnTo>
                      <a:pt x="70" y="46"/>
                    </a:lnTo>
                    <a:lnTo>
                      <a:pt x="70" y="44"/>
                    </a:lnTo>
                    <a:lnTo>
                      <a:pt x="72" y="44"/>
                    </a:lnTo>
                    <a:lnTo>
                      <a:pt x="80" y="46"/>
                    </a:lnTo>
                    <a:lnTo>
                      <a:pt x="84" y="46"/>
                    </a:lnTo>
                    <a:lnTo>
                      <a:pt x="86" y="46"/>
                    </a:lnTo>
                    <a:lnTo>
                      <a:pt x="86" y="44"/>
                    </a:lnTo>
                    <a:lnTo>
                      <a:pt x="86" y="42"/>
                    </a:lnTo>
                    <a:lnTo>
                      <a:pt x="88" y="42"/>
                    </a:lnTo>
                    <a:lnTo>
                      <a:pt x="90" y="44"/>
                    </a:lnTo>
                    <a:lnTo>
                      <a:pt x="90" y="42"/>
                    </a:lnTo>
                    <a:lnTo>
                      <a:pt x="90" y="40"/>
                    </a:lnTo>
                    <a:lnTo>
                      <a:pt x="86" y="38"/>
                    </a:lnTo>
                    <a:lnTo>
                      <a:pt x="80" y="32"/>
                    </a:lnTo>
                    <a:lnTo>
                      <a:pt x="76" y="28"/>
                    </a:lnTo>
                    <a:lnTo>
                      <a:pt x="74" y="26"/>
                    </a:lnTo>
                    <a:lnTo>
                      <a:pt x="74" y="24"/>
                    </a:lnTo>
                    <a:lnTo>
                      <a:pt x="78" y="20"/>
                    </a:lnTo>
                    <a:lnTo>
                      <a:pt x="80" y="20"/>
                    </a:lnTo>
                    <a:lnTo>
                      <a:pt x="80" y="22"/>
                    </a:lnTo>
                    <a:lnTo>
                      <a:pt x="84" y="28"/>
                    </a:lnTo>
                    <a:lnTo>
                      <a:pt x="88" y="28"/>
                    </a:lnTo>
                    <a:lnTo>
                      <a:pt x="90" y="26"/>
                    </a:lnTo>
                    <a:lnTo>
                      <a:pt x="90" y="22"/>
                    </a:lnTo>
                    <a:lnTo>
                      <a:pt x="90" y="10"/>
                    </a:lnTo>
                    <a:lnTo>
                      <a:pt x="92" y="2"/>
                    </a:lnTo>
                    <a:lnTo>
                      <a:pt x="94" y="0"/>
                    </a:lnTo>
                    <a:lnTo>
                      <a:pt x="96" y="2"/>
                    </a:lnTo>
                    <a:lnTo>
                      <a:pt x="98" y="4"/>
                    </a:lnTo>
                    <a:lnTo>
                      <a:pt x="96" y="16"/>
                    </a:lnTo>
                    <a:lnTo>
                      <a:pt x="96" y="22"/>
                    </a:lnTo>
                    <a:lnTo>
                      <a:pt x="96" y="24"/>
                    </a:lnTo>
                    <a:lnTo>
                      <a:pt x="98" y="22"/>
                    </a:lnTo>
                    <a:lnTo>
                      <a:pt x="102" y="20"/>
                    </a:lnTo>
                    <a:lnTo>
                      <a:pt x="104" y="22"/>
                    </a:lnTo>
                    <a:lnTo>
                      <a:pt x="104" y="24"/>
                    </a:lnTo>
                    <a:lnTo>
                      <a:pt x="104" y="26"/>
                    </a:lnTo>
                    <a:lnTo>
                      <a:pt x="102" y="28"/>
                    </a:lnTo>
                    <a:lnTo>
                      <a:pt x="100" y="30"/>
                    </a:lnTo>
                    <a:lnTo>
                      <a:pt x="100" y="34"/>
                    </a:lnTo>
                    <a:lnTo>
                      <a:pt x="104" y="32"/>
                    </a:lnTo>
                    <a:lnTo>
                      <a:pt x="108" y="30"/>
                    </a:lnTo>
                    <a:lnTo>
                      <a:pt x="110" y="32"/>
                    </a:lnTo>
                    <a:lnTo>
                      <a:pt x="110" y="34"/>
                    </a:lnTo>
                    <a:lnTo>
                      <a:pt x="110" y="38"/>
                    </a:lnTo>
                    <a:lnTo>
                      <a:pt x="112" y="40"/>
                    </a:lnTo>
                    <a:lnTo>
                      <a:pt x="114" y="42"/>
                    </a:lnTo>
                    <a:lnTo>
                      <a:pt x="114" y="44"/>
                    </a:lnTo>
                    <a:lnTo>
                      <a:pt x="108" y="48"/>
                    </a:lnTo>
                    <a:lnTo>
                      <a:pt x="102" y="52"/>
                    </a:lnTo>
                    <a:lnTo>
                      <a:pt x="98" y="54"/>
                    </a:lnTo>
                    <a:lnTo>
                      <a:pt x="100" y="56"/>
                    </a:lnTo>
                    <a:lnTo>
                      <a:pt x="110" y="58"/>
                    </a:lnTo>
                    <a:close/>
                    <a:moveTo>
                      <a:pt x="108" y="74"/>
                    </a:moveTo>
                    <a:lnTo>
                      <a:pt x="108" y="74"/>
                    </a:lnTo>
                    <a:lnTo>
                      <a:pt x="108" y="76"/>
                    </a:lnTo>
                    <a:lnTo>
                      <a:pt x="106" y="76"/>
                    </a:lnTo>
                    <a:lnTo>
                      <a:pt x="110" y="80"/>
                    </a:lnTo>
                    <a:lnTo>
                      <a:pt x="112" y="80"/>
                    </a:lnTo>
                    <a:lnTo>
                      <a:pt x="120" y="80"/>
                    </a:lnTo>
                    <a:lnTo>
                      <a:pt x="114" y="76"/>
                    </a:lnTo>
                    <a:lnTo>
                      <a:pt x="110" y="74"/>
                    </a:lnTo>
                    <a:lnTo>
                      <a:pt x="108" y="74"/>
                    </a:lnTo>
                    <a:close/>
                    <a:moveTo>
                      <a:pt x="72" y="174"/>
                    </a:moveTo>
                    <a:lnTo>
                      <a:pt x="72" y="174"/>
                    </a:lnTo>
                    <a:close/>
                    <a:moveTo>
                      <a:pt x="70" y="222"/>
                    </a:moveTo>
                    <a:lnTo>
                      <a:pt x="70" y="222"/>
                    </a:lnTo>
                    <a:lnTo>
                      <a:pt x="72" y="226"/>
                    </a:lnTo>
                    <a:lnTo>
                      <a:pt x="76" y="220"/>
                    </a:lnTo>
                    <a:lnTo>
                      <a:pt x="76" y="216"/>
                    </a:lnTo>
                    <a:lnTo>
                      <a:pt x="74" y="212"/>
                    </a:lnTo>
                    <a:lnTo>
                      <a:pt x="78" y="214"/>
                    </a:lnTo>
                    <a:lnTo>
                      <a:pt x="80" y="210"/>
                    </a:lnTo>
                    <a:lnTo>
                      <a:pt x="78" y="210"/>
                    </a:lnTo>
                    <a:lnTo>
                      <a:pt x="72" y="216"/>
                    </a:lnTo>
                    <a:lnTo>
                      <a:pt x="70" y="222"/>
                    </a:lnTo>
                    <a:close/>
                    <a:moveTo>
                      <a:pt x="78" y="80"/>
                    </a:moveTo>
                    <a:lnTo>
                      <a:pt x="78" y="80"/>
                    </a:lnTo>
                    <a:lnTo>
                      <a:pt x="72" y="80"/>
                    </a:lnTo>
                    <a:lnTo>
                      <a:pt x="78" y="82"/>
                    </a:lnTo>
                    <a:lnTo>
                      <a:pt x="78" y="80"/>
                    </a:lnTo>
                    <a:close/>
                    <a:moveTo>
                      <a:pt x="72" y="162"/>
                    </a:moveTo>
                    <a:lnTo>
                      <a:pt x="72" y="162"/>
                    </a:lnTo>
                    <a:lnTo>
                      <a:pt x="70" y="162"/>
                    </a:lnTo>
                    <a:lnTo>
                      <a:pt x="70" y="164"/>
                    </a:lnTo>
                    <a:lnTo>
                      <a:pt x="72" y="162"/>
                    </a:lnTo>
                    <a:close/>
                  </a:path>
                </a:pathLst>
              </a:custGeom>
              <a:solidFill>
                <a:srgbClr val="13280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5" name="AutoShape 22">
                <a:extLst>
                  <a:ext uri="{FF2B5EF4-FFF2-40B4-BE49-F238E27FC236}">
                    <a16:creationId xmlns:a16="http://schemas.microsoft.com/office/drawing/2014/main" id="{C110D237-EBAF-FD8C-67FD-4F9FD4D47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010" y="6156136"/>
                <a:ext cx="224140" cy="274579"/>
              </a:xfrm>
              <a:custGeom>
                <a:avLst/>
                <a:gdLst>
                  <a:gd name="T0" fmla="*/ 2147483647 w 190"/>
                  <a:gd name="T1" fmla="*/ 2147483647 h 234"/>
                  <a:gd name="T2" fmla="*/ 2147483647 w 190"/>
                  <a:gd name="T3" fmla="*/ 2147483647 h 234"/>
                  <a:gd name="T4" fmla="*/ 2147483647 w 190"/>
                  <a:gd name="T5" fmla="*/ 2147483647 h 234"/>
                  <a:gd name="T6" fmla="*/ 2147483647 w 190"/>
                  <a:gd name="T7" fmla="*/ 2147483647 h 234"/>
                  <a:gd name="T8" fmla="*/ 2147483647 w 190"/>
                  <a:gd name="T9" fmla="*/ 2147483647 h 234"/>
                  <a:gd name="T10" fmla="*/ 2147483647 w 190"/>
                  <a:gd name="T11" fmla="*/ 2147483647 h 234"/>
                  <a:gd name="T12" fmla="*/ 2147483647 w 190"/>
                  <a:gd name="T13" fmla="*/ 2147483647 h 234"/>
                  <a:gd name="T14" fmla="*/ 2147483647 w 190"/>
                  <a:gd name="T15" fmla="*/ 2147483647 h 234"/>
                  <a:gd name="T16" fmla="*/ 2147483647 w 190"/>
                  <a:gd name="T17" fmla="*/ 2147483647 h 234"/>
                  <a:gd name="T18" fmla="*/ 2147483647 w 190"/>
                  <a:gd name="T19" fmla="*/ 2147483647 h 234"/>
                  <a:gd name="T20" fmla="*/ 2147483647 w 190"/>
                  <a:gd name="T21" fmla="*/ 2147483647 h 234"/>
                  <a:gd name="T22" fmla="*/ 2147483647 w 190"/>
                  <a:gd name="T23" fmla="*/ 2147483647 h 234"/>
                  <a:gd name="T24" fmla="*/ 2147483647 w 190"/>
                  <a:gd name="T25" fmla="*/ 2147483647 h 234"/>
                  <a:gd name="T26" fmla="*/ 2147483647 w 190"/>
                  <a:gd name="T27" fmla="*/ 2147483647 h 234"/>
                  <a:gd name="T28" fmla="*/ 2147483647 w 190"/>
                  <a:gd name="T29" fmla="*/ 2147483647 h 234"/>
                  <a:gd name="T30" fmla="*/ 2147483647 w 190"/>
                  <a:gd name="T31" fmla="*/ 2147483647 h 234"/>
                  <a:gd name="T32" fmla="*/ 2147483647 w 190"/>
                  <a:gd name="T33" fmla="*/ 2147483647 h 234"/>
                  <a:gd name="T34" fmla="*/ 2147483647 w 190"/>
                  <a:gd name="T35" fmla="*/ 2147483647 h 234"/>
                  <a:gd name="T36" fmla="*/ 2147483647 w 190"/>
                  <a:gd name="T37" fmla="*/ 2147483647 h 234"/>
                  <a:gd name="T38" fmla="*/ 2147483647 w 190"/>
                  <a:gd name="T39" fmla="*/ 2147483647 h 234"/>
                  <a:gd name="T40" fmla="*/ 2147483647 w 190"/>
                  <a:gd name="T41" fmla="*/ 2147483647 h 234"/>
                  <a:gd name="T42" fmla="*/ 2147483647 w 190"/>
                  <a:gd name="T43" fmla="*/ 2147483647 h 234"/>
                  <a:gd name="T44" fmla="*/ 2147483647 w 190"/>
                  <a:gd name="T45" fmla="*/ 2147483647 h 234"/>
                  <a:gd name="T46" fmla="*/ 2147483647 w 190"/>
                  <a:gd name="T47" fmla="*/ 2147483647 h 234"/>
                  <a:gd name="T48" fmla="*/ 0 w 190"/>
                  <a:gd name="T49" fmla="*/ 2147483647 h 234"/>
                  <a:gd name="T50" fmla="*/ 2147483647 w 190"/>
                  <a:gd name="T51" fmla="*/ 2147483647 h 234"/>
                  <a:gd name="T52" fmla="*/ 2147483647 w 190"/>
                  <a:gd name="T53" fmla="*/ 2147483647 h 234"/>
                  <a:gd name="T54" fmla="*/ 2147483647 w 190"/>
                  <a:gd name="T55" fmla="*/ 2147483647 h 234"/>
                  <a:gd name="T56" fmla="*/ 2147483647 w 190"/>
                  <a:gd name="T57" fmla="*/ 2147483647 h 234"/>
                  <a:gd name="T58" fmla="*/ 2147483647 w 190"/>
                  <a:gd name="T59" fmla="*/ 2147483647 h 234"/>
                  <a:gd name="T60" fmla="*/ 2147483647 w 190"/>
                  <a:gd name="T61" fmla="*/ 2147483647 h 234"/>
                  <a:gd name="T62" fmla="*/ 2147483647 w 190"/>
                  <a:gd name="T63" fmla="*/ 2147483647 h 234"/>
                  <a:gd name="T64" fmla="*/ 2147483647 w 190"/>
                  <a:gd name="T65" fmla="*/ 2147483647 h 234"/>
                  <a:gd name="T66" fmla="*/ 2147483647 w 190"/>
                  <a:gd name="T67" fmla="*/ 2147483647 h 234"/>
                  <a:gd name="T68" fmla="*/ 2147483647 w 190"/>
                  <a:gd name="T69" fmla="*/ 2147483647 h 234"/>
                  <a:gd name="T70" fmla="*/ 2147483647 w 190"/>
                  <a:gd name="T71" fmla="*/ 2147483647 h 234"/>
                  <a:gd name="T72" fmla="*/ 2147483647 w 190"/>
                  <a:gd name="T73" fmla="*/ 2147483647 h 234"/>
                  <a:gd name="T74" fmla="*/ 2147483647 w 190"/>
                  <a:gd name="T75" fmla="*/ 2147483647 h 234"/>
                  <a:gd name="T76" fmla="*/ 2147483647 w 190"/>
                  <a:gd name="T77" fmla="*/ 2147483647 h 234"/>
                  <a:gd name="T78" fmla="*/ 2147483647 w 190"/>
                  <a:gd name="T79" fmla="*/ 2147483647 h 234"/>
                  <a:gd name="T80" fmla="*/ 2147483647 w 190"/>
                  <a:gd name="T81" fmla="*/ 2147483647 h 234"/>
                  <a:gd name="T82" fmla="*/ 2147483647 w 190"/>
                  <a:gd name="T83" fmla="*/ 2147483647 h 234"/>
                  <a:gd name="T84" fmla="*/ 2147483647 w 190"/>
                  <a:gd name="T85" fmla="*/ 2147483647 h 234"/>
                  <a:gd name="T86" fmla="*/ 2147483647 w 190"/>
                  <a:gd name="T87" fmla="*/ 2147483647 h 234"/>
                  <a:gd name="T88" fmla="*/ 2147483647 w 190"/>
                  <a:gd name="T89" fmla="*/ 2147483647 h 234"/>
                  <a:gd name="T90" fmla="*/ 2147483647 w 190"/>
                  <a:gd name="T91" fmla="*/ 0 h 234"/>
                  <a:gd name="T92" fmla="*/ 2147483647 w 190"/>
                  <a:gd name="T93" fmla="*/ 2147483647 h 234"/>
                  <a:gd name="T94" fmla="*/ 2147483647 w 190"/>
                  <a:gd name="T95" fmla="*/ 2147483647 h 234"/>
                  <a:gd name="T96" fmla="*/ 2147483647 w 190"/>
                  <a:gd name="T97" fmla="*/ 2147483647 h 234"/>
                  <a:gd name="T98" fmla="*/ 2147483647 w 190"/>
                  <a:gd name="T99" fmla="*/ 2147483647 h 234"/>
                  <a:gd name="T100" fmla="*/ 2147483647 w 190"/>
                  <a:gd name="T101" fmla="*/ 2147483647 h 234"/>
                  <a:gd name="T102" fmla="*/ 2147483647 w 190"/>
                  <a:gd name="T103" fmla="*/ 2147483647 h 234"/>
                  <a:gd name="T104" fmla="*/ 2147483647 w 190"/>
                  <a:gd name="T105" fmla="*/ 2147483647 h 234"/>
                  <a:gd name="T106" fmla="*/ 2147483647 w 190"/>
                  <a:gd name="T107" fmla="*/ 2147483647 h 234"/>
                  <a:gd name="T108" fmla="*/ 2147483647 w 190"/>
                  <a:gd name="T109" fmla="*/ 2147483647 h 234"/>
                  <a:gd name="T110" fmla="*/ 2147483647 w 190"/>
                  <a:gd name="T111" fmla="*/ 2147483647 h 234"/>
                  <a:gd name="T112" fmla="*/ 0 w 190"/>
                  <a:gd name="T113" fmla="*/ 0 h 234"/>
                  <a:gd name="T114" fmla="*/ 190 w 190"/>
                  <a:gd name="T11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T112" t="T113" r="T114" b="T115"/>
                <a:pathLst>
                  <a:path w="190" h="234">
                    <a:moveTo>
                      <a:pt x="110" y="58"/>
                    </a:moveTo>
                    <a:lnTo>
                      <a:pt x="110" y="58"/>
                    </a:lnTo>
                    <a:lnTo>
                      <a:pt x="124" y="60"/>
                    </a:lnTo>
                    <a:lnTo>
                      <a:pt x="130" y="62"/>
                    </a:lnTo>
                    <a:lnTo>
                      <a:pt x="124" y="64"/>
                    </a:lnTo>
                    <a:lnTo>
                      <a:pt x="122" y="66"/>
                    </a:lnTo>
                    <a:lnTo>
                      <a:pt x="124" y="66"/>
                    </a:lnTo>
                    <a:lnTo>
                      <a:pt x="126" y="72"/>
                    </a:lnTo>
                    <a:lnTo>
                      <a:pt x="124" y="72"/>
                    </a:lnTo>
                    <a:lnTo>
                      <a:pt x="122" y="74"/>
                    </a:lnTo>
                    <a:lnTo>
                      <a:pt x="122" y="80"/>
                    </a:lnTo>
                    <a:lnTo>
                      <a:pt x="134" y="78"/>
                    </a:lnTo>
                    <a:lnTo>
                      <a:pt x="144" y="76"/>
                    </a:lnTo>
                    <a:lnTo>
                      <a:pt x="144" y="78"/>
                    </a:lnTo>
                    <a:lnTo>
                      <a:pt x="142" y="78"/>
                    </a:lnTo>
                    <a:lnTo>
                      <a:pt x="140" y="82"/>
                    </a:lnTo>
                    <a:lnTo>
                      <a:pt x="140" y="86"/>
                    </a:lnTo>
                    <a:lnTo>
                      <a:pt x="138" y="90"/>
                    </a:lnTo>
                    <a:lnTo>
                      <a:pt x="138" y="92"/>
                    </a:lnTo>
                    <a:lnTo>
                      <a:pt x="136" y="96"/>
                    </a:lnTo>
                    <a:lnTo>
                      <a:pt x="130" y="98"/>
                    </a:lnTo>
                    <a:lnTo>
                      <a:pt x="128" y="102"/>
                    </a:lnTo>
                    <a:lnTo>
                      <a:pt x="124" y="106"/>
                    </a:lnTo>
                    <a:lnTo>
                      <a:pt x="140" y="118"/>
                    </a:lnTo>
                    <a:lnTo>
                      <a:pt x="150" y="122"/>
                    </a:lnTo>
                    <a:lnTo>
                      <a:pt x="154" y="124"/>
                    </a:lnTo>
                    <a:lnTo>
                      <a:pt x="154" y="128"/>
                    </a:lnTo>
                    <a:lnTo>
                      <a:pt x="152" y="128"/>
                    </a:lnTo>
                    <a:lnTo>
                      <a:pt x="150" y="128"/>
                    </a:lnTo>
                    <a:lnTo>
                      <a:pt x="146" y="128"/>
                    </a:lnTo>
                    <a:lnTo>
                      <a:pt x="150" y="134"/>
                    </a:lnTo>
                    <a:lnTo>
                      <a:pt x="152" y="136"/>
                    </a:lnTo>
                    <a:lnTo>
                      <a:pt x="142" y="136"/>
                    </a:lnTo>
                    <a:lnTo>
                      <a:pt x="144" y="136"/>
                    </a:lnTo>
                    <a:lnTo>
                      <a:pt x="142" y="138"/>
                    </a:lnTo>
                    <a:lnTo>
                      <a:pt x="152" y="144"/>
                    </a:lnTo>
                    <a:lnTo>
                      <a:pt x="170" y="152"/>
                    </a:lnTo>
                    <a:lnTo>
                      <a:pt x="178" y="156"/>
                    </a:lnTo>
                    <a:lnTo>
                      <a:pt x="180" y="158"/>
                    </a:lnTo>
                    <a:lnTo>
                      <a:pt x="178" y="160"/>
                    </a:lnTo>
                    <a:lnTo>
                      <a:pt x="170" y="162"/>
                    </a:lnTo>
                    <a:lnTo>
                      <a:pt x="164" y="164"/>
                    </a:lnTo>
                    <a:lnTo>
                      <a:pt x="162" y="166"/>
                    </a:lnTo>
                    <a:lnTo>
                      <a:pt x="162" y="168"/>
                    </a:lnTo>
                    <a:lnTo>
                      <a:pt x="170" y="174"/>
                    </a:lnTo>
                    <a:lnTo>
                      <a:pt x="180" y="178"/>
                    </a:lnTo>
                    <a:lnTo>
                      <a:pt x="182" y="180"/>
                    </a:lnTo>
                    <a:lnTo>
                      <a:pt x="178" y="182"/>
                    </a:lnTo>
                    <a:lnTo>
                      <a:pt x="180" y="184"/>
                    </a:lnTo>
                    <a:lnTo>
                      <a:pt x="178" y="186"/>
                    </a:lnTo>
                    <a:lnTo>
                      <a:pt x="176" y="186"/>
                    </a:lnTo>
                    <a:lnTo>
                      <a:pt x="176" y="188"/>
                    </a:lnTo>
                    <a:lnTo>
                      <a:pt x="176" y="190"/>
                    </a:lnTo>
                    <a:lnTo>
                      <a:pt x="174" y="190"/>
                    </a:lnTo>
                    <a:lnTo>
                      <a:pt x="172" y="190"/>
                    </a:lnTo>
                    <a:lnTo>
                      <a:pt x="172" y="192"/>
                    </a:lnTo>
                    <a:lnTo>
                      <a:pt x="186" y="200"/>
                    </a:lnTo>
                    <a:lnTo>
                      <a:pt x="190" y="202"/>
                    </a:lnTo>
                    <a:lnTo>
                      <a:pt x="186" y="204"/>
                    </a:lnTo>
                    <a:lnTo>
                      <a:pt x="172" y="204"/>
                    </a:lnTo>
                    <a:lnTo>
                      <a:pt x="166" y="206"/>
                    </a:lnTo>
                    <a:lnTo>
                      <a:pt x="164" y="206"/>
                    </a:lnTo>
                    <a:lnTo>
                      <a:pt x="166" y="208"/>
                    </a:lnTo>
                    <a:lnTo>
                      <a:pt x="170" y="212"/>
                    </a:lnTo>
                    <a:lnTo>
                      <a:pt x="170" y="216"/>
                    </a:lnTo>
                    <a:lnTo>
                      <a:pt x="168" y="218"/>
                    </a:lnTo>
                    <a:lnTo>
                      <a:pt x="164" y="222"/>
                    </a:lnTo>
                    <a:lnTo>
                      <a:pt x="166" y="224"/>
                    </a:lnTo>
                    <a:lnTo>
                      <a:pt x="164" y="226"/>
                    </a:lnTo>
                    <a:lnTo>
                      <a:pt x="164" y="234"/>
                    </a:lnTo>
                    <a:lnTo>
                      <a:pt x="150" y="232"/>
                    </a:lnTo>
                    <a:lnTo>
                      <a:pt x="140" y="232"/>
                    </a:lnTo>
                    <a:lnTo>
                      <a:pt x="134" y="232"/>
                    </a:lnTo>
                    <a:lnTo>
                      <a:pt x="130" y="232"/>
                    </a:lnTo>
                    <a:lnTo>
                      <a:pt x="126" y="234"/>
                    </a:lnTo>
                    <a:lnTo>
                      <a:pt x="118" y="234"/>
                    </a:lnTo>
                    <a:lnTo>
                      <a:pt x="120" y="234"/>
                    </a:lnTo>
                    <a:lnTo>
                      <a:pt x="114" y="232"/>
                    </a:lnTo>
                    <a:lnTo>
                      <a:pt x="106" y="232"/>
                    </a:lnTo>
                    <a:lnTo>
                      <a:pt x="92" y="232"/>
                    </a:lnTo>
                    <a:lnTo>
                      <a:pt x="92" y="234"/>
                    </a:lnTo>
                    <a:lnTo>
                      <a:pt x="88" y="230"/>
                    </a:lnTo>
                    <a:lnTo>
                      <a:pt x="80" y="230"/>
                    </a:lnTo>
                    <a:lnTo>
                      <a:pt x="68" y="228"/>
                    </a:lnTo>
                    <a:lnTo>
                      <a:pt x="66" y="224"/>
                    </a:lnTo>
                    <a:lnTo>
                      <a:pt x="68" y="228"/>
                    </a:lnTo>
                    <a:lnTo>
                      <a:pt x="60" y="226"/>
                    </a:lnTo>
                    <a:lnTo>
                      <a:pt x="54" y="224"/>
                    </a:lnTo>
                    <a:lnTo>
                      <a:pt x="48" y="222"/>
                    </a:lnTo>
                    <a:lnTo>
                      <a:pt x="36" y="218"/>
                    </a:lnTo>
                    <a:lnTo>
                      <a:pt x="26" y="212"/>
                    </a:lnTo>
                    <a:lnTo>
                      <a:pt x="26" y="210"/>
                    </a:lnTo>
                    <a:lnTo>
                      <a:pt x="32" y="208"/>
                    </a:lnTo>
                    <a:lnTo>
                      <a:pt x="42" y="206"/>
                    </a:lnTo>
                    <a:lnTo>
                      <a:pt x="62" y="202"/>
                    </a:lnTo>
                    <a:lnTo>
                      <a:pt x="72" y="198"/>
                    </a:lnTo>
                    <a:lnTo>
                      <a:pt x="76" y="194"/>
                    </a:lnTo>
                    <a:lnTo>
                      <a:pt x="76" y="192"/>
                    </a:lnTo>
                    <a:lnTo>
                      <a:pt x="72" y="194"/>
                    </a:lnTo>
                    <a:lnTo>
                      <a:pt x="70" y="192"/>
                    </a:lnTo>
                    <a:lnTo>
                      <a:pt x="68" y="196"/>
                    </a:lnTo>
                    <a:lnTo>
                      <a:pt x="62" y="196"/>
                    </a:lnTo>
                    <a:lnTo>
                      <a:pt x="56" y="198"/>
                    </a:lnTo>
                    <a:lnTo>
                      <a:pt x="54" y="194"/>
                    </a:lnTo>
                    <a:lnTo>
                      <a:pt x="54" y="198"/>
                    </a:lnTo>
                    <a:lnTo>
                      <a:pt x="52" y="200"/>
                    </a:lnTo>
                    <a:lnTo>
                      <a:pt x="50" y="198"/>
                    </a:lnTo>
                    <a:lnTo>
                      <a:pt x="46" y="198"/>
                    </a:lnTo>
                    <a:lnTo>
                      <a:pt x="46" y="200"/>
                    </a:lnTo>
                    <a:lnTo>
                      <a:pt x="46" y="204"/>
                    </a:lnTo>
                    <a:lnTo>
                      <a:pt x="44" y="204"/>
                    </a:lnTo>
                    <a:lnTo>
                      <a:pt x="42" y="202"/>
                    </a:lnTo>
                    <a:lnTo>
                      <a:pt x="40" y="198"/>
                    </a:lnTo>
                    <a:lnTo>
                      <a:pt x="38" y="198"/>
                    </a:lnTo>
                    <a:lnTo>
                      <a:pt x="36" y="198"/>
                    </a:lnTo>
                    <a:lnTo>
                      <a:pt x="36" y="200"/>
                    </a:lnTo>
                    <a:lnTo>
                      <a:pt x="36" y="202"/>
                    </a:lnTo>
                    <a:lnTo>
                      <a:pt x="32" y="200"/>
                    </a:lnTo>
                    <a:lnTo>
                      <a:pt x="30" y="206"/>
                    </a:lnTo>
                    <a:lnTo>
                      <a:pt x="26" y="200"/>
                    </a:lnTo>
                    <a:lnTo>
                      <a:pt x="24" y="200"/>
                    </a:lnTo>
                    <a:lnTo>
                      <a:pt x="22" y="202"/>
                    </a:lnTo>
                    <a:lnTo>
                      <a:pt x="20" y="202"/>
                    </a:lnTo>
                    <a:lnTo>
                      <a:pt x="16" y="202"/>
                    </a:lnTo>
                    <a:lnTo>
                      <a:pt x="16" y="200"/>
                    </a:lnTo>
                    <a:lnTo>
                      <a:pt x="16" y="198"/>
                    </a:lnTo>
                    <a:lnTo>
                      <a:pt x="18" y="196"/>
                    </a:lnTo>
                    <a:lnTo>
                      <a:pt x="16" y="194"/>
                    </a:lnTo>
                    <a:lnTo>
                      <a:pt x="12" y="196"/>
                    </a:lnTo>
                    <a:lnTo>
                      <a:pt x="10" y="200"/>
                    </a:lnTo>
                    <a:lnTo>
                      <a:pt x="8" y="198"/>
                    </a:lnTo>
                    <a:lnTo>
                      <a:pt x="8" y="194"/>
                    </a:lnTo>
                    <a:lnTo>
                      <a:pt x="6" y="194"/>
                    </a:lnTo>
                    <a:lnTo>
                      <a:pt x="4" y="194"/>
                    </a:lnTo>
                    <a:lnTo>
                      <a:pt x="4" y="192"/>
                    </a:lnTo>
                    <a:lnTo>
                      <a:pt x="4" y="190"/>
                    </a:lnTo>
                    <a:lnTo>
                      <a:pt x="2" y="190"/>
                    </a:lnTo>
                    <a:lnTo>
                      <a:pt x="0" y="188"/>
                    </a:lnTo>
                    <a:lnTo>
                      <a:pt x="2" y="186"/>
                    </a:lnTo>
                    <a:lnTo>
                      <a:pt x="6" y="184"/>
                    </a:lnTo>
                    <a:lnTo>
                      <a:pt x="12" y="182"/>
                    </a:lnTo>
                    <a:lnTo>
                      <a:pt x="32" y="178"/>
                    </a:lnTo>
                    <a:lnTo>
                      <a:pt x="64" y="176"/>
                    </a:lnTo>
                    <a:lnTo>
                      <a:pt x="64" y="174"/>
                    </a:lnTo>
                    <a:lnTo>
                      <a:pt x="70" y="170"/>
                    </a:lnTo>
                    <a:lnTo>
                      <a:pt x="68" y="170"/>
                    </a:lnTo>
                    <a:lnTo>
                      <a:pt x="62" y="174"/>
                    </a:lnTo>
                    <a:lnTo>
                      <a:pt x="56" y="176"/>
                    </a:lnTo>
                    <a:lnTo>
                      <a:pt x="52" y="176"/>
                    </a:lnTo>
                    <a:lnTo>
                      <a:pt x="54" y="172"/>
                    </a:lnTo>
                    <a:lnTo>
                      <a:pt x="52" y="174"/>
                    </a:lnTo>
                    <a:lnTo>
                      <a:pt x="56" y="170"/>
                    </a:lnTo>
                    <a:lnTo>
                      <a:pt x="64" y="164"/>
                    </a:lnTo>
                    <a:lnTo>
                      <a:pt x="60" y="164"/>
                    </a:lnTo>
                    <a:lnTo>
                      <a:pt x="54" y="164"/>
                    </a:lnTo>
                    <a:lnTo>
                      <a:pt x="48" y="162"/>
                    </a:lnTo>
                    <a:lnTo>
                      <a:pt x="44" y="162"/>
                    </a:lnTo>
                    <a:lnTo>
                      <a:pt x="42" y="162"/>
                    </a:lnTo>
                    <a:lnTo>
                      <a:pt x="40" y="162"/>
                    </a:lnTo>
                    <a:lnTo>
                      <a:pt x="40" y="160"/>
                    </a:lnTo>
                    <a:lnTo>
                      <a:pt x="42" y="158"/>
                    </a:lnTo>
                    <a:lnTo>
                      <a:pt x="40" y="156"/>
                    </a:lnTo>
                    <a:lnTo>
                      <a:pt x="36" y="152"/>
                    </a:lnTo>
                    <a:lnTo>
                      <a:pt x="38" y="150"/>
                    </a:lnTo>
                    <a:lnTo>
                      <a:pt x="42" y="148"/>
                    </a:lnTo>
                    <a:lnTo>
                      <a:pt x="52" y="146"/>
                    </a:lnTo>
                    <a:lnTo>
                      <a:pt x="64" y="142"/>
                    </a:lnTo>
                    <a:lnTo>
                      <a:pt x="74" y="138"/>
                    </a:lnTo>
                    <a:lnTo>
                      <a:pt x="70" y="138"/>
                    </a:lnTo>
                    <a:lnTo>
                      <a:pt x="68" y="140"/>
                    </a:lnTo>
                    <a:lnTo>
                      <a:pt x="66" y="142"/>
                    </a:lnTo>
                    <a:lnTo>
                      <a:pt x="60" y="138"/>
                    </a:lnTo>
                    <a:lnTo>
                      <a:pt x="56" y="142"/>
                    </a:lnTo>
                    <a:lnTo>
                      <a:pt x="54" y="142"/>
                    </a:lnTo>
                    <a:lnTo>
                      <a:pt x="50" y="140"/>
                    </a:lnTo>
                    <a:lnTo>
                      <a:pt x="48" y="140"/>
                    </a:lnTo>
                    <a:lnTo>
                      <a:pt x="46" y="140"/>
                    </a:lnTo>
                    <a:lnTo>
                      <a:pt x="46" y="142"/>
                    </a:lnTo>
                    <a:lnTo>
                      <a:pt x="42" y="142"/>
                    </a:lnTo>
                    <a:lnTo>
                      <a:pt x="40" y="140"/>
                    </a:lnTo>
                    <a:lnTo>
                      <a:pt x="38" y="140"/>
                    </a:lnTo>
                    <a:lnTo>
                      <a:pt x="40" y="136"/>
                    </a:lnTo>
                    <a:lnTo>
                      <a:pt x="42" y="134"/>
                    </a:lnTo>
                    <a:lnTo>
                      <a:pt x="40" y="132"/>
                    </a:lnTo>
                    <a:lnTo>
                      <a:pt x="36" y="132"/>
                    </a:lnTo>
                    <a:lnTo>
                      <a:pt x="34" y="130"/>
                    </a:lnTo>
                    <a:lnTo>
                      <a:pt x="34" y="128"/>
                    </a:lnTo>
                    <a:lnTo>
                      <a:pt x="42" y="124"/>
                    </a:lnTo>
                    <a:lnTo>
                      <a:pt x="58" y="120"/>
                    </a:lnTo>
                    <a:lnTo>
                      <a:pt x="70" y="114"/>
                    </a:lnTo>
                    <a:lnTo>
                      <a:pt x="80" y="108"/>
                    </a:lnTo>
                    <a:lnTo>
                      <a:pt x="76" y="110"/>
                    </a:lnTo>
                    <a:lnTo>
                      <a:pt x="72" y="110"/>
                    </a:lnTo>
                    <a:lnTo>
                      <a:pt x="70" y="110"/>
                    </a:lnTo>
                    <a:lnTo>
                      <a:pt x="70" y="108"/>
                    </a:lnTo>
                    <a:lnTo>
                      <a:pt x="70" y="106"/>
                    </a:lnTo>
                    <a:lnTo>
                      <a:pt x="68" y="106"/>
                    </a:lnTo>
                    <a:lnTo>
                      <a:pt x="64" y="108"/>
                    </a:lnTo>
                    <a:lnTo>
                      <a:pt x="62" y="110"/>
                    </a:lnTo>
                    <a:lnTo>
                      <a:pt x="60" y="110"/>
                    </a:lnTo>
                    <a:lnTo>
                      <a:pt x="54" y="104"/>
                    </a:lnTo>
                    <a:lnTo>
                      <a:pt x="46" y="98"/>
                    </a:lnTo>
                    <a:lnTo>
                      <a:pt x="42" y="90"/>
                    </a:lnTo>
                    <a:lnTo>
                      <a:pt x="40" y="84"/>
                    </a:lnTo>
                    <a:lnTo>
                      <a:pt x="38" y="80"/>
                    </a:lnTo>
                    <a:lnTo>
                      <a:pt x="36" y="78"/>
                    </a:lnTo>
                    <a:lnTo>
                      <a:pt x="38" y="78"/>
                    </a:lnTo>
                    <a:lnTo>
                      <a:pt x="64" y="80"/>
                    </a:lnTo>
                    <a:lnTo>
                      <a:pt x="52" y="76"/>
                    </a:lnTo>
                    <a:lnTo>
                      <a:pt x="40" y="74"/>
                    </a:lnTo>
                    <a:lnTo>
                      <a:pt x="44" y="74"/>
                    </a:lnTo>
                    <a:lnTo>
                      <a:pt x="52" y="76"/>
                    </a:lnTo>
                    <a:lnTo>
                      <a:pt x="62" y="76"/>
                    </a:lnTo>
                    <a:lnTo>
                      <a:pt x="74" y="76"/>
                    </a:lnTo>
                    <a:lnTo>
                      <a:pt x="76" y="74"/>
                    </a:lnTo>
                    <a:lnTo>
                      <a:pt x="76" y="72"/>
                    </a:lnTo>
                    <a:lnTo>
                      <a:pt x="74" y="72"/>
                    </a:lnTo>
                    <a:lnTo>
                      <a:pt x="70" y="72"/>
                    </a:lnTo>
                    <a:lnTo>
                      <a:pt x="66" y="72"/>
                    </a:lnTo>
                    <a:lnTo>
                      <a:pt x="66" y="70"/>
                    </a:lnTo>
                    <a:lnTo>
                      <a:pt x="62" y="64"/>
                    </a:lnTo>
                    <a:lnTo>
                      <a:pt x="60" y="62"/>
                    </a:lnTo>
                    <a:lnTo>
                      <a:pt x="62" y="60"/>
                    </a:lnTo>
                    <a:lnTo>
                      <a:pt x="64" y="60"/>
                    </a:lnTo>
                    <a:lnTo>
                      <a:pt x="76" y="60"/>
                    </a:lnTo>
                    <a:lnTo>
                      <a:pt x="84" y="60"/>
                    </a:lnTo>
                    <a:lnTo>
                      <a:pt x="88" y="58"/>
                    </a:lnTo>
                    <a:lnTo>
                      <a:pt x="88" y="56"/>
                    </a:lnTo>
                    <a:lnTo>
                      <a:pt x="86" y="56"/>
                    </a:lnTo>
                    <a:lnTo>
                      <a:pt x="82" y="56"/>
                    </a:lnTo>
                    <a:lnTo>
                      <a:pt x="78" y="56"/>
                    </a:lnTo>
                    <a:lnTo>
                      <a:pt x="80" y="54"/>
                    </a:lnTo>
                    <a:lnTo>
                      <a:pt x="80" y="52"/>
                    </a:lnTo>
                    <a:lnTo>
                      <a:pt x="76" y="52"/>
                    </a:lnTo>
                    <a:lnTo>
                      <a:pt x="74" y="52"/>
                    </a:lnTo>
                    <a:lnTo>
                      <a:pt x="72" y="52"/>
                    </a:lnTo>
                    <a:lnTo>
                      <a:pt x="72" y="50"/>
                    </a:lnTo>
                    <a:lnTo>
                      <a:pt x="70" y="48"/>
                    </a:lnTo>
                    <a:lnTo>
                      <a:pt x="70" y="44"/>
                    </a:lnTo>
                    <a:lnTo>
                      <a:pt x="80" y="46"/>
                    </a:lnTo>
                    <a:lnTo>
                      <a:pt x="84" y="46"/>
                    </a:lnTo>
                    <a:lnTo>
                      <a:pt x="86" y="46"/>
                    </a:lnTo>
                    <a:lnTo>
                      <a:pt x="86" y="42"/>
                    </a:lnTo>
                    <a:lnTo>
                      <a:pt x="88" y="42"/>
                    </a:lnTo>
                    <a:lnTo>
                      <a:pt x="90" y="44"/>
                    </a:lnTo>
                    <a:lnTo>
                      <a:pt x="90" y="42"/>
                    </a:lnTo>
                    <a:lnTo>
                      <a:pt x="90" y="40"/>
                    </a:lnTo>
                    <a:lnTo>
                      <a:pt x="86" y="38"/>
                    </a:lnTo>
                    <a:lnTo>
                      <a:pt x="80" y="32"/>
                    </a:lnTo>
                    <a:lnTo>
                      <a:pt x="74" y="28"/>
                    </a:lnTo>
                    <a:lnTo>
                      <a:pt x="74" y="26"/>
                    </a:lnTo>
                    <a:lnTo>
                      <a:pt x="74" y="24"/>
                    </a:lnTo>
                    <a:lnTo>
                      <a:pt x="78" y="22"/>
                    </a:lnTo>
                    <a:lnTo>
                      <a:pt x="80" y="20"/>
                    </a:lnTo>
                    <a:lnTo>
                      <a:pt x="80" y="22"/>
                    </a:lnTo>
                    <a:lnTo>
                      <a:pt x="84" y="28"/>
                    </a:lnTo>
                    <a:lnTo>
                      <a:pt x="88" y="30"/>
                    </a:lnTo>
                    <a:lnTo>
                      <a:pt x="90" y="26"/>
                    </a:lnTo>
                    <a:lnTo>
                      <a:pt x="90" y="22"/>
                    </a:lnTo>
                    <a:lnTo>
                      <a:pt x="90" y="10"/>
                    </a:lnTo>
                    <a:lnTo>
                      <a:pt x="92" y="2"/>
                    </a:lnTo>
                    <a:lnTo>
                      <a:pt x="94" y="0"/>
                    </a:lnTo>
                    <a:lnTo>
                      <a:pt x="94" y="2"/>
                    </a:lnTo>
                    <a:lnTo>
                      <a:pt x="96" y="2"/>
                    </a:lnTo>
                    <a:lnTo>
                      <a:pt x="96" y="6"/>
                    </a:lnTo>
                    <a:lnTo>
                      <a:pt x="94" y="16"/>
                    </a:lnTo>
                    <a:lnTo>
                      <a:pt x="94" y="22"/>
                    </a:lnTo>
                    <a:lnTo>
                      <a:pt x="96" y="24"/>
                    </a:lnTo>
                    <a:lnTo>
                      <a:pt x="98" y="22"/>
                    </a:lnTo>
                    <a:lnTo>
                      <a:pt x="102" y="20"/>
                    </a:lnTo>
                    <a:lnTo>
                      <a:pt x="104" y="22"/>
                    </a:lnTo>
                    <a:lnTo>
                      <a:pt x="104" y="24"/>
                    </a:lnTo>
                    <a:lnTo>
                      <a:pt x="104" y="28"/>
                    </a:lnTo>
                    <a:lnTo>
                      <a:pt x="102" y="28"/>
                    </a:lnTo>
                    <a:lnTo>
                      <a:pt x="100" y="32"/>
                    </a:lnTo>
                    <a:lnTo>
                      <a:pt x="100" y="34"/>
                    </a:lnTo>
                    <a:lnTo>
                      <a:pt x="104" y="32"/>
                    </a:lnTo>
                    <a:lnTo>
                      <a:pt x="108" y="30"/>
                    </a:lnTo>
                    <a:lnTo>
                      <a:pt x="110" y="32"/>
                    </a:lnTo>
                    <a:lnTo>
                      <a:pt x="110" y="36"/>
                    </a:lnTo>
                    <a:lnTo>
                      <a:pt x="110" y="38"/>
                    </a:lnTo>
                    <a:lnTo>
                      <a:pt x="112" y="40"/>
                    </a:lnTo>
                    <a:lnTo>
                      <a:pt x="114" y="42"/>
                    </a:lnTo>
                    <a:lnTo>
                      <a:pt x="114" y="44"/>
                    </a:lnTo>
                    <a:lnTo>
                      <a:pt x="108" y="50"/>
                    </a:lnTo>
                    <a:lnTo>
                      <a:pt x="102" y="52"/>
                    </a:lnTo>
                    <a:lnTo>
                      <a:pt x="98" y="54"/>
                    </a:lnTo>
                    <a:lnTo>
                      <a:pt x="98" y="56"/>
                    </a:lnTo>
                    <a:lnTo>
                      <a:pt x="110" y="58"/>
                    </a:lnTo>
                    <a:close/>
                    <a:moveTo>
                      <a:pt x="108" y="74"/>
                    </a:moveTo>
                    <a:lnTo>
                      <a:pt x="108" y="74"/>
                    </a:lnTo>
                    <a:lnTo>
                      <a:pt x="108" y="76"/>
                    </a:lnTo>
                    <a:lnTo>
                      <a:pt x="106" y="76"/>
                    </a:lnTo>
                    <a:lnTo>
                      <a:pt x="110" y="80"/>
                    </a:lnTo>
                    <a:lnTo>
                      <a:pt x="114" y="80"/>
                    </a:lnTo>
                    <a:lnTo>
                      <a:pt x="120" y="80"/>
                    </a:lnTo>
                    <a:lnTo>
                      <a:pt x="114" y="76"/>
                    </a:lnTo>
                    <a:lnTo>
                      <a:pt x="110" y="74"/>
                    </a:lnTo>
                    <a:lnTo>
                      <a:pt x="108" y="74"/>
                    </a:lnTo>
                    <a:close/>
                    <a:moveTo>
                      <a:pt x="72" y="174"/>
                    </a:moveTo>
                    <a:lnTo>
                      <a:pt x="70" y="174"/>
                    </a:lnTo>
                    <a:lnTo>
                      <a:pt x="72" y="174"/>
                    </a:lnTo>
                    <a:close/>
                    <a:moveTo>
                      <a:pt x="70" y="222"/>
                    </a:moveTo>
                    <a:lnTo>
                      <a:pt x="70" y="222"/>
                    </a:lnTo>
                    <a:lnTo>
                      <a:pt x="72" y="226"/>
                    </a:lnTo>
                    <a:lnTo>
                      <a:pt x="76" y="220"/>
                    </a:lnTo>
                    <a:lnTo>
                      <a:pt x="76" y="216"/>
                    </a:lnTo>
                    <a:lnTo>
                      <a:pt x="74" y="214"/>
                    </a:lnTo>
                    <a:lnTo>
                      <a:pt x="78" y="216"/>
                    </a:lnTo>
                    <a:lnTo>
                      <a:pt x="80" y="210"/>
                    </a:lnTo>
                    <a:lnTo>
                      <a:pt x="78" y="210"/>
                    </a:lnTo>
                    <a:lnTo>
                      <a:pt x="72" y="218"/>
                    </a:lnTo>
                    <a:lnTo>
                      <a:pt x="70" y="222"/>
                    </a:lnTo>
                    <a:close/>
                    <a:moveTo>
                      <a:pt x="78" y="80"/>
                    </a:moveTo>
                    <a:lnTo>
                      <a:pt x="78" y="80"/>
                    </a:lnTo>
                    <a:lnTo>
                      <a:pt x="72" y="82"/>
                    </a:lnTo>
                    <a:lnTo>
                      <a:pt x="78" y="82"/>
                    </a:lnTo>
                    <a:lnTo>
                      <a:pt x="78" y="80"/>
                    </a:lnTo>
                    <a:close/>
                    <a:moveTo>
                      <a:pt x="72" y="164"/>
                    </a:moveTo>
                    <a:lnTo>
                      <a:pt x="72" y="164"/>
                    </a:lnTo>
                    <a:lnTo>
                      <a:pt x="70" y="164"/>
                    </a:lnTo>
                    <a:lnTo>
                      <a:pt x="72" y="164"/>
                    </a:lnTo>
                    <a:close/>
                  </a:path>
                </a:pathLst>
              </a:custGeom>
              <a:solidFill>
                <a:srgbClr val="13280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86" name="Group 23">
                <a:extLst>
                  <a:ext uri="{FF2B5EF4-FFF2-40B4-BE49-F238E27FC236}">
                    <a16:creationId xmlns:a16="http://schemas.microsoft.com/office/drawing/2014/main" id="{9D4AE808-066A-14F4-2401-685B5C0F10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65856" y="6033577"/>
                <a:ext cx="168105" cy="368855"/>
                <a:chOff x="926" y="7965"/>
                <a:chExt cx="126" cy="313"/>
              </a:xfrm>
            </p:grpSpPr>
            <p:sp>
              <p:nvSpPr>
                <p:cNvPr id="106" name="AutoShape 24">
                  <a:extLst>
                    <a:ext uri="{FF2B5EF4-FFF2-40B4-BE49-F238E27FC236}">
                      <a16:creationId xmlns:a16="http://schemas.microsoft.com/office/drawing/2014/main" id="{9C8D6270-25B4-82CC-F9B3-174F187B2E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0" y="7965"/>
                  <a:ext cx="52" cy="57"/>
                </a:xfrm>
                <a:custGeom>
                  <a:avLst/>
                  <a:gdLst>
                    <a:gd name="T0" fmla="*/ 0 w 60"/>
                    <a:gd name="T1" fmla="*/ 18 h 58"/>
                    <a:gd name="T2" fmla="*/ 0 w 60"/>
                    <a:gd name="T3" fmla="*/ 18 h 58"/>
                    <a:gd name="T4" fmla="*/ 8 w 60"/>
                    <a:gd name="T5" fmla="*/ 14 h 58"/>
                    <a:gd name="T6" fmla="*/ 16 w 60"/>
                    <a:gd name="T7" fmla="*/ 12 h 58"/>
                    <a:gd name="T8" fmla="*/ 22 w 60"/>
                    <a:gd name="T9" fmla="*/ 10 h 58"/>
                    <a:gd name="T10" fmla="*/ 22 w 60"/>
                    <a:gd name="T11" fmla="*/ 10 h 58"/>
                    <a:gd name="T12" fmla="*/ 32 w 60"/>
                    <a:gd name="T13" fmla="*/ 8 h 58"/>
                    <a:gd name="T14" fmla="*/ 42 w 60"/>
                    <a:gd name="T15" fmla="*/ 8 h 58"/>
                    <a:gd name="T16" fmla="*/ 42 w 60"/>
                    <a:gd name="T17" fmla="*/ 8 h 58"/>
                    <a:gd name="T18" fmla="*/ 48 w 60"/>
                    <a:gd name="T19" fmla="*/ 6 h 58"/>
                    <a:gd name="T20" fmla="*/ 54 w 60"/>
                    <a:gd name="T21" fmla="*/ 2 h 58"/>
                    <a:gd name="T22" fmla="*/ 58 w 60"/>
                    <a:gd name="T23" fmla="*/ 0 h 58"/>
                    <a:gd name="T24" fmla="*/ 58 w 60"/>
                    <a:gd name="T25" fmla="*/ 2 h 58"/>
                    <a:gd name="T26" fmla="*/ 60 w 60"/>
                    <a:gd name="T27" fmla="*/ 4 h 58"/>
                    <a:gd name="T28" fmla="*/ 60 w 60"/>
                    <a:gd name="T29" fmla="*/ 4 h 58"/>
                    <a:gd name="T30" fmla="*/ 56 w 60"/>
                    <a:gd name="T31" fmla="*/ 16 h 58"/>
                    <a:gd name="T32" fmla="*/ 54 w 60"/>
                    <a:gd name="T33" fmla="*/ 28 h 58"/>
                    <a:gd name="T34" fmla="*/ 54 w 60"/>
                    <a:gd name="T35" fmla="*/ 28 h 58"/>
                    <a:gd name="T36" fmla="*/ 54 w 60"/>
                    <a:gd name="T37" fmla="*/ 44 h 58"/>
                    <a:gd name="T38" fmla="*/ 54 w 60"/>
                    <a:gd name="T39" fmla="*/ 44 h 58"/>
                    <a:gd name="T40" fmla="*/ 50 w 60"/>
                    <a:gd name="T41" fmla="*/ 54 h 58"/>
                    <a:gd name="T42" fmla="*/ 48 w 60"/>
                    <a:gd name="T43" fmla="*/ 58 h 58"/>
                    <a:gd name="T44" fmla="*/ 46 w 60"/>
                    <a:gd name="T45" fmla="*/ 50 h 58"/>
                    <a:gd name="T46" fmla="*/ 46 w 60"/>
                    <a:gd name="T47" fmla="*/ 50 h 58"/>
                    <a:gd name="T48" fmla="*/ 46 w 60"/>
                    <a:gd name="T49" fmla="*/ 20 h 58"/>
                    <a:gd name="T50" fmla="*/ 46 w 60"/>
                    <a:gd name="T51" fmla="*/ 20 h 58"/>
                    <a:gd name="T52" fmla="*/ 46 w 60"/>
                    <a:gd name="T53" fmla="*/ 16 h 58"/>
                    <a:gd name="T54" fmla="*/ 46 w 60"/>
                    <a:gd name="T55" fmla="*/ 12 h 58"/>
                    <a:gd name="T56" fmla="*/ 40 w 60"/>
                    <a:gd name="T57" fmla="*/ 12 h 58"/>
                    <a:gd name="T58" fmla="*/ 40 w 60"/>
                    <a:gd name="T59" fmla="*/ 12 h 58"/>
                    <a:gd name="T60" fmla="*/ 28 w 60"/>
                    <a:gd name="T61" fmla="*/ 12 h 58"/>
                    <a:gd name="T62" fmla="*/ 22 w 60"/>
                    <a:gd name="T63" fmla="*/ 12 h 58"/>
                    <a:gd name="T64" fmla="*/ 16 w 60"/>
                    <a:gd name="T65" fmla="*/ 14 h 58"/>
                    <a:gd name="T66" fmla="*/ 16 w 60"/>
                    <a:gd name="T67" fmla="*/ 14 h 58"/>
                    <a:gd name="T68" fmla="*/ 12 w 60"/>
                    <a:gd name="T69" fmla="*/ 16 h 58"/>
                    <a:gd name="T70" fmla="*/ 6 w 60"/>
                    <a:gd name="T71" fmla="*/ 18 h 58"/>
                    <a:gd name="T72" fmla="*/ 0 w 60"/>
                    <a:gd name="T73" fmla="*/ 18 h 58"/>
                    <a:gd name="T74" fmla="*/ 0 w 60"/>
                    <a:gd name="T75" fmla="*/ 18 h 58"/>
                    <a:gd name="T76" fmla="*/ 0 w 60"/>
                    <a:gd name="T77" fmla="*/ 0 h 58"/>
                    <a:gd name="T78" fmla="*/ 60 w 60"/>
                    <a:gd name="T79" fmla="*/ 58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T76" t="T77" r="T78" b="T79"/>
                  <a:pathLst>
                    <a:path w="60" h="58">
                      <a:moveTo>
                        <a:pt x="0" y="18"/>
                      </a:moveTo>
                      <a:lnTo>
                        <a:pt x="0" y="18"/>
                      </a:lnTo>
                      <a:lnTo>
                        <a:pt x="8" y="14"/>
                      </a:lnTo>
                      <a:lnTo>
                        <a:pt x="16" y="12"/>
                      </a:lnTo>
                      <a:lnTo>
                        <a:pt x="22" y="10"/>
                      </a:lnTo>
                      <a:lnTo>
                        <a:pt x="32" y="8"/>
                      </a:lnTo>
                      <a:lnTo>
                        <a:pt x="42" y="8"/>
                      </a:lnTo>
                      <a:lnTo>
                        <a:pt x="48" y="6"/>
                      </a:lnTo>
                      <a:lnTo>
                        <a:pt x="54" y="2"/>
                      </a:lnTo>
                      <a:lnTo>
                        <a:pt x="58" y="0"/>
                      </a:lnTo>
                      <a:lnTo>
                        <a:pt x="58" y="2"/>
                      </a:lnTo>
                      <a:lnTo>
                        <a:pt x="60" y="4"/>
                      </a:lnTo>
                      <a:lnTo>
                        <a:pt x="56" y="16"/>
                      </a:lnTo>
                      <a:lnTo>
                        <a:pt x="54" y="28"/>
                      </a:lnTo>
                      <a:lnTo>
                        <a:pt x="54" y="44"/>
                      </a:lnTo>
                      <a:lnTo>
                        <a:pt x="50" y="54"/>
                      </a:lnTo>
                      <a:lnTo>
                        <a:pt x="48" y="58"/>
                      </a:lnTo>
                      <a:lnTo>
                        <a:pt x="46" y="50"/>
                      </a:lnTo>
                      <a:lnTo>
                        <a:pt x="46" y="20"/>
                      </a:lnTo>
                      <a:lnTo>
                        <a:pt x="46" y="16"/>
                      </a:lnTo>
                      <a:lnTo>
                        <a:pt x="46" y="12"/>
                      </a:lnTo>
                      <a:lnTo>
                        <a:pt x="40" y="12"/>
                      </a:lnTo>
                      <a:lnTo>
                        <a:pt x="28" y="12"/>
                      </a:lnTo>
                      <a:lnTo>
                        <a:pt x="22" y="12"/>
                      </a:lnTo>
                      <a:lnTo>
                        <a:pt x="16" y="14"/>
                      </a:lnTo>
                      <a:lnTo>
                        <a:pt x="12" y="16"/>
                      </a:lnTo>
                      <a:lnTo>
                        <a:pt x="6" y="18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5FBF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" name="AutoShape 25">
                  <a:extLst>
                    <a:ext uri="{FF2B5EF4-FFF2-40B4-BE49-F238E27FC236}">
                      <a16:creationId xmlns:a16="http://schemas.microsoft.com/office/drawing/2014/main" id="{756722A9-8774-4201-DE16-609B912EA4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6" y="8001"/>
                  <a:ext cx="55" cy="202"/>
                </a:xfrm>
                <a:custGeom>
                  <a:avLst/>
                  <a:gdLst>
                    <a:gd name="T0" fmla="*/ 18 w 62"/>
                    <a:gd name="T1" fmla="*/ 184 h 204"/>
                    <a:gd name="T2" fmla="*/ 2 w 62"/>
                    <a:gd name="T3" fmla="*/ 154 h 204"/>
                    <a:gd name="T4" fmla="*/ 0 w 62"/>
                    <a:gd name="T5" fmla="*/ 144 h 204"/>
                    <a:gd name="T6" fmla="*/ 2 w 62"/>
                    <a:gd name="T7" fmla="*/ 140 h 204"/>
                    <a:gd name="T8" fmla="*/ 14 w 62"/>
                    <a:gd name="T9" fmla="*/ 128 h 204"/>
                    <a:gd name="T10" fmla="*/ 18 w 62"/>
                    <a:gd name="T11" fmla="*/ 120 h 204"/>
                    <a:gd name="T12" fmla="*/ 18 w 62"/>
                    <a:gd name="T13" fmla="*/ 112 h 204"/>
                    <a:gd name="T14" fmla="*/ 16 w 62"/>
                    <a:gd name="T15" fmla="*/ 98 h 204"/>
                    <a:gd name="T16" fmla="*/ 16 w 62"/>
                    <a:gd name="T17" fmla="*/ 80 h 204"/>
                    <a:gd name="T18" fmla="*/ 20 w 62"/>
                    <a:gd name="T19" fmla="*/ 66 h 204"/>
                    <a:gd name="T20" fmla="*/ 22 w 62"/>
                    <a:gd name="T21" fmla="*/ 56 h 204"/>
                    <a:gd name="T22" fmla="*/ 20 w 62"/>
                    <a:gd name="T23" fmla="*/ 36 h 204"/>
                    <a:gd name="T24" fmla="*/ 20 w 62"/>
                    <a:gd name="T25" fmla="*/ 28 h 204"/>
                    <a:gd name="T26" fmla="*/ 24 w 62"/>
                    <a:gd name="T27" fmla="*/ 18 h 204"/>
                    <a:gd name="T28" fmla="*/ 26 w 62"/>
                    <a:gd name="T29" fmla="*/ 10 h 204"/>
                    <a:gd name="T30" fmla="*/ 30 w 62"/>
                    <a:gd name="T31" fmla="*/ 2 h 204"/>
                    <a:gd name="T32" fmla="*/ 34 w 62"/>
                    <a:gd name="T33" fmla="*/ 0 h 204"/>
                    <a:gd name="T34" fmla="*/ 34 w 62"/>
                    <a:gd name="T35" fmla="*/ 6 h 204"/>
                    <a:gd name="T36" fmla="*/ 32 w 62"/>
                    <a:gd name="T37" fmla="*/ 46 h 204"/>
                    <a:gd name="T38" fmla="*/ 32 w 62"/>
                    <a:gd name="T39" fmla="*/ 60 h 204"/>
                    <a:gd name="T40" fmla="*/ 30 w 62"/>
                    <a:gd name="T41" fmla="*/ 68 h 204"/>
                    <a:gd name="T42" fmla="*/ 40 w 62"/>
                    <a:gd name="T43" fmla="*/ 70 h 204"/>
                    <a:gd name="T44" fmla="*/ 50 w 62"/>
                    <a:gd name="T45" fmla="*/ 68 h 204"/>
                    <a:gd name="T46" fmla="*/ 56 w 62"/>
                    <a:gd name="T47" fmla="*/ 64 h 204"/>
                    <a:gd name="T48" fmla="*/ 56 w 62"/>
                    <a:gd name="T49" fmla="*/ 60 h 204"/>
                    <a:gd name="T50" fmla="*/ 62 w 62"/>
                    <a:gd name="T51" fmla="*/ 88 h 204"/>
                    <a:gd name="T52" fmla="*/ 60 w 62"/>
                    <a:gd name="T53" fmla="*/ 98 h 204"/>
                    <a:gd name="T54" fmla="*/ 54 w 62"/>
                    <a:gd name="T55" fmla="*/ 118 h 204"/>
                    <a:gd name="T56" fmla="*/ 52 w 62"/>
                    <a:gd name="T57" fmla="*/ 136 h 204"/>
                    <a:gd name="T58" fmla="*/ 54 w 62"/>
                    <a:gd name="T59" fmla="*/ 144 h 204"/>
                    <a:gd name="T60" fmla="*/ 58 w 62"/>
                    <a:gd name="T61" fmla="*/ 156 h 204"/>
                    <a:gd name="T62" fmla="*/ 58 w 62"/>
                    <a:gd name="T63" fmla="*/ 164 h 204"/>
                    <a:gd name="T64" fmla="*/ 58 w 62"/>
                    <a:gd name="T65" fmla="*/ 180 h 204"/>
                    <a:gd name="T66" fmla="*/ 60 w 62"/>
                    <a:gd name="T67" fmla="*/ 194 h 204"/>
                    <a:gd name="T68" fmla="*/ 58 w 62"/>
                    <a:gd name="T69" fmla="*/ 202 h 204"/>
                    <a:gd name="T70" fmla="*/ 52 w 62"/>
                    <a:gd name="T71" fmla="*/ 204 h 204"/>
                    <a:gd name="T72" fmla="*/ 48 w 62"/>
                    <a:gd name="T73" fmla="*/ 200 h 204"/>
                    <a:gd name="T74" fmla="*/ 40 w 62"/>
                    <a:gd name="T75" fmla="*/ 194 h 204"/>
                    <a:gd name="T76" fmla="*/ 36 w 62"/>
                    <a:gd name="T77" fmla="*/ 192 h 204"/>
                    <a:gd name="T78" fmla="*/ 24 w 62"/>
                    <a:gd name="T79" fmla="*/ 188 h 204"/>
                    <a:gd name="T80" fmla="*/ 18 w 62"/>
                    <a:gd name="T81" fmla="*/ 184 h 204"/>
                    <a:gd name="T82" fmla="*/ 0 w 62"/>
                    <a:gd name="T83" fmla="*/ 0 h 204"/>
                    <a:gd name="T84" fmla="*/ 62 w 62"/>
                    <a:gd name="T85" fmla="*/ 20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T82" t="T83" r="T84" b="T85"/>
                  <a:pathLst>
                    <a:path w="62" h="204">
                      <a:moveTo>
                        <a:pt x="18" y="184"/>
                      </a:moveTo>
                      <a:lnTo>
                        <a:pt x="18" y="184"/>
                      </a:lnTo>
                      <a:lnTo>
                        <a:pt x="8" y="168"/>
                      </a:lnTo>
                      <a:lnTo>
                        <a:pt x="2" y="154"/>
                      </a:lnTo>
                      <a:lnTo>
                        <a:pt x="0" y="148"/>
                      </a:lnTo>
                      <a:lnTo>
                        <a:pt x="0" y="144"/>
                      </a:lnTo>
                      <a:lnTo>
                        <a:pt x="2" y="140"/>
                      </a:lnTo>
                      <a:lnTo>
                        <a:pt x="6" y="136"/>
                      </a:lnTo>
                      <a:lnTo>
                        <a:pt x="14" y="128"/>
                      </a:lnTo>
                      <a:lnTo>
                        <a:pt x="18" y="120"/>
                      </a:lnTo>
                      <a:lnTo>
                        <a:pt x="18" y="116"/>
                      </a:lnTo>
                      <a:lnTo>
                        <a:pt x="18" y="112"/>
                      </a:lnTo>
                      <a:lnTo>
                        <a:pt x="16" y="98"/>
                      </a:lnTo>
                      <a:lnTo>
                        <a:pt x="16" y="88"/>
                      </a:lnTo>
                      <a:lnTo>
                        <a:pt x="16" y="80"/>
                      </a:lnTo>
                      <a:lnTo>
                        <a:pt x="20" y="66"/>
                      </a:lnTo>
                      <a:lnTo>
                        <a:pt x="22" y="56"/>
                      </a:lnTo>
                      <a:lnTo>
                        <a:pt x="20" y="44"/>
                      </a:lnTo>
                      <a:lnTo>
                        <a:pt x="20" y="36"/>
                      </a:lnTo>
                      <a:lnTo>
                        <a:pt x="20" y="28"/>
                      </a:lnTo>
                      <a:lnTo>
                        <a:pt x="20" y="24"/>
                      </a:lnTo>
                      <a:lnTo>
                        <a:pt x="24" y="18"/>
                      </a:lnTo>
                      <a:lnTo>
                        <a:pt x="26" y="14"/>
                      </a:lnTo>
                      <a:lnTo>
                        <a:pt x="26" y="10"/>
                      </a:lnTo>
                      <a:lnTo>
                        <a:pt x="30" y="2"/>
                      </a:lnTo>
                      <a:lnTo>
                        <a:pt x="32" y="0"/>
                      </a:lnTo>
                      <a:lnTo>
                        <a:pt x="34" y="0"/>
                      </a:lnTo>
                      <a:lnTo>
                        <a:pt x="34" y="6"/>
                      </a:lnTo>
                      <a:lnTo>
                        <a:pt x="34" y="22"/>
                      </a:lnTo>
                      <a:lnTo>
                        <a:pt x="32" y="46"/>
                      </a:lnTo>
                      <a:lnTo>
                        <a:pt x="32" y="60"/>
                      </a:lnTo>
                      <a:lnTo>
                        <a:pt x="30" y="68"/>
                      </a:lnTo>
                      <a:lnTo>
                        <a:pt x="34" y="70"/>
                      </a:lnTo>
                      <a:lnTo>
                        <a:pt x="40" y="70"/>
                      </a:lnTo>
                      <a:lnTo>
                        <a:pt x="50" y="68"/>
                      </a:lnTo>
                      <a:lnTo>
                        <a:pt x="54" y="66"/>
                      </a:lnTo>
                      <a:lnTo>
                        <a:pt x="56" y="64"/>
                      </a:lnTo>
                      <a:lnTo>
                        <a:pt x="56" y="60"/>
                      </a:lnTo>
                      <a:lnTo>
                        <a:pt x="60" y="74"/>
                      </a:lnTo>
                      <a:lnTo>
                        <a:pt x="62" y="88"/>
                      </a:lnTo>
                      <a:lnTo>
                        <a:pt x="62" y="94"/>
                      </a:lnTo>
                      <a:lnTo>
                        <a:pt x="60" y="98"/>
                      </a:lnTo>
                      <a:lnTo>
                        <a:pt x="54" y="118"/>
                      </a:lnTo>
                      <a:lnTo>
                        <a:pt x="54" y="128"/>
                      </a:lnTo>
                      <a:lnTo>
                        <a:pt x="52" y="136"/>
                      </a:lnTo>
                      <a:lnTo>
                        <a:pt x="54" y="144"/>
                      </a:lnTo>
                      <a:lnTo>
                        <a:pt x="56" y="150"/>
                      </a:lnTo>
                      <a:lnTo>
                        <a:pt x="58" y="156"/>
                      </a:lnTo>
                      <a:lnTo>
                        <a:pt x="58" y="164"/>
                      </a:lnTo>
                      <a:lnTo>
                        <a:pt x="56" y="172"/>
                      </a:lnTo>
                      <a:lnTo>
                        <a:pt x="58" y="180"/>
                      </a:lnTo>
                      <a:lnTo>
                        <a:pt x="60" y="186"/>
                      </a:lnTo>
                      <a:lnTo>
                        <a:pt x="60" y="194"/>
                      </a:lnTo>
                      <a:lnTo>
                        <a:pt x="58" y="202"/>
                      </a:lnTo>
                      <a:lnTo>
                        <a:pt x="56" y="204"/>
                      </a:lnTo>
                      <a:lnTo>
                        <a:pt x="52" y="204"/>
                      </a:lnTo>
                      <a:lnTo>
                        <a:pt x="48" y="200"/>
                      </a:lnTo>
                      <a:lnTo>
                        <a:pt x="44" y="196"/>
                      </a:lnTo>
                      <a:lnTo>
                        <a:pt x="40" y="194"/>
                      </a:lnTo>
                      <a:lnTo>
                        <a:pt x="36" y="192"/>
                      </a:lnTo>
                      <a:lnTo>
                        <a:pt x="30" y="192"/>
                      </a:lnTo>
                      <a:lnTo>
                        <a:pt x="24" y="188"/>
                      </a:lnTo>
                      <a:lnTo>
                        <a:pt x="18" y="184"/>
                      </a:lnTo>
                      <a:close/>
                    </a:path>
                  </a:pathLst>
                </a:custGeom>
                <a:solidFill>
                  <a:srgbClr val="20391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AutoShape 26">
                  <a:extLst>
                    <a:ext uri="{FF2B5EF4-FFF2-40B4-BE49-F238E27FC236}">
                      <a16:creationId xmlns:a16="http://schemas.microsoft.com/office/drawing/2014/main" id="{00A042E5-9292-B1F4-DAE8-BAF7F55A5D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1" y="7978"/>
                  <a:ext cx="70" cy="299"/>
                </a:xfrm>
                <a:custGeom>
                  <a:avLst/>
                  <a:gdLst>
                    <a:gd name="T0" fmla="*/ 60 w 80"/>
                    <a:gd name="T1" fmla="*/ 240 h 300"/>
                    <a:gd name="T2" fmla="*/ 48 w 80"/>
                    <a:gd name="T3" fmla="*/ 290 h 300"/>
                    <a:gd name="T4" fmla="*/ 18 w 80"/>
                    <a:gd name="T5" fmla="*/ 218 h 300"/>
                    <a:gd name="T6" fmla="*/ 20 w 80"/>
                    <a:gd name="T7" fmla="*/ 204 h 300"/>
                    <a:gd name="T8" fmla="*/ 24 w 80"/>
                    <a:gd name="T9" fmla="*/ 234 h 300"/>
                    <a:gd name="T10" fmla="*/ 36 w 80"/>
                    <a:gd name="T11" fmla="*/ 214 h 300"/>
                    <a:gd name="T12" fmla="*/ 12 w 80"/>
                    <a:gd name="T13" fmla="*/ 166 h 300"/>
                    <a:gd name="T14" fmla="*/ 20 w 80"/>
                    <a:gd name="T15" fmla="*/ 174 h 300"/>
                    <a:gd name="T16" fmla="*/ 26 w 80"/>
                    <a:gd name="T17" fmla="*/ 182 h 300"/>
                    <a:gd name="T18" fmla="*/ 26 w 80"/>
                    <a:gd name="T19" fmla="*/ 194 h 300"/>
                    <a:gd name="T20" fmla="*/ 38 w 80"/>
                    <a:gd name="T21" fmla="*/ 218 h 300"/>
                    <a:gd name="T22" fmla="*/ 38 w 80"/>
                    <a:gd name="T23" fmla="*/ 262 h 300"/>
                    <a:gd name="T24" fmla="*/ 32 w 80"/>
                    <a:gd name="T25" fmla="*/ 162 h 300"/>
                    <a:gd name="T26" fmla="*/ 24 w 80"/>
                    <a:gd name="T27" fmla="*/ 150 h 300"/>
                    <a:gd name="T28" fmla="*/ 30 w 80"/>
                    <a:gd name="T29" fmla="*/ 158 h 300"/>
                    <a:gd name="T30" fmla="*/ 40 w 80"/>
                    <a:gd name="T31" fmla="*/ 156 h 300"/>
                    <a:gd name="T32" fmla="*/ 26 w 80"/>
                    <a:gd name="T33" fmla="*/ 126 h 300"/>
                    <a:gd name="T34" fmla="*/ 20 w 80"/>
                    <a:gd name="T35" fmla="*/ 114 h 300"/>
                    <a:gd name="T36" fmla="*/ 18 w 80"/>
                    <a:gd name="T37" fmla="*/ 104 h 300"/>
                    <a:gd name="T38" fmla="*/ 24 w 80"/>
                    <a:gd name="T39" fmla="*/ 100 h 300"/>
                    <a:gd name="T40" fmla="*/ 28 w 80"/>
                    <a:gd name="T41" fmla="*/ 140 h 300"/>
                    <a:gd name="T42" fmla="*/ 40 w 80"/>
                    <a:gd name="T43" fmla="*/ 116 h 300"/>
                    <a:gd name="T44" fmla="*/ 36 w 80"/>
                    <a:gd name="T45" fmla="*/ 80 h 300"/>
                    <a:gd name="T46" fmla="*/ 34 w 80"/>
                    <a:gd name="T47" fmla="*/ 66 h 300"/>
                    <a:gd name="T48" fmla="*/ 40 w 80"/>
                    <a:gd name="T49" fmla="*/ 74 h 300"/>
                    <a:gd name="T50" fmla="*/ 44 w 80"/>
                    <a:gd name="T51" fmla="*/ 86 h 300"/>
                    <a:gd name="T52" fmla="*/ 50 w 80"/>
                    <a:gd name="T53" fmla="*/ 154 h 300"/>
                    <a:gd name="T54" fmla="*/ 50 w 80"/>
                    <a:gd name="T55" fmla="*/ 108 h 300"/>
                    <a:gd name="T56" fmla="*/ 56 w 80"/>
                    <a:gd name="T57" fmla="*/ 102 h 300"/>
                    <a:gd name="T58" fmla="*/ 58 w 80"/>
                    <a:gd name="T59" fmla="*/ 90 h 300"/>
                    <a:gd name="T60" fmla="*/ 64 w 80"/>
                    <a:gd name="T61" fmla="*/ 84 h 300"/>
                    <a:gd name="T62" fmla="*/ 70 w 80"/>
                    <a:gd name="T63" fmla="*/ 76 h 300"/>
                    <a:gd name="T64" fmla="*/ 50 w 80"/>
                    <a:gd name="T65" fmla="*/ 114 h 300"/>
                    <a:gd name="T66" fmla="*/ 58 w 80"/>
                    <a:gd name="T67" fmla="*/ 122 h 300"/>
                    <a:gd name="T68" fmla="*/ 80 w 80"/>
                    <a:gd name="T69" fmla="*/ 92 h 300"/>
                    <a:gd name="T70" fmla="*/ 46 w 80"/>
                    <a:gd name="T71" fmla="*/ 180 h 300"/>
                    <a:gd name="T72" fmla="*/ 62 w 80"/>
                    <a:gd name="T73" fmla="*/ 234 h 300"/>
                    <a:gd name="T74" fmla="*/ 58 w 80"/>
                    <a:gd name="T75" fmla="*/ 224 h 300"/>
                    <a:gd name="T76" fmla="*/ 54 w 80"/>
                    <a:gd name="T77" fmla="*/ 208 h 300"/>
                    <a:gd name="T78" fmla="*/ 60 w 80"/>
                    <a:gd name="T79" fmla="*/ 228 h 300"/>
                    <a:gd name="T80" fmla="*/ 64 w 80"/>
                    <a:gd name="T81" fmla="*/ 182 h 300"/>
                    <a:gd name="T82" fmla="*/ 68 w 80"/>
                    <a:gd name="T83" fmla="*/ 194 h 300"/>
                    <a:gd name="T84" fmla="*/ 70 w 80"/>
                    <a:gd name="T85" fmla="*/ 204 h 300"/>
                    <a:gd name="T86" fmla="*/ 64 w 80"/>
                    <a:gd name="T87" fmla="*/ 216 h 300"/>
                    <a:gd name="T88" fmla="*/ 14 w 80"/>
                    <a:gd name="T89" fmla="*/ 56 h 300"/>
                    <a:gd name="T90" fmla="*/ 22 w 80"/>
                    <a:gd name="T91" fmla="*/ 70 h 300"/>
                    <a:gd name="T92" fmla="*/ 14 w 80"/>
                    <a:gd name="T93" fmla="*/ 36 h 300"/>
                    <a:gd name="T94" fmla="*/ 10 w 80"/>
                    <a:gd name="T95" fmla="*/ 42 h 300"/>
                    <a:gd name="T96" fmla="*/ 14 w 80"/>
                    <a:gd name="T97" fmla="*/ 50 h 300"/>
                    <a:gd name="T98" fmla="*/ 38 w 80"/>
                    <a:gd name="T99" fmla="*/ 58 h 300"/>
                    <a:gd name="T100" fmla="*/ 40 w 80"/>
                    <a:gd name="T101" fmla="*/ 66 h 300"/>
                    <a:gd name="T102" fmla="*/ 38 w 80"/>
                    <a:gd name="T103" fmla="*/ 38 h 300"/>
                    <a:gd name="T104" fmla="*/ 36 w 80"/>
                    <a:gd name="T105" fmla="*/ 50 h 300"/>
                    <a:gd name="T106" fmla="*/ 20 w 80"/>
                    <a:gd name="T107" fmla="*/ 218 h 300"/>
                    <a:gd name="T108" fmla="*/ 20 w 80"/>
                    <a:gd name="T109" fmla="*/ 218 h 300"/>
                    <a:gd name="T110" fmla="*/ 60 w 80"/>
                    <a:gd name="T111" fmla="*/ 28 h 300"/>
                    <a:gd name="T112" fmla="*/ 60 w 80"/>
                    <a:gd name="T113" fmla="*/ 2 h 300"/>
                    <a:gd name="T114" fmla="*/ 68 w 80"/>
                    <a:gd name="T115" fmla="*/ 8 h 300"/>
                    <a:gd name="T116" fmla="*/ 62 w 80"/>
                    <a:gd name="T117" fmla="*/ 26 h 300"/>
                    <a:gd name="T118" fmla="*/ 0 w 80"/>
                    <a:gd name="T119" fmla="*/ 0 h 300"/>
                    <a:gd name="T120" fmla="*/ 80 w 80"/>
                    <a:gd name="T121" fmla="*/ 300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T118" t="T119" r="T120" b="T121"/>
                  <a:pathLst>
                    <a:path w="80" h="300">
                      <a:moveTo>
                        <a:pt x="64" y="216"/>
                      </a:moveTo>
                      <a:lnTo>
                        <a:pt x="64" y="216"/>
                      </a:lnTo>
                      <a:lnTo>
                        <a:pt x="64" y="224"/>
                      </a:lnTo>
                      <a:lnTo>
                        <a:pt x="64" y="232"/>
                      </a:lnTo>
                      <a:lnTo>
                        <a:pt x="64" y="238"/>
                      </a:lnTo>
                      <a:lnTo>
                        <a:pt x="60" y="240"/>
                      </a:lnTo>
                      <a:lnTo>
                        <a:pt x="58" y="244"/>
                      </a:lnTo>
                      <a:lnTo>
                        <a:pt x="52" y="244"/>
                      </a:lnTo>
                      <a:lnTo>
                        <a:pt x="48" y="252"/>
                      </a:lnTo>
                      <a:lnTo>
                        <a:pt x="46" y="262"/>
                      </a:lnTo>
                      <a:lnTo>
                        <a:pt x="46" y="282"/>
                      </a:lnTo>
                      <a:lnTo>
                        <a:pt x="48" y="290"/>
                      </a:lnTo>
                      <a:lnTo>
                        <a:pt x="48" y="294"/>
                      </a:lnTo>
                      <a:lnTo>
                        <a:pt x="44" y="298"/>
                      </a:lnTo>
                      <a:lnTo>
                        <a:pt x="36" y="300"/>
                      </a:lnTo>
                      <a:lnTo>
                        <a:pt x="30" y="258"/>
                      </a:lnTo>
                      <a:lnTo>
                        <a:pt x="24" y="238"/>
                      </a:lnTo>
                      <a:lnTo>
                        <a:pt x="18" y="218"/>
                      </a:lnTo>
                      <a:lnTo>
                        <a:pt x="16" y="216"/>
                      </a:lnTo>
                      <a:lnTo>
                        <a:pt x="14" y="216"/>
                      </a:lnTo>
                      <a:lnTo>
                        <a:pt x="18" y="216"/>
                      </a:lnTo>
                      <a:lnTo>
                        <a:pt x="20" y="216"/>
                      </a:lnTo>
                      <a:lnTo>
                        <a:pt x="22" y="212"/>
                      </a:lnTo>
                      <a:lnTo>
                        <a:pt x="22" y="208"/>
                      </a:lnTo>
                      <a:lnTo>
                        <a:pt x="20" y="204"/>
                      </a:lnTo>
                      <a:lnTo>
                        <a:pt x="14" y="192"/>
                      </a:lnTo>
                      <a:lnTo>
                        <a:pt x="4" y="182"/>
                      </a:lnTo>
                      <a:lnTo>
                        <a:pt x="0" y="178"/>
                      </a:lnTo>
                      <a:lnTo>
                        <a:pt x="0" y="180"/>
                      </a:lnTo>
                      <a:lnTo>
                        <a:pt x="4" y="190"/>
                      </a:lnTo>
                      <a:lnTo>
                        <a:pt x="14" y="210"/>
                      </a:lnTo>
                      <a:lnTo>
                        <a:pt x="24" y="234"/>
                      </a:lnTo>
                      <a:lnTo>
                        <a:pt x="26" y="238"/>
                      </a:lnTo>
                      <a:lnTo>
                        <a:pt x="28" y="236"/>
                      </a:lnTo>
                      <a:lnTo>
                        <a:pt x="28" y="224"/>
                      </a:lnTo>
                      <a:lnTo>
                        <a:pt x="30" y="220"/>
                      </a:lnTo>
                      <a:lnTo>
                        <a:pt x="34" y="218"/>
                      </a:lnTo>
                      <a:lnTo>
                        <a:pt x="36" y="214"/>
                      </a:lnTo>
                      <a:lnTo>
                        <a:pt x="34" y="210"/>
                      </a:lnTo>
                      <a:lnTo>
                        <a:pt x="28" y="198"/>
                      </a:lnTo>
                      <a:lnTo>
                        <a:pt x="22" y="186"/>
                      </a:lnTo>
                      <a:lnTo>
                        <a:pt x="16" y="176"/>
                      </a:lnTo>
                      <a:lnTo>
                        <a:pt x="10" y="164"/>
                      </a:lnTo>
                      <a:lnTo>
                        <a:pt x="12" y="166"/>
                      </a:lnTo>
                      <a:lnTo>
                        <a:pt x="16" y="168"/>
                      </a:lnTo>
                      <a:lnTo>
                        <a:pt x="14" y="166"/>
                      </a:lnTo>
                      <a:lnTo>
                        <a:pt x="12" y="162"/>
                      </a:lnTo>
                      <a:lnTo>
                        <a:pt x="16" y="168"/>
                      </a:lnTo>
                      <a:lnTo>
                        <a:pt x="20" y="174"/>
                      </a:lnTo>
                      <a:lnTo>
                        <a:pt x="22" y="172"/>
                      </a:lnTo>
                      <a:lnTo>
                        <a:pt x="24" y="170"/>
                      </a:lnTo>
                      <a:lnTo>
                        <a:pt x="22" y="184"/>
                      </a:lnTo>
                      <a:lnTo>
                        <a:pt x="26" y="180"/>
                      </a:lnTo>
                      <a:lnTo>
                        <a:pt x="26" y="182"/>
                      </a:lnTo>
                      <a:lnTo>
                        <a:pt x="24" y="184"/>
                      </a:lnTo>
                      <a:lnTo>
                        <a:pt x="22" y="186"/>
                      </a:lnTo>
                      <a:lnTo>
                        <a:pt x="24" y="190"/>
                      </a:lnTo>
                      <a:lnTo>
                        <a:pt x="26" y="196"/>
                      </a:lnTo>
                      <a:lnTo>
                        <a:pt x="26" y="194"/>
                      </a:lnTo>
                      <a:lnTo>
                        <a:pt x="28" y="194"/>
                      </a:lnTo>
                      <a:lnTo>
                        <a:pt x="32" y="202"/>
                      </a:lnTo>
                      <a:lnTo>
                        <a:pt x="36" y="210"/>
                      </a:lnTo>
                      <a:lnTo>
                        <a:pt x="38" y="214"/>
                      </a:lnTo>
                      <a:lnTo>
                        <a:pt x="38" y="218"/>
                      </a:lnTo>
                      <a:lnTo>
                        <a:pt x="36" y="222"/>
                      </a:lnTo>
                      <a:lnTo>
                        <a:pt x="30" y="224"/>
                      </a:lnTo>
                      <a:lnTo>
                        <a:pt x="30" y="244"/>
                      </a:lnTo>
                      <a:lnTo>
                        <a:pt x="32" y="252"/>
                      </a:lnTo>
                      <a:lnTo>
                        <a:pt x="34" y="256"/>
                      </a:lnTo>
                      <a:lnTo>
                        <a:pt x="38" y="262"/>
                      </a:lnTo>
                      <a:lnTo>
                        <a:pt x="40" y="250"/>
                      </a:lnTo>
                      <a:lnTo>
                        <a:pt x="42" y="240"/>
                      </a:lnTo>
                      <a:lnTo>
                        <a:pt x="38" y="218"/>
                      </a:lnTo>
                      <a:lnTo>
                        <a:pt x="36" y="196"/>
                      </a:lnTo>
                      <a:lnTo>
                        <a:pt x="34" y="186"/>
                      </a:lnTo>
                      <a:lnTo>
                        <a:pt x="36" y="174"/>
                      </a:lnTo>
                      <a:lnTo>
                        <a:pt x="32" y="162"/>
                      </a:lnTo>
                      <a:lnTo>
                        <a:pt x="28" y="156"/>
                      </a:lnTo>
                      <a:lnTo>
                        <a:pt x="22" y="152"/>
                      </a:lnTo>
                      <a:lnTo>
                        <a:pt x="18" y="150"/>
                      </a:lnTo>
                      <a:lnTo>
                        <a:pt x="20" y="152"/>
                      </a:lnTo>
                      <a:lnTo>
                        <a:pt x="24" y="152"/>
                      </a:lnTo>
                      <a:lnTo>
                        <a:pt x="26" y="152"/>
                      </a:lnTo>
                      <a:lnTo>
                        <a:pt x="24" y="150"/>
                      </a:lnTo>
                      <a:lnTo>
                        <a:pt x="22" y="150"/>
                      </a:lnTo>
                      <a:lnTo>
                        <a:pt x="24" y="150"/>
                      </a:lnTo>
                      <a:lnTo>
                        <a:pt x="26" y="152"/>
                      </a:lnTo>
                      <a:lnTo>
                        <a:pt x="28" y="154"/>
                      </a:lnTo>
                      <a:lnTo>
                        <a:pt x="30" y="158"/>
                      </a:lnTo>
                      <a:lnTo>
                        <a:pt x="32" y="156"/>
                      </a:lnTo>
                      <a:lnTo>
                        <a:pt x="34" y="154"/>
                      </a:lnTo>
                      <a:lnTo>
                        <a:pt x="34" y="168"/>
                      </a:lnTo>
                      <a:lnTo>
                        <a:pt x="38" y="164"/>
                      </a:lnTo>
                      <a:lnTo>
                        <a:pt x="40" y="160"/>
                      </a:lnTo>
                      <a:lnTo>
                        <a:pt x="40" y="156"/>
                      </a:lnTo>
                      <a:lnTo>
                        <a:pt x="38" y="152"/>
                      </a:lnTo>
                      <a:lnTo>
                        <a:pt x="32" y="150"/>
                      </a:lnTo>
                      <a:lnTo>
                        <a:pt x="28" y="148"/>
                      </a:lnTo>
                      <a:lnTo>
                        <a:pt x="26" y="144"/>
                      </a:lnTo>
                      <a:lnTo>
                        <a:pt x="26" y="140"/>
                      </a:lnTo>
                      <a:lnTo>
                        <a:pt x="26" y="132"/>
                      </a:lnTo>
                      <a:lnTo>
                        <a:pt x="26" y="126"/>
                      </a:lnTo>
                      <a:lnTo>
                        <a:pt x="28" y="124"/>
                      </a:lnTo>
                      <a:lnTo>
                        <a:pt x="28" y="122"/>
                      </a:lnTo>
                      <a:lnTo>
                        <a:pt x="26" y="116"/>
                      </a:lnTo>
                      <a:lnTo>
                        <a:pt x="20" y="114"/>
                      </a:lnTo>
                      <a:lnTo>
                        <a:pt x="22" y="114"/>
                      </a:lnTo>
                      <a:lnTo>
                        <a:pt x="26" y="116"/>
                      </a:lnTo>
                      <a:lnTo>
                        <a:pt x="22" y="110"/>
                      </a:lnTo>
                      <a:lnTo>
                        <a:pt x="18" y="104"/>
                      </a:lnTo>
                      <a:lnTo>
                        <a:pt x="24" y="106"/>
                      </a:lnTo>
                      <a:lnTo>
                        <a:pt x="22" y="100"/>
                      </a:lnTo>
                      <a:lnTo>
                        <a:pt x="24" y="94"/>
                      </a:lnTo>
                      <a:lnTo>
                        <a:pt x="24" y="98"/>
                      </a:lnTo>
                      <a:lnTo>
                        <a:pt x="24" y="100"/>
                      </a:lnTo>
                      <a:lnTo>
                        <a:pt x="24" y="96"/>
                      </a:lnTo>
                      <a:lnTo>
                        <a:pt x="26" y="94"/>
                      </a:lnTo>
                      <a:lnTo>
                        <a:pt x="26" y="106"/>
                      </a:lnTo>
                      <a:lnTo>
                        <a:pt x="26" y="118"/>
                      </a:lnTo>
                      <a:lnTo>
                        <a:pt x="28" y="128"/>
                      </a:lnTo>
                      <a:lnTo>
                        <a:pt x="28" y="140"/>
                      </a:lnTo>
                      <a:lnTo>
                        <a:pt x="30" y="144"/>
                      </a:lnTo>
                      <a:lnTo>
                        <a:pt x="32" y="146"/>
                      </a:lnTo>
                      <a:lnTo>
                        <a:pt x="38" y="148"/>
                      </a:lnTo>
                      <a:lnTo>
                        <a:pt x="40" y="150"/>
                      </a:lnTo>
                      <a:lnTo>
                        <a:pt x="42" y="140"/>
                      </a:lnTo>
                      <a:lnTo>
                        <a:pt x="42" y="132"/>
                      </a:lnTo>
                      <a:lnTo>
                        <a:pt x="40" y="116"/>
                      </a:lnTo>
                      <a:lnTo>
                        <a:pt x="30" y="82"/>
                      </a:lnTo>
                      <a:lnTo>
                        <a:pt x="24" y="64"/>
                      </a:lnTo>
                      <a:lnTo>
                        <a:pt x="32" y="84"/>
                      </a:lnTo>
                      <a:lnTo>
                        <a:pt x="32" y="86"/>
                      </a:lnTo>
                      <a:lnTo>
                        <a:pt x="34" y="84"/>
                      </a:lnTo>
                      <a:lnTo>
                        <a:pt x="36" y="80"/>
                      </a:lnTo>
                      <a:lnTo>
                        <a:pt x="38" y="74"/>
                      </a:lnTo>
                      <a:lnTo>
                        <a:pt x="38" y="72"/>
                      </a:lnTo>
                      <a:lnTo>
                        <a:pt x="36" y="72"/>
                      </a:lnTo>
                      <a:lnTo>
                        <a:pt x="34" y="68"/>
                      </a:lnTo>
                      <a:lnTo>
                        <a:pt x="32" y="66"/>
                      </a:lnTo>
                      <a:lnTo>
                        <a:pt x="34" y="66"/>
                      </a:lnTo>
                      <a:lnTo>
                        <a:pt x="32" y="62"/>
                      </a:lnTo>
                      <a:lnTo>
                        <a:pt x="32" y="58"/>
                      </a:lnTo>
                      <a:lnTo>
                        <a:pt x="32" y="60"/>
                      </a:lnTo>
                      <a:lnTo>
                        <a:pt x="32" y="62"/>
                      </a:lnTo>
                      <a:lnTo>
                        <a:pt x="32" y="64"/>
                      </a:lnTo>
                      <a:lnTo>
                        <a:pt x="38" y="70"/>
                      </a:lnTo>
                      <a:lnTo>
                        <a:pt x="40" y="74"/>
                      </a:lnTo>
                      <a:lnTo>
                        <a:pt x="40" y="76"/>
                      </a:lnTo>
                      <a:lnTo>
                        <a:pt x="36" y="80"/>
                      </a:lnTo>
                      <a:lnTo>
                        <a:pt x="36" y="90"/>
                      </a:lnTo>
                      <a:lnTo>
                        <a:pt x="38" y="96"/>
                      </a:lnTo>
                      <a:lnTo>
                        <a:pt x="42" y="100"/>
                      </a:lnTo>
                      <a:lnTo>
                        <a:pt x="44" y="86"/>
                      </a:lnTo>
                      <a:lnTo>
                        <a:pt x="44" y="96"/>
                      </a:lnTo>
                      <a:lnTo>
                        <a:pt x="44" y="120"/>
                      </a:lnTo>
                      <a:lnTo>
                        <a:pt x="44" y="140"/>
                      </a:lnTo>
                      <a:lnTo>
                        <a:pt x="46" y="160"/>
                      </a:lnTo>
                      <a:lnTo>
                        <a:pt x="50" y="154"/>
                      </a:lnTo>
                      <a:lnTo>
                        <a:pt x="50" y="148"/>
                      </a:lnTo>
                      <a:lnTo>
                        <a:pt x="52" y="142"/>
                      </a:lnTo>
                      <a:lnTo>
                        <a:pt x="50" y="138"/>
                      </a:lnTo>
                      <a:lnTo>
                        <a:pt x="48" y="126"/>
                      </a:lnTo>
                      <a:lnTo>
                        <a:pt x="46" y="116"/>
                      </a:lnTo>
                      <a:lnTo>
                        <a:pt x="48" y="112"/>
                      </a:lnTo>
                      <a:lnTo>
                        <a:pt x="50" y="108"/>
                      </a:lnTo>
                      <a:lnTo>
                        <a:pt x="54" y="106"/>
                      </a:lnTo>
                      <a:lnTo>
                        <a:pt x="54" y="102"/>
                      </a:lnTo>
                      <a:lnTo>
                        <a:pt x="56" y="102"/>
                      </a:lnTo>
                      <a:lnTo>
                        <a:pt x="60" y="98"/>
                      </a:lnTo>
                      <a:lnTo>
                        <a:pt x="60" y="94"/>
                      </a:lnTo>
                      <a:lnTo>
                        <a:pt x="58" y="92"/>
                      </a:lnTo>
                      <a:lnTo>
                        <a:pt x="56" y="90"/>
                      </a:lnTo>
                      <a:lnTo>
                        <a:pt x="58" y="90"/>
                      </a:lnTo>
                      <a:lnTo>
                        <a:pt x="60" y="92"/>
                      </a:lnTo>
                      <a:lnTo>
                        <a:pt x="60" y="86"/>
                      </a:lnTo>
                      <a:lnTo>
                        <a:pt x="60" y="80"/>
                      </a:lnTo>
                      <a:lnTo>
                        <a:pt x="62" y="80"/>
                      </a:lnTo>
                      <a:lnTo>
                        <a:pt x="64" y="84"/>
                      </a:lnTo>
                      <a:lnTo>
                        <a:pt x="64" y="80"/>
                      </a:lnTo>
                      <a:lnTo>
                        <a:pt x="66" y="76"/>
                      </a:lnTo>
                      <a:lnTo>
                        <a:pt x="68" y="76"/>
                      </a:lnTo>
                      <a:lnTo>
                        <a:pt x="68" y="78"/>
                      </a:lnTo>
                      <a:lnTo>
                        <a:pt x="68" y="76"/>
                      </a:lnTo>
                      <a:lnTo>
                        <a:pt x="70" y="76"/>
                      </a:lnTo>
                      <a:lnTo>
                        <a:pt x="66" y="80"/>
                      </a:lnTo>
                      <a:lnTo>
                        <a:pt x="62" y="94"/>
                      </a:lnTo>
                      <a:lnTo>
                        <a:pt x="60" y="100"/>
                      </a:lnTo>
                      <a:lnTo>
                        <a:pt x="56" y="104"/>
                      </a:lnTo>
                      <a:lnTo>
                        <a:pt x="50" y="114"/>
                      </a:lnTo>
                      <a:lnTo>
                        <a:pt x="50" y="120"/>
                      </a:lnTo>
                      <a:lnTo>
                        <a:pt x="52" y="126"/>
                      </a:lnTo>
                      <a:lnTo>
                        <a:pt x="54" y="134"/>
                      </a:lnTo>
                      <a:lnTo>
                        <a:pt x="54" y="140"/>
                      </a:lnTo>
                      <a:lnTo>
                        <a:pt x="54" y="136"/>
                      </a:lnTo>
                      <a:lnTo>
                        <a:pt x="58" y="122"/>
                      </a:lnTo>
                      <a:lnTo>
                        <a:pt x="60" y="114"/>
                      </a:lnTo>
                      <a:lnTo>
                        <a:pt x="64" y="104"/>
                      </a:lnTo>
                      <a:lnTo>
                        <a:pt x="70" y="96"/>
                      </a:lnTo>
                      <a:lnTo>
                        <a:pt x="72" y="92"/>
                      </a:lnTo>
                      <a:lnTo>
                        <a:pt x="76" y="90"/>
                      </a:lnTo>
                      <a:lnTo>
                        <a:pt x="80" y="90"/>
                      </a:lnTo>
                      <a:lnTo>
                        <a:pt x="80" y="92"/>
                      </a:lnTo>
                      <a:lnTo>
                        <a:pt x="76" y="102"/>
                      </a:lnTo>
                      <a:lnTo>
                        <a:pt x="68" y="118"/>
                      </a:lnTo>
                      <a:lnTo>
                        <a:pt x="60" y="134"/>
                      </a:lnTo>
                      <a:lnTo>
                        <a:pt x="56" y="148"/>
                      </a:lnTo>
                      <a:lnTo>
                        <a:pt x="52" y="158"/>
                      </a:lnTo>
                      <a:lnTo>
                        <a:pt x="46" y="180"/>
                      </a:lnTo>
                      <a:lnTo>
                        <a:pt x="46" y="200"/>
                      </a:lnTo>
                      <a:lnTo>
                        <a:pt x="46" y="220"/>
                      </a:lnTo>
                      <a:lnTo>
                        <a:pt x="50" y="240"/>
                      </a:lnTo>
                      <a:lnTo>
                        <a:pt x="58" y="238"/>
                      </a:lnTo>
                      <a:lnTo>
                        <a:pt x="60" y="236"/>
                      </a:lnTo>
                      <a:lnTo>
                        <a:pt x="60" y="234"/>
                      </a:lnTo>
                      <a:lnTo>
                        <a:pt x="62" y="234"/>
                      </a:lnTo>
                      <a:lnTo>
                        <a:pt x="60" y="230"/>
                      </a:lnTo>
                      <a:lnTo>
                        <a:pt x="58" y="228"/>
                      </a:lnTo>
                      <a:lnTo>
                        <a:pt x="56" y="228"/>
                      </a:lnTo>
                      <a:lnTo>
                        <a:pt x="58" y="228"/>
                      </a:lnTo>
                      <a:lnTo>
                        <a:pt x="58" y="224"/>
                      </a:lnTo>
                      <a:lnTo>
                        <a:pt x="54" y="220"/>
                      </a:lnTo>
                      <a:lnTo>
                        <a:pt x="52" y="218"/>
                      </a:lnTo>
                      <a:lnTo>
                        <a:pt x="54" y="216"/>
                      </a:lnTo>
                      <a:lnTo>
                        <a:pt x="54" y="212"/>
                      </a:lnTo>
                      <a:lnTo>
                        <a:pt x="54" y="208"/>
                      </a:lnTo>
                      <a:lnTo>
                        <a:pt x="56" y="210"/>
                      </a:lnTo>
                      <a:lnTo>
                        <a:pt x="58" y="212"/>
                      </a:lnTo>
                      <a:lnTo>
                        <a:pt x="58" y="208"/>
                      </a:lnTo>
                      <a:lnTo>
                        <a:pt x="56" y="216"/>
                      </a:lnTo>
                      <a:lnTo>
                        <a:pt x="56" y="222"/>
                      </a:lnTo>
                      <a:lnTo>
                        <a:pt x="58" y="226"/>
                      </a:lnTo>
                      <a:lnTo>
                        <a:pt x="60" y="228"/>
                      </a:lnTo>
                      <a:lnTo>
                        <a:pt x="62" y="230"/>
                      </a:lnTo>
                      <a:lnTo>
                        <a:pt x="62" y="218"/>
                      </a:lnTo>
                      <a:lnTo>
                        <a:pt x="64" y="206"/>
                      </a:lnTo>
                      <a:lnTo>
                        <a:pt x="64" y="194"/>
                      </a:lnTo>
                      <a:lnTo>
                        <a:pt x="64" y="182"/>
                      </a:lnTo>
                      <a:lnTo>
                        <a:pt x="66" y="184"/>
                      </a:lnTo>
                      <a:lnTo>
                        <a:pt x="68" y="188"/>
                      </a:lnTo>
                      <a:lnTo>
                        <a:pt x="66" y="184"/>
                      </a:lnTo>
                      <a:lnTo>
                        <a:pt x="66" y="182"/>
                      </a:lnTo>
                      <a:lnTo>
                        <a:pt x="68" y="188"/>
                      </a:lnTo>
                      <a:lnTo>
                        <a:pt x="68" y="194"/>
                      </a:lnTo>
                      <a:lnTo>
                        <a:pt x="72" y="192"/>
                      </a:lnTo>
                      <a:lnTo>
                        <a:pt x="68" y="198"/>
                      </a:lnTo>
                      <a:lnTo>
                        <a:pt x="64" y="204"/>
                      </a:lnTo>
                      <a:lnTo>
                        <a:pt x="70" y="204"/>
                      </a:lnTo>
                      <a:lnTo>
                        <a:pt x="66" y="206"/>
                      </a:lnTo>
                      <a:lnTo>
                        <a:pt x="64" y="206"/>
                      </a:lnTo>
                      <a:lnTo>
                        <a:pt x="62" y="210"/>
                      </a:lnTo>
                      <a:lnTo>
                        <a:pt x="62" y="216"/>
                      </a:lnTo>
                      <a:lnTo>
                        <a:pt x="64" y="216"/>
                      </a:lnTo>
                      <a:close/>
                      <a:moveTo>
                        <a:pt x="42" y="106"/>
                      </a:moveTo>
                      <a:lnTo>
                        <a:pt x="42" y="104"/>
                      </a:lnTo>
                      <a:lnTo>
                        <a:pt x="40" y="106"/>
                      </a:lnTo>
                      <a:lnTo>
                        <a:pt x="42" y="106"/>
                      </a:lnTo>
                      <a:close/>
                      <a:moveTo>
                        <a:pt x="14" y="56"/>
                      </a:moveTo>
                      <a:lnTo>
                        <a:pt x="14" y="56"/>
                      </a:lnTo>
                      <a:lnTo>
                        <a:pt x="16" y="64"/>
                      </a:lnTo>
                      <a:lnTo>
                        <a:pt x="22" y="72"/>
                      </a:lnTo>
                      <a:lnTo>
                        <a:pt x="22" y="70"/>
                      </a:lnTo>
                      <a:lnTo>
                        <a:pt x="20" y="68"/>
                      </a:lnTo>
                      <a:lnTo>
                        <a:pt x="16" y="68"/>
                      </a:lnTo>
                      <a:lnTo>
                        <a:pt x="14" y="64"/>
                      </a:lnTo>
                      <a:lnTo>
                        <a:pt x="14" y="50"/>
                      </a:lnTo>
                      <a:lnTo>
                        <a:pt x="14" y="44"/>
                      </a:lnTo>
                      <a:lnTo>
                        <a:pt x="14" y="36"/>
                      </a:lnTo>
                      <a:lnTo>
                        <a:pt x="12" y="40"/>
                      </a:lnTo>
                      <a:lnTo>
                        <a:pt x="12" y="36"/>
                      </a:lnTo>
                      <a:lnTo>
                        <a:pt x="12" y="40"/>
                      </a:lnTo>
                      <a:lnTo>
                        <a:pt x="12" y="44"/>
                      </a:lnTo>
                      <a:lnTo>
                        <a:pt x="10" y="42"/>
                      </a:lnTo>
                      <a:lnTo>
                        <a:pt x="14" y="48"/>
                      </a:lnTo>
                      <a:lnTo>
                        <a:pt x="10" y="48"/>
                      </a:lnTo>
                      <a:lnTo>
                        <a:pt x="14" y="50"/>
                      </a:lnTo>
                      <a:lnTo>
                        <a:pt x="14" y="52"/>
                      </a:lnTo>
                      <a:lnTo>
                        <a:pt x="14" y="56"/>
                      </a:lnTo>
                      <a:close/>
                      <a:moveTo>
                        <a:pt x="38" y="58"/>
                      </a:moveTo>
                      <a:lnTo>
                        <a:pt x="38" y="58"/>
                      </a:lnTo>
                      <a:lnTo>
                        <a:pt x="42" y="68"/>
                      </a:lnTo>
                      <a:lnTo>
                        <a:pt x="48" y="76"/>
                      </a:lnTo>
                      <a:lnTo>
                        <a:pt x="46" y="72"/>
                      </a:lnTo>
                      <a:lnTo>
                        <a:pt x="44" y="70"/>
                      </a:lnTo>
                      <a:lnTo>
                        <a:pt x="42" y="70"/>
                      </a:lnTo>
                      <a:lnTo>
                        <a:pt x="40" y="66"/>
                      </a:lnTo>
                      <a:lnTo>
                        <a:pt x="40" y="52"/>
                      </a:lnTo>
                      <a:lnTo>
                        <a:pt x="38" y="38"/>
                      </a:lnTo>
                      <a:lnTo>
                        <a:pt x="38" y="42"/>
                      </a:lnTo>
                      <a:lnTo>
                        <a:pt x="38" y="40"/>
                      </a:lnTo>
                      <a:lnTo>
                        <a:pt x="38" y="38"/>
                      </a:lnTo>
                      <a:lnTo>
                        <a:pt x="36" y="46"/>
                      </a:lnTo>
                      <a:lnTo>
                        <a:pt x="34" y="44"/>
                      </a:lnTo>
                      <a:lnTo>
                        <a:pt x="38" y="52"/>
                      </a:lnTo>
                      <a:lnTo>
                        <a:pt x="36" y="50"/>
                      </a:lnTo>
                      <a:lnTo>
                        <a:pt x="40" y="52"/>
                      </a:lnTo>
                      <a:lnTo>
                        <a:pt x="40" y="56"/>
                      </a:lnTo>
                      <a:lnTo>
                        <a:pt x="40" y="58"/>
                      </a:lnTo>
                      <a:lnTo>
                        <a:pt x="38" y="58"/>
                      </a:lnTo>
                      <a:close/>
                      <a:moveTo>
                        <a:pt x="20" y="218"/>
                      </a:moveTo>
                      <a:lnTo>
                        <a:pt x="20" y="218"/>
                      </a:lnTo>
                      <a:lnTo>
                        <a:pt x="18" y="208"/>
                      </a:lnTo>
                      <a:lnTo>
                        <a:pt x="14" y="196"/>
                      </a:lnTo>
                      <a:lnTo>
                        <a:pt x="14" y="202"/>
                      </a:lnTo>
                      <a:lnTo>
                        <a:pt x="14" y="208"/>
                      </a:lnTo>
                      <a:lnTo>
                        <a:pt x="20" y="218"/>
                      </a:lnTo>
                      <a:close/>
                      <a:moveTo>
                        <a:pt x="36" y="172"/>
                      </a:moveTo>
                      <a:lnTo>
                        <a:pt x="38" y="166"/>
                      </a:lnTo>
                      <a:lnTo>
                        <a:pt x="36" y="168"/>
                      </a:lnTo>
                      <a:lnTo>
                        <a:pt x="36" y="172"/>
                      </a:lnTo>
                      <a:close/>
                      <a:moveTo>
                        <a:pt x="60" y="28"/>
                      </a:moveTo>
                      <a:lnTo>
                        <a:pt x="60" y="28"/>
                      </a:lnTo>
                      <a:lnTo>
                        <a:pt x="60" y="24"/>
                      </a:lnTo>
                      <a:lnTo>
                        <a:pt x="62" y="18"/>
                      </a:lnTo>
                      <a:lnTo>
                        <a:pt x="62" y="8"/>
                      </a:lnTo>
                      <a:lnTo>
                        <a:pt x="62" y="6"/>
                      </a:lnTo>
                      <a:lnTo>
                        <a:pt x="60" y="2"/>
                      </a:lnTo>
                      <a:lnTo>
                        <a:pt x="58" y="0"/>
                      </a:lnTo>
                      <a:lnTo>
                        <a:pt x="60" y="2"/>
                      </a:lnTo>
                      <a:lnTo>
                        <a:pt x="62" y="4"/>
                      </a:lnTo>
                      <a:lnTo>
                        <a:pt x="62" y="0"/>
                      </a:lnTo>
                      <a:lnTo>
                        <a:pt x="64" y="10"/>
                      </a:lnTo>
                      <a:lnTo>
                        <a:pt x="66" y="10"/>
                      </a:lnTo>
                      <a:lnTo>
                        <a:pt x="68" y="8"/>
                      </a:lnTo>
                      <a:lnTo>
                        <a:pt x="62" y="20"/>
                      </a:lnTo>
                      <a:lnTo>
                        <a:pt x="64" y="20"/>
                      </a:lnTo>
                      <a:lnTo>
                        <a:pt x="62" y="22"/>
                      </a:lnTo>
                      <a:lnTo>
                        <a:pt x="60" y="26"/>
                      </a:lnTo>
                      <a:lnTo>
                        <a:pt x="62" y="26"/>
                      </a:lnTo>
                      <a:lnTo>
                        <a:pt x="60" y="28"/>
                      </a:lnTo>
                      <a:close/>
                    </a:path>
                  </a:pathLst>
                </a:custGeom>
                <a:solidFill>
                  <a:srgbClr val="A2703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" name="AutoShape 27">
                  <a:extLst>
                    <a:ext uri="{FF2B5EF4-FFF2-40B4-BE49-F238E27FC236}">
                      <a16:creationId xmlns:a16="http://schemas.microsoft.com/office/drawing/2014/main" id="{78F4152B-0783-BC7D-D5A2-1979785C8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6" y="7987"/>
                  <a:ext cx="89" cy="220"/>
                </a:xfrm>
                <a:custGeom>
                  <a:avLst/>
                  <a:gdLst>
                    <a:gd name="T0" fmla="*/ 80 w 102"/>
                    <a:gd name="T1" fmla="*/ 124 h 220"/>
                    <a:gd name="T2" fmla="*/ 66 w 102"/>
                    <a:gd name="T3" fmla="*/ 132 h 220"/>
                    <a:gd name="T4" fmla="*/ 66 w 102"/>
                    <a:gd name="T5" fmla="*/ 148 h 220"/>
                    <a:gd name="T6" fmla="*/ 76 w 102"/>
                    <a:gd name="T7" fmla="*/ 164 h 220"/>
                    <a:gd name="T8" fmla="*/ 82 w 102"/>
                    <a:gd name="T9" fmla="*/ 186 h 220"/>
                    <a:gd name="T10" fmla="*/ 72 w 102"/>
                    <a:gd name="T11" fmla="*/ 204 h 220"/>
                    <a:gd name="T12" fmla="*/ 56 w 102"/>
                    <a:gd name="T13" fmla="*/ 214 h 220"/>
                    <a:gd name="T14" fmla="*/ 44 w 102"/>
                    <a:gd name="T15" fmla="*/ 218 h 220"/>
                    <a:gd name="T16" fmla="*/ 40 w 102"/>
                    <a:gd name="T17" fmla="*/ 208 h 220"/>
                    <a:gd name="T18" fmla="*/ 26 w 102"/>
                    <a:gd name="T19" fmla="*/ 210 h 220"/>
                    <a:gd name="T20" fmla="*/ 16 w 102"/>
                    <a:gd name="T21" fmla="*/ 210 h 220"/>
                    <a:gd name="T22" fmla="*/ 4 w 102"/>
                    <a:gd name="T23" fmla="*/ 198 h 220"/>
                    <a:gd name="T24" fmla="*/ 0 w 102"/>
                    <a:gd name="T25" fmla="*/ 154 h 220"/>
                    <a:gd name="T26" fmla="*/ 8 w 102"/>
                    <a:gd name="T27" fmla="*/ 138 h 220"/>
                    <a:gd name="T28" fmla="*/ 16 w 102"/>
                    <a:gd name="T29" fmla="*/ 138 h 220"/>
                    <a:gd name="T30" fmla="*/ 14 w 102"/>
                    <a:gd name="T31" fmla="*/ 126 h 220"/>
                    <a:gd name="T32" fmla="*/ 18 w 102"/>
                    <a:gd name="T33" fmla="*/ 128 h 220"/>
                    <a:gd name="T34" fmla="*/ 32 w 102"/>
                    <a:gd name="T35" fmla="*/ 146 h 220"/>
                    <a:gd name="T36" fmla="*/ 44 w 102"/>
                    <a:gd name="T37" fmla="*/ 136 h 220"/>
                    <a:gd name="T38" fmla="*/ 40 w 102"/>
                    <a:gd name="T39" fmla="*/ 94 h 220"/>
                    <a:gd name="T40" fmla="*/ 30 w 102"/>
                    <a:gd name="T41" fmla="*/ 114 h 220"/>
                    <a:gd name="T42" fmla="*/ 10 w 102"/>
                    <a:gd name="T43" fmla="*/ 110 h 220"/>
                    <a:gd name="T44" fmla="*/ 8 w 102"/>
                    <a:gd name="T45" fmla="*/ 94 h 220"/>
                    <a:gd name="T46" fmla="*/ 16 w 102"/>
                    <a:gd name="T47" fmla="*/ 70 h 220"/>
                    <a:gd name="T48" fmla="*/ 32 w 102"/>
                    <a:gd name="T49" fmla="*/ 74 h 220"/>
                    <a:gd name="T50" fmla="*/ 44 w 102"/>
                    <a:gd name="T51" fmla="*/ 82 h 220"/>
                    <a:gd name="T52" fmla="*/ 46 w 102"/>
                    <a:gd name="T53" fmla="*/ 88 h 220"/>
                    <a:gd name="T54" fmla="*/ 46 w 102"/>
                    <a:gd name="T55" fmla="*/ 78 h 220"/>
                    <a:gd name="T56" fmla="*/ 44 w 102"/>
                    <a:gd name="T57" fmla="*/ 74 h 220"/>
                    <a:gd name="T58" fmla="*/ 42 w 102"/>
                    <a:gd name="T59" fmla="*/ 72 h 220"/>
                    <a:gd name="T60" fmla="*/ 42 w 102"/>
                    <a:gd name="T61" fmla="*/ 54 h 220"/>
                    <a:gd name="T62" fmla="*/ 16 w 102"/>
                    <a:gd name="T63" fmla="*/ 34 h 220"/>
                    <a:gd name="T64" fmla="*/ 26 w 102"/>
                    <a:gd name="T65" fmla="*/ 20 h 220"/>
                    <a:gd name="T66" fmla="*/ 46 w 102"/>
                    <a:gd name="T67" fmla="*/ 4 h 220"/>
                    <a:gd name="T68" fmla="*/ 48 w 102"/>
                    <a:gd name="T69" fmla="*/ 2 h 220"/>
                    <a:gd name="T70" fmla="*/ 50 w 102"/>
                    <a:gd name="T71" fmla="*/ 8 h 220"/>
                    <a:gd name="T72" fmla="*/ 54 w 102"/>
                    <a:gd name="T73" fmla="*/ 6 h 220"/>
                    <a:gd name="T74" fmla="*/ 68 w 102"/>
                    <a:gd name="T75" fmla="*/ 26 h 220"/>
                    <a:gd name="T76" fmla="*/ 62 w 102"/>
                    <a:gd name="T77" fmla="*/ 14 h 220"/>
                    <a:gd name="T78" fmla="*/ 68 w 102"/>
                    <a:gd name="T79" fmla="*/ 12 h 220"/>
                    <a:gd name="T80" fmla="*/ 68 w 102"/>
                    <a:gd name="T81" fmla="*/ 18 h 220"/>
                    <a:gd name="T82" fmla="*/ 86 w 102"/>
                    <a:gd name="T83" fmla="*/ 50 h 220"/>
                    <a:gd name="T84" fmla="*/ 92 w 102"/>
                    <a:gd name="T85" fmla="*/ 52 h 220"/>
                    <a:gd name="T86" fmla="*/ 102 w 102"/>
                    <a:gd name="T87" fmla="*/ 64 h 220"/>
                    <a:gd name="T88" fmla="*/ 92 w 102"/>
                    <a:gd name="T89" fmla="*/ 64 h 220"/>
                    <a:gd name="T90" fmla="*/ 90 w 102"/>
                    <a:gd name="T91" fmla="*/ 74 h 220"/>
                    <a:gd name="T92" fmla="*/ 94 w 102"/>
                    <a:gd name="T93" fmla="*/ 88 h 220"/>
                    <a:gd name="T94" fmla="*/ 80 w 102"/>
                    <a:gd name="T95" fmla="*/ 116 h 220"/>
                    <a:gd name="T96" fmla="*/ 36 w 102"/>
                    <a:gd name="T97" fmla="*/ 148 h 220"/>
                    <a:gd name="T98" fmla="*/ 36 w 102"/>
                    <a:gd name="T99" fmla="*/ 148 h 220"/>
                    <a:gd name="T100" fmla="*/ 18 w 102"/>
                    <a:gd name="T101" fmla="*/ 44 h 220"/>
                    <a:gd name="T102" fmla="*/ 18 w 102"/>
                    <a:gd name="T103" fmla="*/ 46 h 220"/>
                    <a:gd name="T104" fmla="*/ 20 w 102"/>
                    <a:gd name="T105" fmla="*/ 60 h 220"/>
                    <a:gd name="T106" fmla="*/ 26 w 102"/>
                    <a:gd name="T107" fmla="*/ 18 h 220"/>
                    <a:gd name="T108" fmla="*/ 44 w 102"/>
                    <a:gd name="T109" fmla="*/ 204 h 220"/>
                    <a:gd name="T110" fmla="*/ 38 w 102"/>
                    <a:gd name="T111" fmla="*/ 206 h 220"/>
                    <a:gd name="T112" fmla="*/ 0 w 102"/>
                    <a:gd name="T113" fmla="*/ 0 h 220"/>
                    <a:gd name="T114" fmla="*/ 102 w 102"/>
                    <a:gd name="T115" fmla="*/ 220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T112" t="T113" r="T114" b="T115"/>
                  <a:pathLst>
                    <a:path w="102" h="220">
                      <a:moveTo>
                        <a:pt x="80" y="116"/>
                      </a:moveTo>
                      <a:lnTo>
                        <a:pt x="80" y="116"/>
                      </a:lnTo>
                      <a:lnTo>
                        <a:pt x="82" y="118"/>
                      </a:lnTo>
                      <a:lnTo>
                        <a:pt x="82" y="120"/>
                      </a:lnTo>
                      <a:lnTo>
                        <a:pt x="80" y="122"/>
                      </a:lnTo>
                      <a:lnTo>
                        <a:pt x="76" y="122"/>
                      </a:lnTo>
                      <a:lnTo>
                        <a:pt x="80" y="124"/>
                      </a:lnTo>
                      <a:lnTo>
                        <a:pt x="78" y="126"/>
                      </a:lnTo>
                      <a:lnTo>
                        <a:pt x="72" y="130"/>
                      </a:lnTo>
                      <a:lnTo>
                        <a:pt x="74" y="132"/>
                      </a:lnTo>
                      <a:lnTo>
                        <a:pt x="72" y="136"/>
                      </a:lnTo>
                      <a:lnTo>
                        <a:pt x="70" y="136"/>
                      </a:lnTo>
                      <a:lnTo>
                        <a:pt x="68" y="136"/>
                      </a:lnTo>
                      <a:lnTo>
                        <a:pt x="66" y="132"/>
                      </a:lnTo>
                      <a:lnTo>
                        <a:pt x="62" y="134"/>
                      </a:lnTo>
                      <a:lnTo>
                        <a:pt x="64" y="138"/>
                      </a:lnTo>
                      <a:lnTo>
                        <a:pt x="66" y="140"/>
                      </a:lnTo>
                      <a:lnTo>
                        <a:pt x="66" y="144"/>
                      </a:lnTo>
                      <a:lnTo>
                        <a:pt x="66" y="148"/>
                      </a:lnTo>
                      <a:lnTo>
                        <a:pt x="72" y="150"/>
                      </a:lnTo>
                      <a:lnTo>
                        <a:pt x="74" y="150"/>
                      </a:lnTo>
                      <a:lnTo>
                        <a:pt x="74" y="152"/>
                      </a:lnTo>
                      <a:lnTo>
                        <a:pt x="72" y="158"/>
                      </a:lnTo>
                      <a:lnTo>
                        <a:pt x="72" y="164"/>
                      </a:lnTo>
                      <a:lnTo>
                        <a:pt x="76" y="164"/>
                      </a:lnTo>
                      <a:lnTo>
                        <a:pt x="76" y="166"/>
                      </a:lnTo>
                      <a:lnTo>
                        <a:pt x="76" y="172"/>
                      </a:lnTo>
                      <a:lnTo>
                        <a:pt x="76" y="178"/>
                      </a:lnTo>
                      <a:lnTo>
                        <a:pt x="74" y="180"/>
                      </a:lnTo>
                      <a:lnTo>
                        <a:pt x="76" y="178"/>
                      </a:lnTo>
                      <a:lnTo>
                        <a:pt x="80" y="184"/>
                      </a:lnTo>
                      <a:lnTo>
                        <a:pt x="82" y="186"/>
                      </a:lnTo>
                      <a:lnTo>
                        <a:pt x="80" y="196"/>
                      </a:lnTo>
                      <a:lnTo>
                        <a:pt x="78" y="196"/>
                      </a:lnTo>
                      <a:lnTo>
                        <a:pt x="76" y="198"/>
                      </a:lnTo>
                      <a:lnTo>
                        <a:pt x="78" y="198"/>
                      </a:lnTo>
                      <a:lnTo>
                        <a:pt x="76" y="200"/>
                      </a:lnTo>
                      <a:lnTo>
                        <a:pt x="74" y="200"/>
                      </a:lnTo>
                      <a:lnTo>
                        <a:pt x="72" y="204"/>
                      </a:lnTo>
                      <a:lnTo>
                        <a:pt x="60" y="214"/>
                      </a:lnTo>
                      <a:lnTo>
                        <a:pt x="58" y="212"/>
                      </a:lnTo>
                      <a:lnTo>
                        <a:pt x="56" y="214"/>
                      </a:lnTo>
                      <a:lnTo>
                        <a:pt x="60" y="216"/>
                      </a:lnTo>
                      <a:lnTo>
                        <a:pt x="58" y="218"/>
                      </a:lnTo>
                      <a:lnTo>
                        <a:pt x="54" y="218"/>
                      </a:lnTo>
                      <a:lnTo>
                        <a:pt x="54" y="220"/>
                      </a:lnTo>
                      <a:lnTo>
                        <a:pt x="52" y="220"/>
                      </a:lnTo>
                      <a:lnTo>
                        <a:pt x="44" y="218"/>
                      </a:lnTo>
                      <a:lnTo>
                        <a:pt x="42" y="220"/>
                      </a:lnTo>
                      <a:lnTo>
                        <a:pt x="40" y="218"/>
                      </a:lnTo>
                      <a:lnTo>
                        <a:pt x="38" y="218"/>
                      </a:lnTo>
                      <a:lnTo>
                        <a:pt x="42" y="214"/>
                      </a:lnTo>
                      <a:lnTo>
                        <a:pt x="40" y="208"/>
                      </a:lnTo>
                      <a:lnTo>
                        <a:pt x="36" y="212"/>
                      </a:lnTo>
                      <a:lnTo>
                        <a:pt x="34" y="214"/>
                      </a:lnTo>
                      <a:lnTo>
                        <a:pt x="32" y="214"/>
                      </a:lnTo>
                      <a:lnTo>
                        <a:pt x="30" y="212"/>
                      </a:lnTo>
                      <a:lnTo>
                        <a:pt x="28" y="208"/>
                      </a:lnTo>
                      <a:lnTo>
                        <a:pt x="26" y="208"/>
                      </a:lnTo>
                      <a:lnTo>
                        <a:pt x="26" y="210"/>
                      </a:lnTo>
                      <a:lnTo>
                        <a:pt x="24" y="210"/>
                      </a:lnTo>
                      <a:lnTo>
                        <a:pt x="20" y="210"/>
                      </a:lnTo>
                      <a:lnTo>
                        <a:pt x="22" y="210"/>
                      </a:lnTo>
                      <a:lnTo>
                        <a:pt x="18" y="212"/>
                      </a:lnTo>
                      <a:lnTo>
                        <a:pt x="16" y="210"/>
                      </a:lnTo>
                      <a:lnTo>
                        <a:pt x="14" y="212"/>
                      </a:lnTo>
                      <a:lnTo>
                        <a:pt x="12" y="208"/>
                      </a:lnTo>
                      <a:lnTo>
                        <a:pt x="8" y="206"/>
                      </a:lnTo>
                      <a:lnTo>
                        <a:pt x="4" y="202"/>
                      </a:lnTo>
                      <a:lnTo>
                        <a:pt x="4" y="198"/>
                      </a:lnTo>
                      <a:lnTo>
                        <a:pt x="4" y="194"/>
                      </a:lnTo>
                      <a:lnTo>
                        <a:pt x="4" y="186"/>
                      </a:lnTo>
                      <a:lnTo>
                        <a:pt x="4" y="176"/>
                      </a:lnTo>
                      <a:lnTo>
                        <a:pt x="0" y="168"/>
                      </a:lnTo>
                      <a:lnTo>
                        <a:pt x="0" y="160"/>
                      </a:lnTo>
                      <a:lnTo>
                        <a:pt x="0" y="154"/>
                      </a:lnTo>
                      <a:lnTo>
                        <a:pt x="4" y="148"/>
                      </a:lnTo>
                      <a:lnTo>
                        <a:pt x="6" y="148"/>
                      </a:lnTo>
                      <a:lnTo>
                        <a:pt x="6" y="146"/>
                      </a:lnTo>
                      <a:lnTo>
                        <a:pt x="8" y="146"/>
                      </a:lnTo>
                      <a:lnTo>
                        <a:pt x="8" y="140"/>
                      </a:lnTo>
                      <a:lnTo>
                        <a:pt x="8" y="138"/>
                      </a:lnTo>
                      <a:lnTo>
                        <a:pt x="6" y="134"/>
                      </a:lnTo>
                      <a:lnTo>
                        <a:pt x="12" y="134"/>
                      </a:lnTo>
                      <a:lnTo>
                        <a:pt x="14" y="134"/>
                      </a:lnTo>
                      <a:lnTo>
                        <a:pt x="16" y="132"/>
                      </a:lnTo>
                      <a:lnTo>
                        <a:pt x="16" y="136"/>
                      </a:lnTo>
                      <a:lnTo>
                        <a:pt x="16" y="138"/>
                      </a:lnTo>
                      <a:lnTo>
                        <a:pt x="16" y="140"/>
                      </a:lnTo>
                      <a:lnTo>
                        <a:pt x="16" y="142"/>
                      </a:lnTo>
                      <a:lnTo>
                        <a:pt x="24" y="142"/>
                      </a:lnTo>
                      <a:lnTo>
                        <a:pt x="26" y="140"/>
                      </a:lnTo>
                      <a:lnTo>
                        <a:pt x="24" y="136"/>
                      </a:lnTo>
                      <a:lnTo>
                        <a:pt x="22" y="132"/>
                      </a:lnTo>
                      <a:lnTo>
                        <a:pt x="14" y="126"/>
                      </a:lnTo>
                      <a:lnTo>
                        <a:pt x="12" y="124"/>
                      </a:lnTo>
                      <a:lnTo>
                        <a:pt x="14" y="124"/>
                      </a:lnTo>
                      <a:lnTo>
                        <a:pt x="16" y="124"/>
                      </a:lnTo>
                      <a:lnTo>
                        <a:pt x="18" y="126"/>
                      </a:lnTo>
                      <a:lnTo>
                        <a:pt x="16" y="128"/>
                      </a:lnTo>
                      <a:lnTo>
                        <a:pt x="18" y="128"/>
                      </a:lnTo>
                      <a:lnTo>
                        <a:pt x="18" y="126"/>
                      </a:lnTo>
                      <a:lnTo>
                        <a:pt x="22" y="124"/>
                      </a:lnTo>
                      <a:lnTo>
                        <a:pt x="28" y="128"/>
                      </a:lnTo>
                      <a:lnTo>
                        <a:pt x="34" y="136"/>
                      </a:lnTo>
                      <a:lnTo>
                        <a:pt x="34" y="138"/>
                      </a:lnTo>
                      <a:lnTo>
                        <a:pt x="34" y="142"/>
                      </a:lnTo>
                      <a:lnTo>
                        <a:pt x="32" y="146"/>
                      </a:lnTo>
                      <a:lnTo>
                        <a:pt x="32" y="142"/>
                      </a:lnTo>
                      <a:lnTo>
                        <a:pt x="34" y="140"/>
                      </a:lnTo>
                      <a:lnTo>
                        <a:pt x="36" y="138"/>
                      </a:lnTo>
                      <a:lnTo>
                        <a:pt x="36" y="140"/>
                      </a:lnTo>
                      <a:lnTo>
                        <a:pt x="38" y="146"/>
                      </a:lnTo>
                      <a:lnTo>
                        <a:pt x="40" y="142"/>
                      </a:lnTo>
                      <a:lnTo>
                        <a:pt x="44" y="136"/>
                      </a:lnTo>
                      <a:lnTo>
                        <a:pt x="46" y="126"/>
                      </a:lnTo>
                      <a:lnTo>
                        <a:pt x="46" y="116"/>
                      </a:lnTo>
                      <a:lnTo>
                        <a:pt x="46" y="100"/>
                      </a:lnTo>
                      <a:lnTo>
                        <a:pt x="44" y="96"/>
                      </a:lnTo>
                      <a:lnTo>
                        <a:pt x="42" y="94"/>
                      </a:lnTo>
                      <a:lnTo>
                        <a:pt x="40" y="94"/>
                      </a:lnTo>
                      <a:lnTo>
                        <a:pt x="42" y="100"/>
                      </a:lnTo>
                      <a:lnTo>
                        <a:pt x="40" y="104"/>
                      </a:lnTo>
                      <a:lnTo>
                        <a:pt x="40" y="106"/>
                      </a:lnTo>
                      <a:lnTo>
                        <a:pt x="38" y="108"/>
                      </a:lnTo>
                      <a:lnTo>
                        <a:pt x="32" y="108"/>
                      </a:lnTo>
                      <a:lnTo>
                        <a:pt x="30" y="108"/>
                      </a:lnTo>
                      <a:lnTo>
                        <a:pt x="30" y="114"/>
                      </a:lnTo>
                      <a:lnTo>
                        <a:pt x="30" y="116"/>
                      </a:lnTo>
                      <a:lnTo>
                        <a:pt x="28" y="118"/>
                      </a:lnTo>
                      <a:lnTo>
                        <a:pt x="24" y="116"/>
                      </a:lnTo>
                      <a:lnTo>
                        <a:pt x="20" y="112"/>
                      </a:lnTo>
                      <a:lnTo>
                        <a:pt x="16" y="108"/>
                      </a:lnTo>
                      <a:lnTo>
                        <a:pt x="12" y="110"/>
                      </a:lnTo>
                      <a:lnTo>
                        <a:pt x="10" y="110"/>
                      </a:lnTo>
                      <a:lnTo>
                        <a:pt x="8" y="106"/>
                      </a:lnTo>
                      <a:lnTo>
                        <a:pt x="8" y="100"/>
                      </a:lnTo>
                      <a:lnTo>
                        <a:pt x="6" y="98"/>
                      </a:lnTo>
                      <a:lnTo>
                        <a:pt x="4" y="96"/>
                      </a:lnTo>
                      <a:lnTo>
                        <a:pt x="8" y="96"/>
                      </a:lnTo>
                      <a:lnTo>
                        <a:pt x="10" y="96"/>
                      </a:lnTo>
                      <a:lnTo>
                        <a:pt x="8" y="94"/>
                      </a:lnTo>
                      <a:lnTo>
                        <a:pt x="6" y="90"/>
                      </a:lnTo>
                      <a:lnTo>
                        <a:pt x="6" y="84"/>
                      </a:lnTo>
                      <a:lnTo>
                        <a:pt x="8" y="72"/>
                      </a:lnTo>
                      <a:lnTo>
                        <a:pt x="16" y="74"/>
                      </a:lnTo>
                      <a:lnTo>
                        <a:pt x="16" y="70"/>
                      </a:lnTo>
                      <a:lnTo>
                        <a:pt x="20" y="64"/>
                      </a:lnTo>
                      <a:lnTo>
                        <a:pt x="22" y="64"/>
                      </a:lnTo>
                      <a:lnTo>
                        <a:pt x="24" y="64"/>
                      </a:lnTo>
                      <a:lnTo>
                        <a:pt x="26" y="66"/>
                      </a:lnTo>
                      <a:lnTo>
                        <a:pt x="28" y="70"/>
                      </a:lnTo>
                      <a:lnTo>
                        <a:pt x="28" y="72"/>
                      </a:lnTo>
                      <a:lnTo>
                        <a:pt x="32" y="74"/>
                      </a:lnTo>
                      <a:lnTo>
                        <a:pt x="34" y="76"/>
                      </a:lnTo>
                      <a:lnTo>
                        <a:pt x="38" y="74"/>
                      </a:lnTo>
                      <a:lnTo>
                        <a:pt x="38" y="78"/>
                      </a:lnTo>
                      <a:lnTo>
                        <a:pt x="38" y="82"/>
                      </a:lnTo>
                      <a:lnTo>
                        <a:pt x="42" y="82"/>
                      </a:lnTo>
                      <a:lnTo>
                        <a:pt x="44" y="82"/>
                      </a:lnTo>
                      <a:lnTo>
                        <a:pt x="42" y="86"/>
                      </a:lnTo>
                      <a:lnTo>
                        <a:pt x="40" y="90"/>
                      </a:lnTo>
                      <a:lnTo>
                        <a:pt x="40" y="92"/>
                      </a:lnTo>
                      <a:lnTo>
                        <a:pt x="42" y="92"/>
                      </a:lnTo>
                      <a:lnTo>
                        <a:pt x="44" y="88"/>
                      </a:lnTo>
                      <a:lnTo>
                        <a:pt x="46" y="88"/>
                      </a:lnTo>
                      <a:lnTo>
                        <a:pt x="46" y="82"/>
                      </a:lnTo>
                      <a:lnTo>
                        <a:pt x="46" y="80"/>
                      </a:lnTo>
                      <a:lnTo>
                        <a:pt x="46" y="78"/>
                      </a:lnTo>
                      <a:lnTo>
                        <a:pt x="48" y="78"/>
                      </a:lnTo>
                      <a:lnTo>
                        <a:pt x="46" y="78"/>
                      </a:lnTo>
                      <a:lnTo>
                        <a:pt x="46" y="76"/>
                      </a:lnTo>
                      <a:lnTo>
                        <a:pt x="48" y="76"/>
                      </a:lnTo>
                      <a:lnTo>
                        <a:pt x="44" y="76"/>
                      </a:lnTo>
                      <a:lnTo>
                        <a:pt x="44" y="74"/>
                      </a:lnTo>
                      <a:lnTo>
                        <a:pt x="42" y="74"/>
                      </a:lnTo>
                      <a:lnTo>
                        <a:pt x="42" y="72"/>
                      </a:lnTo>
                      <a:lnTo>
                        <a:pt x="44" y="72"/>
                      </a:lnTo>
                      <a:lnTo>
                        <a:pt x="42" y="72"/>
                      </a:lnTo>
                      <a:lnTo>
                        <a:pt x="44" y="64"/>
                      </a:lnTo>
                      <a:lnTo>
                        <a:pt x="44" y="62"/>
                      </a:lnTo>
                      <a:lnTo>
                        <a:pt x="44" y="64"/>
                      </a:lnTo>
                      <a:lnTo>
                        <a:pt x="44" y="56"/>
                      </a:lnTo>
                      <a:lnTo>
                        <a:pt x="42" y="54"/>
                      </a:lnTo>
                      <a:lnTo>
                        <a:pt x="38" y="50"/>
                      </a:lnTo>
                      <a:lnTo>
                        <a:pt x="32" y="52"/>
                      </a:lnTo>
                      <a:lnTo>
                        <a:pt x="26" y="52"/>
                      </a:lnTo>
                      <a:lnTo>
                        <a:pt x="18" y="50"/>
                      </a:lnTo>
                      <a:lnTo>
                        <a:pt x="16" y="40"/>
                      </a:lnTo>
                      <a:lnTo>
                        <a:pt x="16" y="34"/>
                      </a:lnTo>
                      <a:lnTo>
                        <a:pt x="18" y="30"/>
                      </a:lnTo>
                      <a:lnTo>
                        <a:pt x="12" y="26"/>
                      </a:lnTo>
                      <a:lnTo>
                        <a:pt x="14" y="26"/>
                      </a:lnTo>
                      <a:lnTo>
                        <a:pt x="18" y="24"/>
                      </a:lnTo>
                      <a:lnTo>
                        <a:pt x="20" y="24"/>
                      </a:lnTo>
                      <a:lnTo>
                        <a:pt x="26" y="20"/>
                      </a:lnTo>
                      <a:lnTo>
                        <a:pt x="30" y="14"/>
                      </a:lnTo>
                      <a:lnTo>
                        <a:pt x="32" y="10"/>
                      </a:lnTo>
                      <a:lnTo>
                        <a:pt x="34" y="10"/>
                      </a:lnTo>
                      <a:lnTo>
                        <a:pt x="36" y="8"/>
                      </a:lnTo>
                      <a:lnTo>
                        <a:pt x="42" y="8"/>
                      </a:lnTo>
                      <a:lnTo>
                        <a:pt x="46" y="6"/>
                      </a:lnTo>
                      <a:lnTo>
                        <a:pt x="46" y="4"/>
                      </a:lnTo>
                      <a:lnTo>
                        <a:pt x="46" y="0"/>
                      </a:lnTo>
                      <a:lnTo>
                        <a:pt x="48" y="4"/>
                      </a:lnTo>
                      <a:lnTo>
                        <a:pt x="48" y="2"/>
                      </a:lnTo>
                      <a:lnTo>
                        <a:pt x="48" y="4"/>
                      </a:lnTo>
                      <a:lnTo>
                        <a:pt x="48" y="2"/>
                      </a:lnTo>
                      <a:lnTo>
                        <a:pt x="50" y="8"/>
                      </a:lnTo>
                      <a:lnTo>
                        <a:pt x="50" y="6"/>
                      </a:lnTo>
                      <a:lnTo>
                        <a:pt x="50" y="8"/>
                      </a:lnTo>
                      <a:lnTo>
                        <a:pt x="52" y="6"/>
                      </a:lnTo>
                      <a:lnTo>
                        <a:pt x="52" y="4"/>
                      </a:lnTo>
                      <a:lnTo>
                        <a:pt x="54" y="6"/>
                      </a:lnTo>
                      <a:lnTo>
                        <a:pt x="62" y="10"/>
                      </a:lnTo>
                      <a:lnTo>
                        <a:pt x="58" y="14"/>
                      </a:lnTo>
                      <a:lnTo>
                        <a:pt x="58" y="16"/>
                      </a:lnTo>
                      <a:lnTo>
                        <a:pt x="58" y="22"/>
                      </a:lnTo>
                      <a:lnTo>
                        <a:pt x="62" y="26"/>
                      </a:lnTo>
                      <a:lnTo>
                        <a:pt x="66" y="28"/>
                      </a:lnTo>
                      <a:lnTo>
                        <a:pt x="68" y="26"/>
                      </a:lnTo>
                      <a:lnTo>
                        <a:pt x="66" y="20"/>
                      </a:lnTo>
                      <a:lnTo>
                        <a:pt x="64" y="16"/>
                      </a:lnTo>
                      <a:lnTo>
                        <a:pt x="60" y="16"/>
                      </a:lnTo>
                      <a:lnTo>
                        <a:pt x="62" y="14"/>
                      </a:lnTo>
                      <a:lnTo>
                        <a:pt x="66" y="12"/>
                      </a:lnTo>
                      <a:lnTo>
                        <a:pt x="62" y="10"/>
                      </a:lnTo>
                      <a:lnTo>
                        <a:pt x="66" y="10"/>
                      </a:lnTo>
                      <a:lnTo>
                        <a:pt x="68" y="10"/>
                      </a:lnTo>
                      <a:lnTo>
                        <a:pt x="68" y="12"/>
                      </a:lnTo>
                      <a:lnTo>
                        <a:pt x="70" y="14"/>
                      </a:lnTo>
                      <a:lnTo>
                        <a:pt x="70" y="16"/>
                      </a:lnTo>
                      <a:lnTo>
                        <a:pt x="68" y="18"/>
                      </a:lnTo>
                      <a:lnTo>
                        <a:pt x="70" y="16"/>
                      </a:lnTo>
                      <a:lnTo>
                        <a:pt x="80" y="26"/>
                      </a:lnTo>
                      <a:lnTo>
                        <a:pt x="88" y="30"/>
                      </a:lnTo>
                      <a:lnTo>
                        <a:pt x="90" y="34"/>
                      </a:lnTo>
                      <a:lnTo>
                        <a:pt x="90" y="38"/>
                      </a:lnTo>
                      <a:lnTo>
                        <a:pt x="86" y="50"/>
                      </a:lnTo>
                      <a:lnTo>
                        <a:pt x="86" y="52"/>
                      </a:lnTo>
                      <a:lnTo>
                        <a:pt x="90" y="52"/>
                      </a:lnTo>
                      <a:lnTo>
                        <a:pt x="92" y="52"/>
                      </a:lnTo>
                      <a:lnTo>
                        <a:pt x="98" y="60"/>
                      </a:lnTo>
                      <a:lnTo>
                        <a:pt x="100" y="62"/>
                      </a:lnTo>
                      <a:lnTo>
                        <a:pt x="102" y="64"/>
                      </a:lnTo>
                      <a:lnTo>
                        <a:pt x="102" y="66"/>
                      </a:lnTo>
                      <a:lnTo>
                        <a:pt x="98" y="72"/>
                      </a:lnTo>
                      <a:lnTo>
                        <a:pt x="94" y="72"/>
                      </a:lnTo>
                      <a:lnTo>
                        <a:pt x="94" y="66"/>
                      </a:lnTo>
                      <a:lnTo>
                        <a:pt x="92" y="64"/>
                      </a:lnTo>
                      <a:lnTo>
                        <a:pt x="90" y="62"/>
                      </a:lnTo>
                      <a:lnTo>
                        <a:pt x="88" y="62"/>
                      </a:lnTo>
                      <a:lnTo>
                        <a:pt x="86" y="64"/>
                      </a:lnTo>
                      <a:lnTo>
                        <a:pt x="84" y="66"/>
                      </a:lnTo>
                      <a:lnTo>
                        <a:pt x="86" y="70"/>
                      </a:lnTo>
                      <a:lnTo>
                        <a:pt x="88" y="74"/>
                      </a:lnTo>
                      <a:lnTo>
                        <a:pt x="90" y="74"/>
                      </a:lnTo>
                      <a:lnTo>
                        <a:pt x="88" y="76"/>
                      </a:lnTo>
                      <a:lnTo>
                        <a:pt x="90" y="76"/>
                      </a:lnTo>
                      <a:lnTo>
                        <a:pt x="88" y="76"/>
                      </a:lnTo>
                      <a:lnTo>
                        <a:pt x="94" y="82"/>
                      </a:lnTo>
                      <a:lnTo>
                        <a:pt x="94" y="88"/>
                      </a:lnTo>
                      <a:lnTo>
                        <a:pt x="92" y="90"/>
                      </a:lnTo>
                      <a:lnTo>
                        <a:pt x="88" y="96"/>
                      </a:lnTo>
                      <a:lnTo>
                        <a:pt x="82" y="104"/>
                      </a:lnTo>
                      <a:lnTo>
                        <a:pt x="78" y="110"/>
                      </a:lnTo>
                      <a:lnTo>
                        <a:pt x="78" y="114"/>
                      </a:lnTo>
                      <a:lnTo>
                        <a:pt x="80" y="116"/>
                      </a:lnTo>
                      <a:close/>
                      <a:moveTo>
                        <a:pt x="42" y="148"/>
                      </a:moveTo>
                      <a:lnTo>
                        <a:pt x="42" y="148"/>
                      </a:lnTo>
                      <a:lnTo>
                        <a:pt x="40" y="146"/>
                      </a:lnTo>
                      <a:lnTo>
                        <a:pt x="38" y="146"/>
                      </a:lnTo>
                      <a:lnTo>
                        <a:pt x="36" y="148"/>
                      </a:lnTo>
                      <a:lnTo>
                        <a:pt x="42" y="150"/>
                      </a:lnTo>
                      <a:lnTo>
                        <a:pt x="42" y="148"/>
                      </a:lnTo>
                      <a:close/>
                      <a:moveTo>
                        <a:pt x="36" y="148"/>
                      </a:moveTo>
                      <a:lnTo>
                        <a:pt x="36" y="148"/>
                      </a:lnTo>
                      <a:lnTo>
                        <a:pt x="36" y="150"/>
                      </a:lnTo>
                      <a:lnTo>
                        <a:pt x="36" y="148"/>
                      </a:lnTo>
                      <a:close/>
                      <a:moveTo>
                        <a:pt x="92" y="84"/>
                      </a:moveTo>
                      <a:lnTo>
                        <a:pt x="92" y="84"/>
                      </a:lnTo>
                      <a:lnTo>
                        <a:pt x="92" y="86"/>
                      </a:lnTo>
                      <a:lnTo>
                        <a:pt x="92" y="84"/>
                      </a:lnTo>
                      <a:close/>
                      <a:moveTo>
                        <a:pt x="18" y="44"/>
                      </a:moveTo>
                      <a:lnTo>
                        <a:pt x="18" y="44"/>
                      </a:lnTo>
                      <a:lnTo>
                        <a:pt x="14" y="42"/>
                      </a:lnTo>
                      <a:lnTo>
                        <a:pt x="12" y="44"/>
                      </a:lnTo>
                      <a:lnTo>
                        <a:pt x="14" y="48"/>
                      </a:lnTo>
                      <a:lnTo>
                        <a:pt x="18" y="48"/>
                      </a:lnTo>
                      <a:lnTo>
                        <a:pt x="18" y="46"/>
                      </a:lnTo>
                      <a:lnTo>
                        <a:pt x="18" y="44"/>
                      </a:lnTo>
                      <a:close/>
                      <a:moveTo>
                        <a:pt x="20" y="54"/>
                      </a:moveTo>
                      <a:lnTo>
                        <a:pt x="20" y="54"/>
                      </a:lnTo>
                      <a:lnTo>
                        <a:pt x="18" y="54"/>
                      </a:lnTo>
                      <a:lnTo>
                        <a:pt x="18" y="56"/>
                      </a:lnTo>
                      <a:lnTo>
                        <a:pt x="20" y="60"/>
                      </a:lnTo>
                      <a:lnTo>
                        <a:pt x="20" y="58"/>
                      </a:lnTo>
                      <a:lnTo>
                        <a:pt x="22" y="56"/>
                      </a:lnTo>
                      <a:lnTo>
                        <a:pt x="24" y="54"/>
                      </a:lnTo>
                      <a:lnTo>
                        <a:pt x="20" y="54"/>
                      </a:lnTo>
                      <a:close/>
                      <a:moveTo>
                        <a:pt x="28" y="14"/>
                      </a:moveTo>
                      <a:lnTo>
                        <a:pt x="28" y="14"/>
                      </a:lnTo>
                      <a:lnTo>
                        <a:pt x="26" y="18"/>
                      </a:lnTo>
                      <a:lnTo>
                        <a:pt x="28" y="18"/>
                      </a:lnTo>
                      <a:lnTo>
                        <a:pt x="28" y="14"/>
                      </a:lnTo>
                      <a:close/>
                      <a:moveTo>
                        <a:pt x="42" y="206"/>
                      </a:moveTo>
                      <a:lnTo>
                        <a:pt x="42" y="206"/>
                      </a:lnTo>
                      <a:lnTo>
                        <a:pt x="44" y="204"/>
                      </a:lnTo>
                      <a:lnTo>
                        <a:pt x="42" y="204"/>
                      </a:lnTo>
                      <a:lnTo>
                        <a:pt x="40" y="204"/>
                      </a:lnTo>
                      <a:lnTo>
                        <a:pt x="34" y="208"/>
                      </a:lnTo>
                      <a:lnTo>
                        <a:pt x="36" y="208"/>
                      </a:lnTo>
                      <a:lnTo>
                        <a:pt x="38" y="208"/>
                      </a:lnTo>
                      <a:lnTo>
                        <a:pt x="38" y="206"/>
                      </a:lnTo>
                      <a:lnTo>
                        <a:pt x="40" y="206"/>
                      </a:lnTo>
                      <a:lnTo>
                        <a:pt x="42" y="206"/>
                      </a:lnTo>
                      <a:close/>
                    </a:path>
                  </a:pathLst>
                </a:custGeom>
                <a:solidFill>
                  <a:srgbClr val="265117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7" name="AutoShape 28">
                <a:extLst>
                  <a:ext uri="{FF2B5EF4-FFF2-40B4-BE49-F238E27FC236}">
                    <a16:creationId xmlns:a16="http://schemas.microsoft.com/office/drawing/2014/main" id="{FBD4E91C-F0FC-AE0D-F5F0-00D4AE542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8599" y="6125496"/>
                <a:ext cx="232145" cy="285185"/>
              </a:xfrm>
              <a:custGeom>
                <a:avLst/>
                <a:gdLst>
                  <a:gd name="T0" fmla="*/ 2147483647 w 198"/>
                  <a:gd name="T1" fmla="*/ 2147483647 h 244"/>
                  <a:gd name="T2" fmla="*/ 2147483647 w 198"/>
                  <a:gd name="T3" fmla="*/ 2147483647 h 244"/>
                  <a:gd name="T4" fmla="*/ 2147483647 w 198"/>
                  <a:gd name="T5" fmla="*/ 2147483647 h 244"/>
                  <a:gd name="T6" fmla="*/ 2147483647 w 198"/>
                  <a:gd name="T7" fmla="*/ 2147483647 h 244"/>
                  <a:gd name="T8" fmla="*/ 2147483647 w 198"/>
                  <a:gd name="T9" fmla="*/ 2147483647 h 244"/>
                  <a:gd name="T10" fmla="*/ 2147483647 w 198"/>
                  <a:gd name="T11" fmla="*/ 2147483647 h 244"/>
                  <a:gd name="T12" fmla="*/ 2147483647 w 198"/>
                  <a:gd name="T13" fmla="*/ 2147483647 h 244"/>
                  <a:gd name="T14" fmla="*/ 2147483647 w 198"/>
                  <a:gd name="T15" fmla="*/ 2147483647 h 244"/>
                  <a:gd name="T16" fmla="*/ 2147483647 w 198"/>
                  <a:gd name="T17" fmla="*/ 2147483647 h 244"/>
                  <a:gd name="T18" fmla="*/ 2147483647 w 198"/>
                  <a:gd name="T19" fmla="*/ 2147483647 h 244"/>
                  <a:gd name="T20" fmla="*/ 2147483647 w 198"/>
                  <a:gd name="T21" fmla="*/ 2147483647 h 244"/>
                  <a:gd name="T22" fmla="*/ 2147483647 w 198"/>
                  <a:gd name="T23" fmla="*/ 2147483647 h 244"/>
                  <a:gd name="T24" fmla="*/ 2147483647 w 198"/>
                  <a:gd name="T25" fmla="*/ 2147483647 h 244"/>
                  <a:gd name="T26" fmla="*/ 2147483647 w 198"/>
                  <a:gd name="T27" fmla="*/ 2147483647 h 244"/>
                  <a:gd name="T28" fmla="*/ 2147483647 w 198"/>
                  <a:gd name="T29" fmla="*/ 2147483647 h 244"/>
                  <a:gd name="T30" fmla="*/ 2147483647 w 198"/>
                  <a:gd name="T31" fmla="*/ 2147483647 h 244"/>
                  <a:gd name="T32" fmla="*/ 2147483647 w 198"/>
                  <a:gd name="T33" fmla="*/ 2147483647 h 244"/>
                  <a:gd name="T34" fmla="*/ 2147483647 w 198"/>
                  <a:gd name="T35" fmla="*/ 2147483647 h 244"/>
                  <a:gd name="T36" fmla="*/ 2147483647 w 198"/>
                  <a:gd name="T37" fmla="*/ 2147483647 h 244"/>
                  <a:gd name="T38" fmla="*/ 2147483647 w 198"/>
                  <a:gd name="T39" fmla="*/ 2147483647 h 244"/>
                  <a:gd name="T40" fmla="*/ 2147483647 w 198"/>
                  <a:gd name="T41" fmla="*/ 2147483647 h 244"/>
                  <a:gd name="T42" fmla="*/ 2147483647 w 198"/>
                  <a:gd name="T43" fmla="*/ 2147483647 h 244"/>
                  <a:gd name="T44" fmla="*/ 2147483647 w 198"/>
                  <a:gd name="T45" fmla="*/ 2147483647 h 244"/>
                  <a:gd name="T46" fmla="*/ 2147483647 w 198"/>
                  <a:gd name="T47" fmla="*/ 2147483647 h 244"/>
                  <a:gd name="T48" fmla="*/ 2147483647 w 198"/>
                  <a:gd name="T49" fmla="*/ 2147483647 h 244"/>
                  <a:gd name="T50" fmla="*/ 2147483647 w 198"/>
                  <a:gd name="T51" fmla="*/ 2147483647 h 244"/>
                  <a:gd name="T52" fmla="*/ 2147483647 w 198"/>
                  <a:gd name="T53" fmla="*/ 2147483647 h 244"/>
                  <a:gd name="T54" fmla="*/ 2147483647 w 198"/>
                  <a:gd name="T55" fmla="*/ 2147483647 h 244"/>
                  <a:gd name="T56" fmla="*/ 2147483647 w 198"/>
                  <a:gd name="T57" fmla="*/ 2147483647 h 244"/>
                  <a:gd name="T58" fmla="*/ 2147483647 w 198"/>
                  <a:gd name="T59" fmla="*/ 2147483647 h 244"/>
                  <a:gd name="T60" fmla="*/ 2147483647 w 198"/>
                  <a:gd name="T61" fmla="*/ 2147483647 h 244"/>
                  <a:gd name="T62" fmla="*/ 2147483647 w 198"/>
                  <a:gd name="T63" fmla="*/ 2147483647 h 244"/>
                  <a:gd name="T64" fmla="*/ 2147483647 w 198"/>
                  <a:gd name="T65" fmla="*/ 0 h 244"/>
                  <a:gd name="T66" fmla="*/ 2147483647 w 198"/>
                  <a:gd name="T67" fmla="*/ 2147483647 h 244"/>
                  <a:gd name="T68" fmla="*/ 2147483647 w 198"/>
                  <a:gd name="T69" fmla="*/ 2147483647 h 244"/>
                  <a:gd name="T70" fmla="*/ 2147483647 w 198"/>
                  <a:gd name="T71" fmla="*/ 2147483647 h 244"/>
                  <a:gd name="T72" fmla="*/ 2147483647 w 198"/>
                  <a:gd name="T73" fmla="*/ 2147483647 h 244"/>
                  <a:gd name="T74" fmla="*/ 2147483647 w 198"/>
                  <a:gd name="T75" fmla="*/ 2147483647 h 244"/>
                  <a:gd name="T76" fmla="*/ 2147483647 w 198"/>
                  <a:gd name="T77" fmla="*/ 2147483647 h 244"/>
                  <a:gd name="T78" fmla="*/ 2147483647 w 198"/>
                  <a:gd name="T79" fmla="*/ 2147483647 h 244"/>
                  <a:gd name="T80" fmla="*/ 2147483647 w 198"/>
                  <a:gd name="T81" fmla="*/ 2147483647 h 244"/>
                  <a:gd name="T82" fmla="*/ 2147483647 w 198"/>
                  <a:gd name="T83" fmla="*/ 2147483647 h 244"/>
                  <a:gd name="T84" fmla="*/ 2147483647 w 198"/>
                  <a:gd name="T85" fmla="*/ 2147483647 h 244"/>
                  <a:gd name="T86" fmla="*/ 2147483647 w 198"/>
                  <a:gd name="T87" fmla="*/ 2147483647 h 244"/>
                  <a:gd name="T88" fmla="*/ 2147483647 w 198"/>
                  <a:gd name="T89" fmla="*/ 2147483647 h 244"/>
                  <a:gd name="T90" fmla="*/ 2147483647 w 198"/>
                  <a:gd name="T91" fmla="*/ 2147483647 h 244"/>
                  <a:gd name="T92" fmla="*/ 2147483647 w 198"/>
                  <a:gd name="T93" fmla="*/ 2147483647 h 244"/>
                  <a:gd name="T94" fmla="*/ 2147483647 w 198"/>
                  <a:gd name="T95" fmla="*/ 2147483647 h 244"/>
                  <a:gd name="T96" fmla="*/ 2147483647 w 198"/>
                  <a:gd name="T97" fmla="*/ 2147483647 h 244"/>
                  <a:gd name="T98" fmla="*/ 2147483647 w 198"/>
                  <a:gd name="T99" fmla="*/ 2147483647 h 244"/>
                  <a:gd name="T100" fmla="*/ 2147483647 w 198"/>
                  <a:gd name="T101" fmla="*/ 2147483647 h 244"/>
                  <a:gd name="T102" fmla="*/ 2147483647 w 198"/>
                  <a:gd name="T103" fmla="*/ 2147483647 h 244"/>
                  <a:gd name="T104" fmla="*/ 2147483647 w 198"/>
                  <a:gd name="T105" fmla="*/ 2147483647 h 244"/>
                  <a:gd name="T106" fmla="*/ 2147483647 w 198"/>
                  <a:gd name="T107" fmla="*/ 2147483647 h 244"/>
                  <a:gd name="T108" fmla="*/ 2147483647 w 198"/>
                  <a:gd name="T109" fmla="*/ 2147483647 h 244"/>
                  <a:gd name="T110" fmla="*/ 2147483647 w 198"/>
                  <a:gd name="T111" fmla="*/ 2147483647 h 244"/>
                  <a:gd name="T112" fmla="*/ 2147483647 w 198"/>
                  <a:gd name="T113" fmla="*/ 2147483647 h 244"/>
                  <a:gd name="T114" fmla="*/ 0 w 198"/>
                  <a:gd name="T115" fmla="*/ 0 h 244"/>
                  <a:gd name="T116" fmla="*/ 198 w 198"/>
                  <a:gd name="T1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T114" t="T115" r="T116" b="T117"/>
                <a:pathLst>
                  <a:path w="198" h="244">
                    <a:moveTo>
                      <a:pt x="82" y="186"/>
                    </a:moveTo>
                    <a:lnTo>
                      <a:pt x="82" y="186"/>
                    </a:lnTo>
                    <a:lnTo>
                      <a:pt x="82" y="188"/>
                    </a:lnTo>
                    <a:lnTo>
                      <a:pt x="80" y="190"/>
                    </a:lnTo>
                    <a:lnTo>
                      <a:pt x="74" y="190"/>
                    </a:lnTo>
                    <a:lnTo>
                      <a:pt x="78" y="188"/>
                    </a:lnTo>
                    <a:lnTo>
                      <a:pt x="82" y="186"/>
                    </a:lnTo>
                    <a:close/>
                    <a:moveTo>
                      <a:pt x="68" y="192"/>
                    </a:moveTo>
                    <a:lnTo>
                      <a:pt x="68" y="192"/>
                    </a:lnTo>
                    <a:lnTo>
                      <a:pt x="32" y="194"/>
                    </a:lnTo>
                    <a:lnTo>
                      <a:pt x="14" y="198"/>
                    </a:lnTo>
                    <a:lnTo>
                      <a:pt x="6" y="200"/>
                    </a:lnTo>
                    <a:lnTo>
                      <a:pt x="2" y="202"/>
                    </a:lnTo>
                    <a:lnTo>
                      <a:pt x="0" y="206"/>
                    </a:lnTo>
                    <a:lnTo>
                      <a:pt x="2" y="206"/>
                    </a:lnTo>
                    <a:lnTo>
                      <a:pt x="4" y="208"/>
                    </a:lnTo>
                    <a:lnTo>
                      <a:pt x="4" y="212"/>
                    </a:lnTo>
                    <a:lnTo>
                      <a:pt x="6" y="212"/>
                    </a:lnTo>
                    <a:lnTo>
                      <a:pt x="8" y="210"/>
                    </a:lnTo>
                    <a:lnTo>
                      <a:pt x="8" y="212"/>
                    </a:lnTo>
                    <a:lnTo>
                      <a:pt x="10" y="216"/>
                    </a:lnTo>
                    <a:lnTo>
                      <a:pt x="12" y="212"/>
                    </a:lnTo>
                    <a:lnTo>
                      <a:pt x="14" y="212"/>
                    </a:lnTo>
                    <a:lnTo>
                      <a:pt x="16" y="212"/>
                    </a:lnTo>
                    <a:lnTo>
                      <a:pt x="18" y="214"/>
                    </a:lnTo>
                    <a:lnTo>
                      <a:pt x="18" y="216"/>
                    </a:lnTo>
                    <a:lnTo>
                      <a:pt x="16" y="218"/>
                    </a:lnTo>
                    <a:lnTo>
                      <a:pt x="16" y="220"/>
                    </a:lnTo>
                    <a:lnTo>
                      <a:pt x="20" y="220"/>
                    </a:lnTo>
                    <a:lnTo>
                      <a:pt x="22" y="218"/>
                    </a:lnTo>
                    <a:lnTo>
                      <a:pt x="24" y="218"/>
                    </a:lnTo>
                    <a:lnTo>
                      <a:pt x="28" y="218"/>
                    </a:lnTo>
                    <a:lnTo>
                      <a:pt x="32" y="224"/>
                    </a:lnTo>
                    <a:lnTo>
                      <a:pt x="32" y="218"/>
                    </a:lnTo>
                    <a:lnTo>
                      <a:pt x="36" y="218"/>
                    </a:lnTo>
                    <a:lnTo>
                      <a:pt x="38" y="218"/>
                    </a:lnTo>
                    <a:lnTo>
                      <a:pt x="38" y="216"/>
                    </a:lnTo>
                    <a:lnTo>
                      <a:pt x="40" y="216"/>
                    </a:lnTo>
                    <a:lnTo>
                      <a:pt x="44" y="218"/>
                    </a:lnTo>
                    <a:lnTo>
                      <a:pt x="46" y="222"/>
                    </a:lnTo>
                    <a:lnTo>
                      <a:pt x="48" y="222"/>
                    </a:lnTo>
                    <a:lnTo>
                      <a:pt x="50" y="218"/>
                    </a:lnTo>
                    <a:lnTo>
                      <a:pt x="52" y="216"/>
                    </a:lnTo>
                    <a:lnTo>
                      <a:pt x="54" y="216"/>
                    </a:lnTo>
                    <a:lnTo>
                      <a:pt x="56" y="212"/>
                    </a:lnTo>
                    <a:lnTo>
                      <a:pt x="58" y="216"/>
                    </a:lnTo>
                    <a:lnTo>
                      <a:pt x="70" y="214"/>
                    </a:lnTo>
                    <a:lnTo>
                      <a:pt x="72" y="210"/>
                    </a:lnTo>
                    <a:lnTo>
                      <a:pt x="74" y="210"/>
                    </a:lnTo>
                    <a:lnTo>
                      <a:pt x="76" y="210"/>
                    </a:lnTo>
                    <a:lnTo>
                      <a:pt x="78" y="208"/>
                    </a:lnTo>
                    <a:lnTo>
                      <a:pt x="78" y="212"/>
                    </a:lnTo>
                    <a:lnTo>
                      <a:pt x="76" y="214"/>
                    </a:lnTo>
                    <a:lnTo>
                      <a:pt x="66" y="220"/>
                    </a:lnTo>
                    <a:lnTo>
                      <a:pt x="52" y="224"/>
                    </a:lnTo>
                    <a:lnTo>
                      <a:pt x="44" y="224"/>
                    </a:lnTo>
                    <a:lnTo>
                      <a:pt x="34" y="226"/>
                    </a:lnTo>
                    <a:lnTo>
                      <a:pt x="28" y="230"/>
                    </a:lnTo>
                    <a:lnTo>
                      <a:pt x="26" y="230"/>
                    </a:lnTo>
                    <a:lnTo>
                      <a:pt x="28" y="232"/>
                    </a:lnTo>
                    <a:lnTo>
                      <a:pt x="32" y="234"/>
                    </a:lnTo>
                    <a:lnTo>
                      <a:pt x="30" y="236"/>
                    </a:lnTo>
                    <a:lnTo>
                      <a:pt x="28" y="238"/>
                    </a:lnTo>
                    <a:lnTo>
                      <a:pt x="74" y="240"/>
                    </a:lnTo>
                    <a:lnTo>
                      <a:pt x="78" y="232"/>
                    </a:lnTo>
                    <a:lnTo>
                      <a:pt x="84" y="226"/>
                    </a:lnTo>
                    <a:lnTo>
                      <a:pt x="80" y="234"/>
                    </a:lnTo>
                    <a:lnTo>
                      <a:pt x="78" y="232"/>
                    </a:lnTo>
                    <a:lnTo>
                      <a:pt x="78" y="236"/>
                    </a:lnTo>
                    <a:lnTo>
                      <a:pt x="78" y="240"/>
                    </a:lnTo>
                    <a:lnTo>
                      <a:pt x="124" y="240"/>
                    </a:lnTo>
                    <a:lnTo>
                      <a:pt x="146" y="240"/>
                    </a:lnTo>
                    <a:lnTo>
                      <a:pt x="170" y="244"/>
                    </a:lnTo>
                    <a:lnTo>
                      <a:pt x="174" y="240"/>
                    </a:lnTo>
                    <a:lnTo>
                      <a:pt x="178" y="236"/>
                    </a:lnTo>
                    <a:lnTo>
                      <a:pt x="178" y="232"/>
                    </a:lnTo>
                    <a:lnTo>
                      <a:pt x="174" y="226"/>
                    </a:lnTo>
                    <a:lnTo>
                      <a:pt x="172" y="224"/>
                    </a:lnTo>
                    <a:lnTo>
                      <a:pt x="174" y="224"/>
                    </a:lnTo>
                    <a:lnTo>
                      <a:pt x="180" y="222"/>
                    </a:lnTo>
                    <a:lnTo>
                      <a:pt x="194" y="222"/>
                    </a:lnTo>
                    <a:lnTo>
                      <a:pt x="198" y="220"/>
                    </a:lnTo>
                    <a:lnTo>
                      <a:pt x="198" y="218"/>
                    </a:lnTo>
                    <a:lnTo>
                      <a:pt x="186" y="212"/>
                    </a:lnTo>
                    <a:lnTo>
                      <a:pt x="172" y="206"/>
                    </a:lnTo>
                    <a:lnTo>
                      <a:pt x="170" y="204"/>
                    </a:lnTo>
                    <a:lnTo>
                      <a:pt x="172" y="202"/>
                    </a:lnTo>
                    <a:lnTo>
                      <a:pt x="184" y="200"/>
                    </a:lnTo>
                    <a:lnTo>
                      <a:pt x="190" y="198"/>
                    </a:lnTo>
                    <a:lnTo>
                      <a:pt x="190" y="196"/>
                    </a:lnTo>
                    <a:lnTo>
                      <a:pt x="188" y="196"/>
                    </a:lnTo>
                    <a:lnTo>
                      <a:pt x="178" y="190"/>
                    </a:lnTo>
                    <a:lnTo>
                      <a:pt x="174" y="186"/>
                    </a:lnTo>
                    <a:lnTo>
                      <a:pt x="170" y="182"/>
                    </a:lnTo>
                    <a:lnTo>
                      <a:pt x="170" y="180"/>
                    </a:lnTo>
                    <a:lnTo>
                      <a:pt x="172" y="178"/>
                    </a:lnTo>
                    <a:lnTo>
                      <a:pt x="178" y="176"/>
                    </a:lnTo>
                    <a:lnTo>
                      <a:pt x="186" y="174"/>
                    </a:lnTo>
                    <a:lnTo>
                      <a:pt x="188" y="172"/>
                    </a:lnTo>
                    <a:lnTo>
                      <a:pt x="186" y="170"/>
                    </a:lnTo>
                    <a:lnTo>
                      <a:pt x="178" y="164"/>
                    </a:lnTo>
                    <a:lnTo>
                      <a:pt x="158" y="156"/>
                    </a:lnTo>
                    <a:lnTo>
                      <a:pt x="148" y="150"/>
                    </a:lnTo>
                    <a:lnTo>
                      <a:pt x="146" y="148"/>
                    </a:lnTo>
                    <a:lnTo>
                      <a:pt x="158" y="148"/>
                    </a:lnTo>
                    <a:lnTo>
                      <a:pt x="160" y="148"/>
                    </a:lnTo>
                    <a:lnTo>
                      <a:pt x="158" y="144"/>
                    </a:lnTo>
                    <a:lnTo>
                      <a:pt x="152" y="140"/>
                    </a:lnTo>
                    <a:lnTo>
                      <a:pt x="156" y="140"/>
                    </a:lnTo>
                    <a:lnTo>
                      <a:pt x="158" y="140"/>
                    </a:lnTo>
                    <a:lnTo>
                      <a:pt x="160" y="138"/>
                    </a:lnTo>
                    <a:lnTo>
                      <a:pt x="160" y="136"/>
                    </a:lnTo>
                    <a:lnTo>
                      <a:pt x="158" y="132"/>
                    </a:lnTo>
                    <a:lnTo>
                      <a:pt x="148" y="126"/>
                    </a:lnTo>
                    <a:lnTo>
                      <a:pt x="124" y="110"/>
                    </a:lnTo>
                    <a:lnTo>
                      <a:pt x="128" y="110"/>
                    </a:lnTo>
                    <a:lnTo>
                      <a:pt x="132" y="110"/>
                    </a:lnTo>
                    <a:lnTo>
                      <a:pt x="132" y="106"/>
                    </a:lnTo>
                    <a:lnTo>
                      <a:pt x="136" y="106"/>
                    </a:lnTo>
                    <a:lnTo>
                      <a:pt x="140" y="106"/>
                    </a:lnTo>
                    <a:lnTo>
                      <a:pt x="142" y="104"/>
                    </a:lnTo>
                    <a:lnTo>
                      <a:pt x="142" y="102"/>
                    </a:lnTo>
                    <a:lnTo>
                      <a:pt x="142" y="98"/>
                    </a:lnTo>
                    <a:lnTo>
                      <a:pt x="140" y="96"/>
                    </a:lnTo>
                    <a:lnTo>
                      <a:pt x="136" y="94"/>
                    </a:lnTo>
                    <a:lnTo>
                      <a:pt x="130" y="92"/>
                    </a:lnTo>
                    <a:lnTo>
                      <a:pt x="116" y="88"/>
                    </a:lnTo>
                    <a:lnTo>
                      <a:pt x="112" y="82"/>
                    </a:lnTo>
                    <a:lnTo>
                      <a:pt x="110" y="82"/>
                    </a:lnTo>
                    <a:lnTo>
                      <a:pt x="112" y="80"/>
                    </a:lnTo>
                    <a:lnTo>
                      <a:pt x="116" y="80"/>
                    </a:lnTo>
                    <a:lnTo>
                      <a:pt x="118" y="80"/>
                    </a:lnTo>
                    <a:lnTo>
                      <a:pt x="124" y="84"/>
                    </a:lnTo>
                    <a:lnTo>
                      <a:pt x="128" y="86"/>
                    </a:lnTo>
                    <a:lnTo>
                      <a:pt x="128" y="84"/>
                    </a:lnTo>
                    <a:lnTo>
                      <a:pt x="126" y="80"/>
                    </a:lnTo>
                    <a:lnTo>
                      <a:pt x="128" y="80"/>
                    </a:lnTo>
                    <a:lnTo>
                      <a:pt x="130" y="78"/>
                    </a:lnTo>
                    <a:lnTo>
                      <a:pt x="132" y="76"/>
                    </a:lnTo>
                    <a:lnTo>
                      <a:pt x="128" y="72"/>
                    </a:lnTo>
                    <a:lnTo>
                      <a:pt x="128" y="70"/>
                    </a:lnTo>
                    <a:lnTo>
                      <a:pt x="130" y="70"/>
                    </a:lnTo>
                    <a:lnTo>
                      <a:pt x="136" y="68"/>
                    </a:lnTo>
                    <a:lnTo>
                      <a:pt x="138" y="66"/>
                    </a:lnTo>
                    <a:lnTo>
                      <a:pt x="134" y="64"/>
                    </a:lnTo>
                    <a:lnTo>
                      <a:pt x="124" y="64"/>
                    </a:lnTo>
                    <a:lnTo>
                      <a:pt x="120" y="64"/>
                    </a:lnTo>
                    <a:lnTo>
                      <a:pt x="114" y="62"/>
                    </a:lnTo>
                    <a:lnTo>
                      <a:pt x="104" y="60"/>
                    </a:lnTo>
                    <a:lnTo>
                      <a:pt x="102" y="58"/>
                    </a:lnTo>
                    <a:lnTo>
                      <a:pt x="106" y="56"/>
                    </a:lnTo>
                    <a:lnTo>
                      <a:pt x="112" y="52"/>
                    </a:lnTo>
                    <a:lnTo>
                      <a:pt x="118" y="48"/>
                    </a:lnTo>
                    <a:lnTo>
                      <a:pt x="118" y="44"/>
                    </a:lnTo>
                    <a:lnTo>
                      <a:pt x="116" y="42"/>
                    </a:lnTo>
                    <a:lnTo>
                      <a:pt x="114" y="40"/>
                    </a:lnTo>
                    <a:lnTo>
                      <a:pt x="114" y="38"/>
                    </a:lnTo>
                    <a:lnTo>
                      <a:pt x="114" y="32"/>
                    </a:lnTo>
                    <a:lnTo>
                      <a:pt x="108" y="36"/>
                    </a:lnTo>
                    <a:lnTo>
                      <a:pt x="106" y="38"/>
                    </a:lnTo>
                    <a:lnTo>
                      <a:pt x="106" y="36"/>
                    </a:lnTo>
                    <a:lnTo>
                      <a:pt x="106" y="28"/>
                    </a:lnTo>
                    <a:lnTo>
                      <a:pt x="106" y="22"/>
                    </a:lnTo>
                    <a:lnTo>
                      <a:pt x="106" y="20"/>
                    </a:lnTo>
                    <a:lnTo>
                      <a:pt x="102" y="22"/>
                    </a:lnTo>
                    <a:lnTo>
                      <a:pt x="100" y="24"/>
                    </a:lnTo>
                    <a:lnTo>
                      <a:pt x="98" y="16"/>
                    </a:lnTo>
                    <a:lnTo>
                      <a:pt x="102" y="4"/>
                    </a:lnTo>
                    <a:lnTo>
                      <a:pt x="100" y="2"/>
                    </a:lnTo>
                    <a:lnTo>
                      <a:pt x="98" y="0"/>
                    </a:lnTo>
                    <a:lnTo>
                      <a:pt x="96" y="0"/>
                    </a:lnTo>
                    <a:lnTo>
                      <a:pt x="94" y="8"/>
                    </a:lnTo>
                    <a:lnTo>
                      <a:pt x="94" y="22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88" y="28"/>
                    </a:lnTo>
                    <a:lnTo>
                      <a:pt x="84" y="22"/>
                    </a:lnTo>
                    <a:lnTo>
                      <a:pt x="82" y="22"/>
                    </a:lnTo>
                    <a:lnTo>
                      <a:pt x="80" y="26"/>
                    </a:lnTo>
                    <a:lnTo>
                      <a:pt x="80" y="28"/>
                    </a:lnTo>
                    <a:lnTo>
                      <a:pt x="82" y="32"/>
                    </a:lnTo>
                    <a:lnTo>
                      <a:pt x="86" y="36"/>
                    </a:lnTo>
                    <a:lnTo>
                      <a:pt x="92" y="40"/>
                    </a:lnTo>
                    <a:lnTo>
                      <a:pt x="94" y="42"/>
                    </a:lnTo>
                    <a:lnTo>
                      <a:pt x="94" y="44"/>
                    </a:lnTo>
                    <a:lnTo>
                      <a:pt x="90" y="46"/>
                    </a:lnTo>
                    <a:lnTo>
                      <a:pt x="90" y="48"/>
                    </a:lnTo>
                    <a:lnTo>
                      <a:pt x="88" y="50"/>
                    </a:lnTo>
                    <a:lnTo>
                      <a:pt x="82" y="48"/>
                    </a:lnTo>
                    <a:lnTo>
                      <a:pt x="74" y="46"/>
                    </a:lnTo>
                    <a:lnTo>
                      <a:pt x="72" y="48"/>
                    </a:lnTo>
                    <a:lnTo>
                      <a:pt x="74" y="50"/>
                    </a:lnTo>
                    <a:lnTo>
                      <a:pt x="76" y="52"/>
                    </a:lnTo>
                    <a:lnTo>
                      <a:pt x="76" y="54"/>
                    </a:lnTo>
                    <a:lnTo>
                      <a:pt x="76" y="56"/>
                    </a:lnTo>
                    <a:lnTo>
                      <a:pt x="80" y="56"/>
                    </a:lnTo>
                    <a:lnTo>
                      <a:pt x="84" y="56"/>
                    </a:lnTo>
                    <a:lnTo>
                      <a:pt x="82" y="58"/>
                    </a:lnTo>
                    <a:lnTo>
                      <a:pt x="82" y="60"/>
                    </a:lnTo>
                    <a:lnTo>
                      <a:pt x="86" y="60"/>
                    </a:lnTo>
                    <a:lnTo>
                      <a:pt x="90" y="60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88" y="64"/>
                    </a:lnTo>
                    <a:lnTo>
                      <a:pt x="80" y="64"/>
                    </a:lnTo>
                    <a:lnTo>
                      <a:pt x="66" y="64"/>
                    </a:lnTo>
                    <a:lnTo>
                      <a:pt x="64" y="64"/>
                    </a:lnTo>
                    <a:lnTo>
                      <a:pt x="62" y="66"/>
                    </a:lnTo>
                    <a:lnTo>
                      <a:pt x="64" y="70"/>
                    </a:lnTo>
                    <a:lnTo>
                      <a:pt x="68" y="76"/>
                    </a:lnTo>
                    <a:lnTo>
                      <a:pt x="70" y="78"/>
                    </a:lnTo>
                    <a:lnTo>
                      <a:pt x="72" y="78"/>
                    </a:lnTo>
                    <a:lnTo>
                      <a:pt x="78" y="76"/>
                    </a:lnTo>
                    <a:lnTo>
                      <a:pt x="80" y="76"/>
                    </a:lnTo>
                    <a:lnTo>
                      <a:pt x="80" y="78"/>
                    </a:lnTo>
                    <a:lnTo>
                      <a:pt x="78" y="80"/>
                    </a:lnTo>
                    <a:lnTo>
                      <a:pt x="76" y="84"/>
                    </a:lnTo>
                    <a:lnTo>
                      <a:pt x="78" y="84"/>
                    </a:lnTo>
                    <a:lnTo>
                      <a:pt x="80" y="86"/>
                    </a:lnTo>
                    <a:lnTo>
                      <a:pt x="82" y="88"/>
                    </a:lnTo>
                    <a:lnTo>
                      <a:pt x="60" y="86"/>
                    </a:lnTo>
                    <a:lnTo>
                      <a:pt x="38" y="84"/>
                    </a:lnTo>
                    <a:lnTo>
                      <a:pt x="40" y="86"/>
                    </a:lnTo>
                    <a:lnTo>
                      <a:pt x="42" y="88"/>
                    </a:lnTo>
                    <a:lnTo>
                      <a:pt x="42" y="90"/>
                    </a:lnTo>
                    <a:lnTo>
                      <a:pt x="44" y="96"/>
                    </a:lnTo>
                    <a:lnTo>
                      <a:pt x="48" y="106"/>
                    </a:lnTo>
                    <a:lnTo>
                      <a:pt x="56" y="112"/>
                    </a:lnTo>
                    <a:lnTo>
                      <a:pt x="62" y="118"/>
                    </a:lnTo>
                    <a:lnTo>
                      <a:pt x="64" y="118"/>
                    </a:lnTo>
                    <a:lnTo>
                      <a:pt x="66" y="118"/>
                    </a:lnTo>
                    <a:lnTo>
                      <a:pt x="72" y="116"/>
                    </a:lnTo>
                    <a:lnTo>
                      <a:pt x="74" y="116"/>
                    </a:lnTo>
                    <a:lnTo>
                      <a:pt x="72" y="118"/>
                    </a:lnTo>
                    <a:lnTo>
                      <a:pt x="74" y="120"/>
                    </a:lnTo>
                    <a:lnTo>
                      <a:pt x="76" y="120"/>
                    </a:lnTo>
                    <a:lnTo>
                      <a:pt x="78" y="118"/>
                    </a:lnTo>
                    <a:lnTo>
                      <a:pt x="84" y="116"/>
                    </a:lnTo>
                    <a:lnTo>
                      <a:pt x="80" y="118"/>
                    </a:lnTo>
                    <a:lnTo>
                      <a:pt x="72" y="124"/>
                    </a:lnTo>
                    <a:lnTo>
                      <a:pt x="60" y="132"/>
                    </a:lnTo>
                    <a:lnTo>
                      <a:pt x="42" y="134"/>
                    </a:lnTo>
                    <a:lnTo>
                      <a:pt x="34" y="138"/>
                    </a:lnTo>
                    <a:lnTo>
                      <a:pt x="34" y="140"/>
                    </a:lnTo>
                    <a:lnTo>
                      <a:pt x="38" y="142"/>
                    </a:lnTo>
                    <a:lnTo>
                      <a:pt x="42" y="144"/>
                    </a:lnTo>
                    <a:lnTo>
                      <a:pt x="42" y="146"/>
                    </a:lnTo>
                    <a:lnTo>
                      <a:pt x="40" y="148"/>
                    </a:lnTo>
                    <a:lnTo>
                      <a:pt x="40" y="150"/>
                    </a:lnTo>
                    <a:lnTo>
                      <a:pt x="40" y="152"/>
                    </a:lnTo>
                    <a:lnTo>
                      <a:pt x="44" y="154"/>
                    </a:lnTo>
                    <a:lnTo>
                      <a:pt x="46" y="154"/>
                    </a:lnTo>
                    <a:lnTo>
                      <a:pt x="48" y="152"/>
                    </a:lnTo>
                    <a:lnTo>
                      <a:pt x="50" y="150"/>
                    </a:lnTo>
                    <a:lnTo>
                      <a:pt x="52" y="150"/>
                    </a:lnTo>
                    <a:lnTo>
                      <a:pt x="56" y="152"/>
                    </a:lnTo>
                    <a:lnTo>
                      <a:pt x="56" y="156"/>
                    </a:lnTo>
                    <a:lnTo>
                      <a:pt x="58" y="156"/>
                    </a:lnTo>
                    <a:lnTo>
                      <a:pt x="58" y="152"/>
                    </a:lnTo>
                    <a:lnTo>
                      <a:pt x="66" y="152"/>
                    </a:lnTo>
                    <a:lnTo>
                      <a:pt x="70" y="150"/>
                    </a:lnTo>
                    <a:lnTo>
                      <a:pt x="72" y="148"/>
                    </a:lnTo>
                    <a:lnTo>
                      <a:pt x="76" y="150"/>
                    </a:lnTo>
                    <a:lnTo>
                      <a:pt x="68" y="154"/>
                    </a:lnTo>
                    <a:lnTo>
                      <a:pt x="54" y="158"/>
                    </a:lnTo>
                    <a:lnTo>
                      <a:pt x="44" y="160"/>
                    </a:lnTo>
                    <a:lnTo>
                      <a:pt x="40" y="162"/>
                    </a:lnTo>
                    <a:lnTo>
                      <a:pt x="38" y="166"/>
                    </a:lnTo>
                    <a:lnTo>
                      <a:pt x="42" y="170"/>
                    </a:lnTo>
                    <a:lnTo>
                      <a:pt x="44" y="172"/>
                    </a:lnTo>
                    <a:lnTo>
                      <a:pt x="40" y="174"/>
                    </a:lnTo>
                    <a:lnTo>
                      <a:pt x="42" y="174"/>
                    </a:lnTo>
                    <a:lnTo>
                      <a:pt x="50" y="178"/>
                    </a:lnTo>
                    <a:lnTo>
                      <a:pt x="58" y="180"/>
                    </a:lnTo>
                    <a:lnTo>
                      <a:pt x="60" y="180"/>
                    </a:lnTo>
                    <a:lnTo>
                      <a:pt x="58" y="178"/>
                    </a:lnTo>
                    <a:lnTo>
                      <a:pt x="62" y="178"/>
                    </a:lnTo>
                    <a:lnTo>
                      <a:pt x="72" y="180"/>
                    </a:lnTo>
                    <a:lnTo>
                      <a:pt x="58" y="188"/>
                    </a:lnTo>
                    <a:lnTo>
                      <a:pt x="52" y="192"/>
                    </a:lnTo>
                    <a:lnTo>
                      <a:pt x="56" y="192"/>
                    </a:lnTo>
                    <a:lnTo>
                      <a:pt x="62" y="190"/>
                    </a:lnTo>
                    <a:lnTo>
                      <a:pt x="66" y="188"/>
                    </a:lnTo>
                    <a:lnTo>
                      <a:pt x="72" y="184"/>
                    </a:lnTo>
                    <a:lnTo>
                      <a:pt x="76" y="182"/>
                    </a:lnTo>
                    <a:lnTo>
                      <a:pt x="70" y="188"/>
                    </a:lnTo>
                    <a:lnTo>
                      <a:pt x="66" y="190"/>
                    </a:lnTo>
                    <a:lnTo>
                      <a:pt x="68" y="192"/>
                    </a:lnTo>
                    <a:close/>
                    <a:moveTo>
                      <a:pt x="76" y="178"/>
                    </a:moveTo>
                    <a:lnTo>
                      <a:pt x="74" y="178"/>
                    </a:lnTo>
                    <a:lnTo>
                      <a:pt x="72" y="178"/>
                    </a:lnTo>
                    <a:lnTo>
                      <a:pt x="76" y="178"/>
                    </a:lnTo>
                    <a:close/>
                  </a:path>
                </a:pathLst>
              </a:custGeom>
              <a:solidFill>
                <a:srgbClr val="475918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" name="AutoShape 29">
                <a:extLst>
                  <a:ext uri="{FF2B5EF4-FFF2-40B4-BE49-F238E27FC236}">
                    <a16:creationId xmlns:a16="http://schemas.microsoft.com/office/drawing/2014/main" id="{F3697B8A-C66A-115D-588D-0DEA4EA47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8624" y="6139638"/>
                <a:ext cx="102731" cy="242761"/>
              </a:xfrm>
              <a:custGeom>
                <a:avLst/>
                <a:gdLst>
                  <a:gd name="T0" fmla="*/ 2147483647 w 88"/>
                  <a:gd name="T1" fmla="*/ 2147483647 h 208"/>
                  <a:gd name="T2" fmla="*/ 2147483647 w 88"/>
                  <a:gd name="T3" fmla="*/ 2147483647 h 208"/>
                  <a:gd name="T4" fmla="*/ 2147483647 w 88"/>
                  <a:gd name="T5" fmla="*/ 2147483647 h 208"/>
                  <a:gd name="T6" fmla="*/ 2147483647 w 88"/>
                  <a:gd name="T7" fmla="*/ 2147483647 h 208"/>
                  <a:gd name="T8" fmla="*/ 2147483647 w 88"/>
                  <a:gd name="T9" fmla="*/ 2147483647 h 208"/>
                  <a:gd name="T10" fmla="*/ 2147483647 w 88"/>
                  <a:gd name="T11" fmla="*/ 2147483647 h 208"/>
                  <a:gd name="T12" fmla="*/ 2147483647 w 88"/>
                  <a:gd name="T13" fmla="*/ 2147483647 h 208"/>
                  <a:gd name="T14" fmla="*/ 2147483647 w 88"/>
                  <a:gd name="T15" fmla="*/ 2147483647 h 208"/>
                  <a:gd name="T16" fmla="*/ 2147483647 w 88"/>
                  <a:gd name="T17" fmla="*/ 2147483647 h 208"/>
                  <a:gd name="T18" fmla="*/ 2147483647 w 88"/>
                  <a:gd name="T19" fmla="*/ 2147483647 h 208"/>
                  <a:gd name="T20" fmla="*/ 2147483647 w 88"/>
                  <a:gd name="T21" fmla="*/ 2147483647 h 208"/>
                  <a:gd name="T22" fmla="*/ 2147483647 w 88"/>
                  <a:gd name="T23" fmla="*/ 2147483647 h 208"/>
                  <a:gd name="T24" fmla="*/ 2147483647 w 88"/>
                  <a:gd name="T25" fmla="*/ 2147483647 h 208"/>
                  <a:gd name="T26" fmla="*/ 2147483647 w 88"/>
                  <a:gd name="T27" fmla="*/ 2147483647 h 208"/>
                  <a:gd name="T28" fmla="*/ 2147483647 w 88"/>
                  <a:gd name="T29" fmla="*/ 2147483647 h 208"/>
                  <a:gd name="T30" fmla="*/ 2147483647 w 88"/>
                  <a:gd name="T31" fmla="*/ 2147483647 h 208"/>
                  <a:gd name="T32" fmla="*/ 2147483647 w 88"/>
                  <a:gd name="T33" fmla="*/ 2147483647 h 208"/>
                  <a:gd name="T34" fmla="*/ 2147483647 w 88"/>
                  <a:gd name="T35" fmla="*/ 2147483647 h 208"/>
                  <a:gd name="T36" fmla="*/ 2147483647 w 88"/>
                  <a:gd name="T37" fmla="*/ 2147483647 h 208"/>
                  <a:gd name="T38" fmla="*/ 2147483647 w 88"/>
                  <a:gd name="T39" fmla="*/ 2147483647 h 208"/>
                  <a:gd name="T40" fmla="*/ 2147483647 w 88"/>
                  <a:gd name="T41" fmla="*/ 2147483647 h 208"/>
                  <a:gd name="T42" fmla="*/ 2147483647 w 88"/>
                  <a:gd name="T43" fmla="*/ 2147483647 h 208"/>
                  <a:gd name="T44" fmla="*/ 2147483647 w 88"/>
                  <a:gd name="T45" fmla="*/ 2147483647 h 208"/>
                  <a:gd name="T46" fmla="*/ 2147483647 w 88"/>
                  <a:gd name="T47" fmla="*/ 2147483647 h 208"/>
                  <a:gd name="T48" fmla="*/ 2147483647 w 88"/>
                  <a:gd name="T49" fmla="*/ 2147483647 h 208"/>
                  <a:gd name="T50" fmla="*/ 2147483647 w 88"/>
                  <a:gd name="T51" fmla="*/ 2147483647 h 208"/>
                  <a:gd name="T52" fmla="*/ 2147483647 w 88"/>
                  <a:gd name="T53" fmla="*/ 2147483647 h 208"/>
                  <a:gd name="T54" fmla="*/ 2147483647 w 88"/>
                  <a:gd name="T55" fmla="*/ 2147483647 h 208"/>
                  <a:gd name="T56" fmla="*/ 2147483647 w 88"/>
                  <a:gd name="T57" fmla="*/ 2147483647 h 208"/>
                  <a:gd name="T58" fmla="*/ 2147483647 w 88"/>
                  <a:gd name="T59" fmla="*/ 2147483647 h 208"/>
                  <a:gd name="T60" fmla="*/ 2147483647 w 88"/>
                  <a:gd name="T61" fmla="*/ 2147483647 h 208"/>
                  <a:gd name="T62" fmla="*/ 2147483647 w 88"/>
                  <a:gd name="T63" fmla="*/ 2147483647 h 208"/>
                  <a:gd name="T64" fmla="*/ 2147483647 w 88"/>
                  <a:gd name="T65" fmla="*/ 2147483647 h 208"/>
                  <a:gd name="T66" fmla="*/ 2147483647 w 88"/>
                  <a:gd name="T67" fmla="*/ 2147483647 h 208"/>
                  <a:gd name="T68" fmla="*/ 2147483647 w 88"/>
                  <a:gd name="T69" fmla="*/ 2147483647 h 208"/>
                  <a:gd name="T70" fmla="*/ 2147483647 w 88"/>
                  <a:gd name="T71" fmla="*/ 2147483647 h 208"/>
                  <a:gd name="T72" fmla="*/ 2147483647 w 88"/>
                  <a:gd name="T73" fmla="*/ 2147483647 h 208"/>
                  <a:gd name="T74" fmla="*/ 2147483647 w 88"/>
                  <a:gd name="T75" fmla="*/ 2147483647 h 208"/>
                  <a:gd name="T76" fmla="*/ 2147483647 w 88"/>
                  <a:gd name="T77" fmla="*/ 2147483647 h 208"/>
                  <a:gd name="T78" fmla="*/ 2147483647 w 88"/>
                  <a:gd name="T79" fmla="*/ 2147483647 h 208"/>
                  <a:gd name="T80" fmla="*/ 2147483647 w 88"/>
                  <a:gd name="T81" fmla="*/ 2147483647 h 208"/>
                  <a:gd name="T82" fmla="*/ 2147483647 w 88"/>
                  <a:gd name="T83" fmla="*/ 2147483647 h 208"/>
                  <a:gd name="T84" fmla="*/ 2147483647 w 88"/>
                  <a:gd name="T85" fmla="*/ 2147483647 h 208"/>
                  <a:gd name="T86" fmla="*/ 2147483647 w 88"/>
                  <a:gd name="T87" fmla="*/ 2147483647 h 208"/>
                  <a:gd name="T88" fmla="*/ 2147483647 w 88"/>
                  <a:gd name="T89" fmla="*/ 2147483647 h 208"/>
                  <a:gd name="T90" fmla="*/ 2147483647 w 88"/>
                  <a:gd name="T91" fmla="*/ 2147483647 h 208"/>
                  <a:gd name="T92" fmla="*/ 2147483647 w 88"/>
                  <a:gd name="T93" fmla="*/ 2147483647 h 208"/>
                  <a:gd name="T94" fmla="*/ 2147483647 w 88"/>
                  <a:gd name="T95" fmla="*/ 0 h 208"/>
                  <a:gd name="T96" fmla="*/ 2147483647 w 88"/>
                  <a:gd name="T97" fmla="*/ 2147483647 h 208"/>
                  <a:gd name="T98" fmla="*/ 2147483647 w 88"/>
                  <a:gd name="T99" fmla="*/ 2147483647 h 208"/>
                  <a:gd name="T100" fmla="*/ 2147483647 w 88"/>
                  <a:gd name="T101" fmla="*/ 2147483647 h 208"/>
                  <a:gd name="T102" fmla="*/ 2147483647 w 88"/>
                  <a:gd name="T103" fmla="*/ 2147483647 h 208"/>
                  <a:gd name="T104" fmla="*/ 0 w 88"/>
                  <a:gd name="T105" fmla="*/ 0 h 208"/>
                  <a:gd name="T106" fmla="*/ 88 w 88"/>
                  <a:gd name="T107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T104" t="T105" r="T106" b="T107"/>
                <a:pathLst>
                  <a:path w="88" h="208">
                    <a:moveTo>
                      <a:pt x="46" y="58"/>
                    </a:moveTo>
                    <a:lnTo>
                      <a:pt x="46" y="58"/>
                    </a:lnTo>
                    <a:lnTo>
                      <a:pt x="46" y="60"/>
                    </a:lnTo>
                    <a:lnTo>
                      <a:pt x="42" y="60"/>
                    </a:lnTo>
                    <a:lnTo>
                      <a:pt x="34" y="62"/>
                    </a:lnTo>
                    <a:lnTo>
                      <a:pt x="28" y="62"/>
                    </a:lnTo>
                    <a:lnTo>
                      <a:pt x="28" y="66"/>
                    </a:lnTo>
                    <a:lnTo>
                      <a:pt x="34" y="68"/>
                    </a:lnTo>
                    <a:lnTo>
                      <a:pt x="42" y="70"/>
                    </a:lnTo>
                    <a:lnTo>
                      <a:pt x="50" y="70"/>
                    </a:lnTo>
                    <a:lnTo>
                      <a:pt x="56" y="70"/>
                    </a:lnTo>
                    <a:lnTo>
                      <a:pt x="62" y="68"/>
                    </a:lnTo>
                    <a:lnTo>
                      <a:pt x="62" y="66"/>
                    </a:lnTo>
                    <a:lnTo>
                      <a:pt x="58" y="62"/>
                    </a:lnTo>
                    <a:lnTo>
                      <a:pt x="46" y="58"/>
                    </a:lnTo>
                    <a:close/>
                    <a:moveTo>
                      <a:pt x="70" y="206"/>
                    </a:moveTo>
                    <a:lnTo>
                      <a:pt x="70" y="206"/>
                    </a:lnTo>
                    <a:lnTo>
                      <a:pt x="62" y="206"/>
                    </a:lnTo>
                    <a:lnTo>
                      <a:pt x="54" y="206"/>
                    </a:lnTo>
                    <a:lnTo>
                      <a:pt x="54" y="202"/>
                    </a:lnTo>
                    <a:lnTo>
                      <a:pt x="56" y="200"/>
                    </a:lnTo>
                    <a:lnTo>
                      <a:pt x="62" y="200"/>
                    </a:lnTo>
                    <a:lnTo>
                      <a:pt x="70" y="202"/>
                    </a:lnTo>
                    <a:lnTo>
                      <a:pt x="74" y="206"/>
                    </a:lnTo>
                    <a:lnTo>
                      <a:pt x="70" y="206"/>
                    </a:lnTo>
                    <a:close/>
                    <a:moveTo>
                      <a:pt x="64" y="84"/>
                    </a:moveTo>
                    <a:lnTo>
                      <a:pt x="64" y="84"/>
                    </a:lnTo>
                    <a:lnTo>
                      <a:pt x="54" y="90"/>
                    </a:lnTo>
                    <a:lnTo>
                      <a:pt x="50" y="92"/>
                    </a:lnTo>
                    <a:lnTo>
                      <a:pt x="54" y="90"/>
                    </a:lnTo>
                    <a:lnTo>
                      <a:pt x="64" y="84"/>
                    </a:lnTo>
                    <a:close/>
                    <a:moveTo>
                      <a:pt x="38" y="116"/>
                    </a:moveTo>
                    <a:lnTo>
                      <a:pt x="38" y="116"/>
                    </a:lnTo>
                    <a:lnTo>
                      <a:pt x="16" y="126"/>
                    </a:lnTo>
                    <a:lnTo>
                      <a:pt x="8" y="130"/>
                    </a:lnTo>
                    <a:lnTo>
                      <a:pt x="16" y="126"/>
                    </a:lnTo>
                    <a:lnTo>
                      <a:pt x="28" y="122"/>
                    </a:lnTo>
                    <a:lnTo>
                      <a:pt x="34" y="122"/>
                    </a:lnTo>
                    <a:lnTo>
                      <a:pt x="38" y="124"/>
                    </a:lnTo>
                    <a:lnTo>
                      <a:pt x="40" y="124"/>
                    </a:lnTo>
                    <a:lnTo>
                      <a:pt x="42" y="122"/>
                    </a:lnTo>
                    <a:lnTo>
                      <a:pt x="42" y="120"/>
                    </a:lnTo>
                    <a:lnTo>
                      <a:pt x="38" y="116"/>
                    </a:lnTo>
                    <a:close/>
                    <a:moveTo>
                      <a:pt x="54" y="120"/>
                    </a:moveTo>
                    <a:lnTo>
                      <a:pt x="54" y="120"/>
                    </a:lnTo>
                    <a:lnTo>
                      <a:pt x="62" y="126"/>
                    </a:lnTo>
                    <a:lnTo>
                      <a:pt x="64" y="128"/>
                    </a:lnTo>
                    <a:lnTo>
                      <a:pt x="62" y="128"/>
                    </a:lnTo>
                    <a:lnTo>
                      <a:pt x="60" y="128"/>
                    </a:lnTo>
                    <a:lnTo>
                      <a:pt x="58" y="126"/>
                    </a:lnTo>
                    <a:lnTo>
                      <a:pt x="56" y="126"/>
                    </a:lnTo>
                    <a:lnTo>
                      <a:pt x="54" y="128"/>
                    </a:lnTo>
                    <a:lnTo>
                      <a:pt x="42" y="136"/>
                    </a:lnTo>
                    <a:lnTo>
                      <a:pt x="34" y="140"/>
                    </a:lnTo>
                    <a:lnTo>
                      <a:pt x="32" y="142"/>
                    </a:lnTo>
                    <a:lnTo>
                      <a:pt x="32" y="140"/>
                    </a:lnTo>
                    <a:lnTo>
                      <a:pt x="32" y="138"/>
                    </a:lnTo>
                    <a:lnTo>
                      <a:pt x="34" y="134"/>
                    </a:lnTo>
                    <a:lnTo>
                      <a:pt x="32" y="134"/>
                    </a:lnTo>
                    <a:lnTo>
                      <a:pt x="22" y="138"/>
                    </a:lnTo>
                    <a:lnTo>
                      <a:pt x="14" y="138"/>
                    </a:lnTo>
                    <a:lnTo>
                      <a:pt x="8" y="136"/>
                    </a:lnTo>
                    <a:lnTo>
                      <a:pt x="10" y="134"/>
                    </a:lnTo>
                    <a:lnTo>
                      <a:pt x="28" y="130"/>
                    </a:lnTo>
                    <a:lnTo>
                      <a:pt x="38" y="128"/>
                    </a:lnTo>
                    <a:lnTo>
                      <a:pt x="48" y="124"/>
                    </a:lnTo>
                    <a:lnTo>
                      <a:pt x="54" y="120"/>
                    </a:lnTo>
                    <a:close/>
                    <a:moveTo>
                      <a:pt x="44" y="142"/>
                    </a:moveTo>
                    <a:lnTo>
                      <a:pt x="44" y="142"/>
                    </a:lnTo>
                    <a:lnTo>
                      <a:pt x="24" y="154"/>
                    </a:lnTo>
                    <a:lnTo>
                      <a:pt x="20" y="158"/>
                    </a:lnTo>
                    <a:lnTo>
                      <a:pt x="20" y="160"/>
                    </a:lnTo>
                    <a:lnTo>
                      <a:pt x="22" y="162"/>
                    </a:lnTo>
                    <a:lnTo>
                      <a:pt x="26" y="162"/>
                    </a:lnTo>
                    <a:lnTo>
                      <a:pt x="32" y="160"/>
                    </a:lnTo>
                    <a:lnTo>
                      <a:pt x="36" y="158"/>
                    </a:lnTo>
                    <a:lnTo>
                      <a:pt x="36" y="160"/>
                    </a:lnTo>
                    <a:lnTo>
                      <a:pt x="34" y="164"/>
                    </a:lnTo>
                    <a:lnTo>
                      <a:pt x="36" y="166"/>
                    </a:lnTo>
                    <a:lnTo>
                      <a:pt x="44" y="170"/>
                    </a:lnTo>
                    <a:lnTo>
                      <a:pt x="50" y="176"/>
                    </a:lnTo>
                    <a:lnTo>
                      <a:pt x="54" y="182"/>
                    </a:lnTo>
                    <a:lnTo>
                      <a:pt x="54" y="184"/>
                    </a:lnTo>
                    <a:lnTo>
                      <a:pt x="52" y="186"/>
                    </a:lnTo>
                    <a:lnTo>
                      <a:pt x="38" y="186"/>
                    </a:lnTo>
                    <a:lnTo>
                      <a:pt x="20" y="190"/>
                    </a:lnTo>
                    <a:lnTo>
                      <a:pt x="12" y="192"/>
                    </a:lnTo>
                    <a:lnTo>
                      <a:pt x="6" y="196"/>
                    </a:lnTo>
                    <a:lnTo>
                      <a:pt x="2" y="202"/>
                    </a:lnTo>
                    <a:lnTo>
                      <a:pt x="0" y="208"/>
                    </a:lnTo>
                    <a:lnTo>
                      <a:pt x="4" y="206"/>
                    </a:lnTo>
                    <a:lnTo>
                      <a:pt x="8" y="204"/>
                    </a:lnTo>
                    <a:lnTo>
                      <a:pt x="10" y="200"/>
                    </a:lnTo>
                    <a:lnTo>
                      <a:pt x="14" y="200"/>
                    </a:lnTo>
                    <a:lnTo>
                      <a:pt x="22" y="200"/>
                    </a:lnTo>
                    <a:lnTo>
                      <a:pt x="28" y="198"/>
                    </a:lnTo>
                    <a:lnTo>
                      <a:pt x="28" y="200"/>
                    </a:lnTo>
                    <a:lnTo>
                      <a:pt x="20" y="206"/>
                    </a:lnTo>
                    <a:lnTo>
                      <a:pt x="28" y="204"/>
                    </a:lnTo>
                    <a:lnTo>
                      <a:pt x="36" y="202"/>
                    </a:lnTo>
                    <a:lnTo>
                      <a:pt x="52" y="196"/>
                    </a:lnTo>
                    <a:lnTo>
                      <a:pt x="58" y="194"/>
                    </a:lnTo>
                    <a:lnTo>
                      <a:pt x="66" y="194"/>
                    </a:lnTo>
                    <a:lnTo>
                      <a:pt x="72" y="196"/>
                    </a:lnTo>
                    <a:lnTo>
                      <a:pt x="80" y="204"/>
                    </a:lnTo>
                    <a:lnTo>
                      <a:pt x="82" y="204"/>
                    </a:lnTo>
                    <a:lnTo>
                      <a:pt x="84" y="204"/>
                    </a:lnTo>
                    <a:lnTo>
                      <a:pt x="86" y="200"/>
                    </a:lnTo>
                    <a:lnTo>
                      <a:pt x="86" y="198"/>
                    </a:lnTo>
                    <a:lnTo>
                      <a:pt x="84" y="196"/>
                    </a:lnTo>
                    <a:lnTo>
                      <a:pt x="80" y="194"/>
                    </a:lnTo>
                    <a:lnTo>
                      <a:pt x="72" y="190"/>
                    </a:lnTo>
                    <a:lnTo>
                      <a:pt x="66" y="186"/>
                    </a:lnTo>
                    <a:lnTo>
                      <a:pt x="64" y="184"/>
                    </a:lnTo>
                    <a:lnTo>
                      <a:pt x="66" y="182"/>
                    </a:lnTo>
                    <a:lnTo>
                      <a:pt x="74" y="174"/>
                    </a:lnTo>
                    <a:lnTo>
                      <a:pt x="76" y="170"/>
                    </a:lnTo>
                    <a:lnTo>
                      <a:pt x="74" y="170"/>
                    </a:lnTo>
                    <a:lnTo>
                      <a:pt x="62" y="176"/>
                    </a:lnTo>
                    <a:lnTo>
                      <a:pt x="58" y="176"/>
                    </a:lnTo>
                    <a:lnTo>
                      <a:pt x="58" y="174"/>
                    </a:lnTo>
                    <a:lnTo>
                      <a:pt x="62" y="164"/>
                    </a:lnTo>
                    <a:lnTo>
                      <a:pt x="60" y="160"/>
                    </a:lnTo>
                    <a:lnTo>
                      <a:pt x="60" y="158"/>
                    </a:lnTo>
                    <a:lnTo>
                      <a:pt x="48" y="160"/>
                    </a:lnTo>
                    <a:lnTo>
                      <a:pt x="46" y="160"/>
                    </a:lnTo>
                    <a:lnTo>
                      <a:pt x="46" y="158"/>
                    </a:lnTo>
                    <a:lnTo>
                      <a:pt x="44" y="154"/>
                    </a:lnTo>
                    <a:lnTo>
                      <a:pt x="44" y="148"/>
                    </a:lnTo>
                    <a:lnTo>
                      <a:pt x="44" y="144"/>
                    </a:lnTo>
                    <a:lnTo>
                      <a:pt x="44" y="142"/>
                    </a:lnTo>
                    <a:close/>
                    <a:moveTo>
                      <a:pt x="88" y="140"/>
                    </a:moveTo>
                    <a:lnTo>
                      <a:pt x="88" y="140"/>
                    </a:lnTo>
                    <a:lnTo>
                      <a:pt x="84" y="138"/>
                    </a:lnTo>
                    <a:lnTo>
                      <a:pt x="78" y="132"/>
                    </a:lnTo>
                    <a:lnTo>
                      <a:pt x="72" y="132"/>
                    </a:lnTo>
                    <a:lnTo>
                      <a:pt x="66" y="136"/>
                    </a:lnTo>
                    <a:lnTo>
                      <a:pt x="58" y="140"/>
                    </a:lnTo>
                    <a:lnTo>
                      <a:pt x="56" y="144"/>
                    </a:lnTo>
                    <a:lnTo>
                      <a:pt x="58" y="144"/>
                    </a:lnTo>
                    <a:lnTo>
                      <a:pt x="68" y="144"/>
                    </a:lnTo>
                    <a:lnTo>
                      <a:pt x="88" y="140"/>
                    </a:lnTo>
                    <a:close/>
                    <a:moveTo>
                      <a:pt x="62" y="4"/>
                    </a:moveTo>
                    <a:lnTo>
                      <a:pt x="62" y="4"/>
                    </a:lnTo>
                    <a:lnTo>
                      <a:pt x="62" y="2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56" y="8"/>
                    </a:lnTo>
                    <a:lnTo>
                      <a:pt x="56" y="22"/>
                    </a:lnTo>
                    <a:lnTo>
                      <a:pt x="56" y="26"/>
                    </a:lnTo>
                    <a:lnTo>
                      <a:pt x="54" y="30"/>
                    </a:lnTo>
                    <a:lnTo>
                      <a:pt x="50" y="28"/>
                    </a:lnTo>
                    <a:lnTo>
                      <a:pt x="46" y="22"/>
                    </a:lnTo>
                    <a:lnTo>
                      <a:pt x="44" y="22"/>
                    </a:lnTo>
                    <a:lnTo>
                      <a:pt x="42" y="24"/>
                    </a:lnTo>
                    <a:lnTo>
                      <a:pt x="42" y="30"/>
                    </a:lnTo>
                    <a:lnTo>
                      <a:pt x="48" y="36"/>
                    </a:lnTo>
                    <a:lnTo>
                      <a:pt x="52" y="32"/>
                    </a:lnTo>
                    <a:lnTo>
                      <a:pt x="56" y="30"/>
                    </a:lnTo>
                    <a:lnTo>
                      <a:pt x="58" y="22"/>
                    </a:lnTo>
                    <a:lnTo>
                      <a:pt x="58" y="14"/>
                    </a:lnTo>
                    <a:lnTo>
                      <a:pt x="60" y="8"/>
                    </a:lnTo>
                    <a:lnTo>
                      <a:pt x="62" y="4"/>
                    </a:lnTo>
                    <a:close/>
                  </a:path>
                </a:pathLst>
              </a:custGeom>
              <a:solidFill>
                <a:srgbClr val="99CF16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" name="AutoShape 30">
                <a:extLst>
                  <a:ext uri="{FF2B5EF4-FFF2-40B4-BE49-F238E27FC236}">
                    <a16:creationId xmlns:a16="http://schemas.microsoft.com/office/drawing/2014/main" id="{2120623F-0C1C-47F1-BA3A-22DF41842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711" y="6246877"/>
                <a:ext cx="222806" cy="274579"/>
              </a:xfrm>
              <a:custGeom>
                <a:avLst/>
                <a:gdLst>
                  <a:gd name="T0" fmla="*/ 2147483647 w 190"/>
                  <a:gd name="T1" fmla="*/ 2147483647 h 234"/>
                  <a:gd name="T2" fmla="*/ 2147483647 w 190"/>
                  <a:gd name="T3" fmla="*/ 2147483647 h 234"/>
                  <a:gd name="T4" fmla="*/ 2147483647 w 190"/>
                  <a:gd name="T5" fmla="*/ 2147483647 h 234"/>
                  <a:gd name="T6" fmla="*/ 2147483647 w 190"/>
                  <a:gd name="T7" fmla="*/ 2147483647 h 234"/>
                  <a:gd name="T8" fmla="*/ 2147483647 w 190"/>
                  <a:gd name="T9" fmla="*/ 2147483647 h 234"/>
                  <a:gd name="T10" fmla="*/ 2147483647 w 190"/>
                  <a:gd name="T11" fmla="*/ 2147483647 h 234"/>
                  <a:gd name="T12" fmla="*/ 2147483647 w 190"/>
                  <a:gd name="T13" fmla="*/ 2147483647 h 234"/>
                  <a:gd name="T14" fmla="*/ 2147483647 w 190"/>
                  <a:gd name="T15" fmla="*/ 2147483647 h 234"/>
                  <a:gd name="T16" fmla="*/ 2147483647 w 190"/>
                  <a:gd name="T17" fmla="*/ 2147483647 h 234"/>
                  <a:gd name="T18" fmla="*/ 2147483647 w 190"/>
                  <a:gd name="T19" fmla="*/ 2147483647 h 234"/>
                  <a:gd name="T20" fmla="*/ 2147483647 w 190"/>
                  <a:gd name="T21" fmla="*/ 2147483647 h 234"/>
                  <a:gd name="T22" fmla="*/ 2147483647 w 190"/>
                  <a:gd name="T23" fmla="*/ 2147483647 h 234"/>
                  <a:gd name="T24" fmla="*/ 2147483647 w 190"/>
                  <a:gd name="T25" fmla="*/ 2147483647 h 234"/>
                  <a:gd name="T26" fmla="*/ 2147483647 w 190"/>
                  <a:gd name="T27" fmla="*/ 2147483647 h 234"/>
                  <a:gd name="T28" fmla="*/ 2147483647 w 190"/>
                  <a:gd name="T29" fmla="*/ 2147483647 h 234"/>
                  <a:gd name="T30" fmla="*/ 2147483647 w 190"/>
                  <a:gd name="T31" fmla="*/ 2147483647 h 234"/>
                  <a:gd name="T32" fmla="*/ 2147483647 w 190"/>
                  <a:gd name="T33" fmla="*/ 2147483647 h 234"/>
                  <a:gd name="T34" fmla="*/ 2147483647 w 190"/>
                  <a:gd name="T35" fmla="*/ 2147483647 h 234"/>
                  <a:gd name="T36" fmla="*/ 2147483647 w 190"/>
                  <a:gd name="T37" fmla="*/ 2147483647 h 234"/>
                  <a:gd name="T38" fmla="*/ 2147483647 w 190"/>
                  <a:gd name="T39" fmla="*/ 2147483647 h 234"/>
                  <a:gd name="T40" fmla="*/ 2147483647 w 190"/>
                  <a:gd name="T41" fmla="*/ 2147483647 h 234"/>
                  <a:gd name="T42" fmla="*/ 2147483647 w 190"/>
                  <a:gd name="T43" fmla="*/ 2147483647 h 234"/>
                  <a:gd name="T44" fmla="*/ 2147483647 w 190"/>
                  <a:gd name="T45" fmla="*/ 2147483647 h 234"/>
                  <a:gd name="T46" fmla="*/ 2147483647 w 190"/>
                  <a:gd name="T47" fmla="*/ 2147483647 h 234"/>
                  <a:gd name="T48" fmla="*/ 0 w 190"/>
                  <a:gd name="T49" fmla="*/ 2147483647 h 234"/>
                  <a:gd name="T50" fmla="*/ 2147483647 w 190"/>
                  <a:gd name="T51" fmla="*/ 2147483647 h 234"/>
                  <a:gd name="T52" fmla="*/ 2147483647 w 190"/>
                  <a:gd name="T53" fmla="*/ 2147483647 h 234"/>
                  <a:gd name="T54" fmla="*/ 2147483647 w 190"/>
                  <a:gd name="T55" fmla="*/ 2147483647 h 234"/>
                  <a:gd name="T56" fmla="*/ 2147483647 w 190"/>
                  <a:gd name="T57" fmla="*/ 2147483647 h 234"/>
                  <a:gd name="T58" fmla="*/ 2147483647 w 190"/>
                  <a:gd name="T59" fmla="*/ 2147483647 h 234"/>
                  <a:gd name="T60" fmla="*/ 2147483647 w 190"/>
                  <a:gd name="T61" fmla="*/ 2147483647 h 234"/>
                  <a:gd name="T62" fmla="*/ 2147483647 w 190"/>
                  <a:gd name="T63" fmla="*/ 2147483647 h 234"/>
                  <a:gd name="T64" fmla="*/ 2147483647 w 190"/>
                  <a:gd name="T65" fmla="*/ 2147483647 h 234"/>
                  <a:gd name="T66" fmla="*/ 2147483647 w 190"/>
                  <a:gd name="T67" fmla="*/ 2147483647 h 234"/>
                  <a:gd name="T68" fmla="*/ 2147483647 w 190"/>
                  <a:gd name="T69" fmla="*/ 2147483647 h 234"/>
                  <a:gd name="T70" fmla="*/ 2147483647 w 190"/>
                  <a:gd name="T71" fmla="*/ 2147483647 h 234"/>
                  <a:gd name="T72" fmla="*/ 2147483647 w 190"/>
                  <a:gd name="T73" fmla="*/ 2147483647 h 234"/>
                  <a:gd name="T74" fmla="*/ 2147483647 w 190"/>
                  <a:gd name="T75" fmla="*/ 2147483647 h 234"/>
                  <a:gd name="T76" fmla="*/ 2147483647 w 190"/>
                  <a:gd name="T77" fmla="*/ 2147483647 h 234"/>
                  <a:gd name="T78" fmla="*/ 2147483647 w 190"/>
                  <a:gd name="T79" fmla="*/ 2147483647 h 234"/>
                  <a:gd name="T80" fmla="*/ 2147483647 w 190"/>
                  <a:gd name="T81" fmla="*/ 2147483647 h 234"/>
                  <a:gd name="T82" fmla="*/ 2147483647 w 190"/>
                  <a:gd name="T83" fmla="*/ 2147483647 h 234"/>
                  <a:gd name="T84" fmla="*/ 2147483647 w 190"/>
                  <a:gd name="T85" fmla="*/ 2147483647 h 234"/>
                  <a:gd name="T86" fmla="*/ 2147483647 w 190"/>
                  <a:gd name="T87" fmla="*/ 2147483647 h 234"/>
                  <a:gd name="T88" fmla="*/ 2147483647 w 190"/>
                  <a:gd name="T89" fmla="*/ 2147483647 h 234"/>
                  <a:gd name="T90" fmla="*/ 2147483647 w 190"/>
                  <a:gd name="T91" fmla="*/ 0 h 234"/>
                  <a:gd name="T92" fmla="*/ 2147483647 w 190"/>
                  <a:gd name="T93" fmla="*/ 2147483647 h 234"/>
                  <a:gd name="T94" fmla="*/ 2147483647 w 190"/>
                  <a:gd name="T95" fmla="*/ 2147483647 h 234"/>
                  <a:gd name="T96" fmla="*/ 2147483647 w 190"/>
                  <a:gd name="T97" fmla="*/ 2147483647 h 234"/>
                  <a:gd name="T98" fmla="*/ 2147483647 w 190"/>
                  <a:gd name="T99" fmla="*/ 2147483647 h 234"/>
                  <a:gd name="T100" fmla="*/ 2147483647 w 190"/>
                  <a:gd name="T101" fmla="*/ 2147483647 h 234"/>
                  <a:gd name="T102" fmla="*/ 2147483647 w 190"/>
                  <a:gd name="T103" fmla="*/ 2147483647 h 234"/>
                  <a:gd name="T104" fmla="*/ 2147483647 w 190"/>
                  <a:gd name="T105" fmla="*/ 2147483647 h 234"/>
                  <a:gd name="T106" fmla="*/ 2147483647 w 190"/>
                  <a:gd name="T107" fmla="*/ 2147483647 h 234"/>
                  <a:gd name="T108" fmla="*/ 2147483647 w 190"/>
                  <a:gd name="T109" fmla="*/ 2147483647 h 234"/>
                  <a:gd name="T110" fmla="*/ 2147483647 w 190"/>
                  <a:gd name="T111" fmla="*/ 2147483647 h 234"/>
                  <a:gd name="T112" fmla="*/ 0 w 190"/>
                  <a:gd name="T113" fmla="*/ 0 h 234"/>
                  <a:gd name="T114" fmla="*/ 190 w 190"/>
                  <a:gd name="T11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T112" t="T113" r="T114" b="T115"/>
                <a:pathLst>
                  <a:path w="190" h="234">
                    <a:moveTo>
                      <a:pt x="110" y="58"/>
                    </a:moveTo>
                    <a:lnTo>
                      <a:pt x="110" y="58"/>
                    </a:lnTo>
                    <a:lnTo>
                      <a:pt x="124" y="60"/>
                    </a:lnTo>
                    <a:lnTo>
                      <a:pt x="130" y="62"/>
                    </a:lnTo>
                    <a:lnTo>
                      <a:pt x="124" y="64"/>
                    </a:lnTo>
                    <a:lnTo>
                      <a:pt x="122" y="66"/>
                    </a:lnTo>
                    <a:lnTo>
                      <a:pt x="124" y="66"/>
                    </a:lnTo>
                    <a:lnTo>
                      <a:pt x="126" y="72"/>
                    </a:lnTo>
                    <a:lnTo>
                      <a:pt x="124" y="72"/>
                    </a:lnTo>
                    <a:lnTo>
                      <a:pt x="122" y="74"/>
                    </a:lnTo>
                    <a:lnTo>
                      <a:pt x="122" y="80"/>
                    </a:lnTo>
                    <a:lnTo>
                      <a:pt x="134" y="78"/>
                    </a:lnTo>
                    <a:lnTo>
                      <a:pt x="144" y="76"/>
                    </a:lnTo>
                    <a:lnTo>
                      <a:pt x="144" y="78"/>
                    </a:lnTo>
                    <a:lnTo>
                      <a:pt x="142" y="78"/>
                    </a:lnTo>
                    <a:lnTo>
                      <a:pt x="140" y="82"/>
                    </a:lnTo>
                    <a:lnTo>
                      <a:pt x="140" y="86"/>
                    </a:lnTo>
                    <a:lnTo>
                      <a:pt x="138" y="90"/>
                    </a:lnTo>
                    <a:lnTo>
                      <a:pt x="138" y="92"/>
                    </a:lnTo>
                    <a:lnTo>
                      <a:pt x="136" y="96"/>
                    </a:lnTo>
                    <a:lnTo>
                      <a:pt x="130" y="98"/>
                    </a:lnTo>
                    <a:lnTo>
                      <a:pt x="128" y="102"/>
                    </a:lnTo>
                    <a:lnTo>
                      <a:pt x="124" y="106"/>
                    </a:lnTo>
                    <a:lnTo>
                      <a:pt x="140" y="118"/>
                    </a:lnTo>
                    <a:lnTo>
                      <a:pt x="150" y="122"/>
                    </a:lnTo>
                    <a:lnTo>
                      <a:pt x="154" y="124"/>
                    </a:lnTo>
                    <a:lnTo>
                      <a:pt x="154" y="128"/>
                    </a:lnTo>
                    <a:lnTo>
                      <a:pt x="152" y="128"/>
                    </a:lnTo>
                    <a:lnTo>
                      <a:pt x="150" y="128"/>
                    </a:lnTo>
                    <a:lnTo>
                      <a:pt x="146" y="128"/>
                    </a:lnTo>
                    <a:lnTo>
                      <a:pt x="150" y="134"/>
                    </a:lnTo>
                    <a:lnTo>
                      <a:pt x="152" y="136"/>
                    </a:lnTo>
                    <a:lnTo>
                      <a:pt x="142" y="136"/>
                    </a:lnTo>
                    <a:lnTo>
                      <a:pt x="144" y="136"/>
                    </a:lnTo>
                    <a:lnTo>
                      <a:pt x="142" y="138"/>
                    </a:lnTo>
                    <a:lnTo>
                      <a:pt x="152" y="144"/>
                    </a:lnTo>
                    <a:lnTo>
                      <a:pt x="170" y="152"/>
                    </a:lnTo>
                    <a:lnTo>
                      <a:pt x="178" y="156"/>
                    </a:lnTo>
                    <a:lnTo>
                      <a:pt x="180" y="158"/>
                    </a:lnTo>
                    <a:lnTo>
                      <a:pt x="178" y="160"/>
                    </a:lnTo>
                    <a:lnTo>
                      <a:pt x="170" y="162"/>
                    </a:lnTo>
                    <a:lnTo>
                      <a:pt x="164" y="164"/>
                    </a:lnTo>
                    <a:lnTo>
                      <a:pt x="162" y="166"/>
                    </a:lnTo>
                    <a:lnTo>
                      <a:pt x="162" y="168"/>
                    </a:lnTo>
                    <a:lnTo>
                      <a:pt x="170" y="174"/>
                    </a:lnTo>
                    <a:lnTo>
                      <a:pt x="180" y="178"/>
                    </a:lnTo>
                    <a:lnTo>
                      <a:pt x="182" y="180"/>
                    </a:lnTo>
                    <a:lnTo>
                      <a:pt x="178" y="182"/>
                    </a:lnTo>
                    <a:lnTo>
                      <a:pt x="180" y="184"/>
                    </a:lnTo>
                    <a:lnTo>
                      <a:pt x="178" y="186"/>
                    </a:lnTo>
                    <a:lnTo>
                      <a:pt x="176" y="186"/>
                    </a:lnTo>
                    <a:lnTo>
                      <a:pt x="176" y="188"/>
                    </a:lnTo>
                    <a:lnTo>
                      <a:pt x="176" y="190"/>
                    </a:lnTo>
                    <a:lnTo>
                      <a:pt x="174" y="190"/>
                    </a:lnTo>
                    <a:lnTo>
                      <a:pt x="172" y="190"/>
                    </a:lnTo>
                    <a:lnTo>
                      <a:pt x="172" y="192"/>
                    </a:lnTo>
                    <a:lnTo>
                      <a:pt x="186" y="200"/>
                    </a:lnTo>
                    <a:lnTo>
                      <a:pt x="190" y="202"/>
                    </a:lnTo>
                    <a:lnTo>
                      <a:pt x="186" y="204"/>
                    </a:lnTo>
                    <a:lnTo>
                      <a:pt x="172" y="204"/>
                    </a:lnTo>
                    <a:lnTo>
                      <a:pt x="166" y="206"/>
                    </a:lnTo>
                    <a:lnTo>
                      <a:pt x="164" y="206"/>
                    </a:lnTo>
                    <a:lnTo>
                      <a:pt x="166" y="208"/>
                    </a:lnTo>
                    <a:lnTo>
                      <a:pt x="170" y="212"/>
                    </a:lnTo>
                    <a:lnTo>
                      <a:pt x="170" y="216"/>
                    </a:lnTo>
                    <a:lnTo>
                      <a:pt x="168" y="218"/>
                    </a:lnTo>
                    <a:lnTo>
                      <a:pt x="164" y="222"/>
                    </a:lnTo>
                    <a:lnTo>
                      <a:pt x="166" y="224"/>
                    </a:lnTo>
                    <a:lnTo>
                      <a:pt x="164" y="226"/>
                    </a:lnTo>
                    <a:lnTo>
                      <a:pt x="164" y="234"/>
                    </a:lnTo>
                    <a:lnTo>
                      <a:pt x="150" y="232"/>
                    </a:lnTo>
                    <a:lnTo>
                      <a:pt x="140" y="232"/>
                    </a:lnTo>
                    <a:lnTo>
                      <a:pt x="134" y="232"/>
                    </a:lnTo>
                    <a:lnTo>
                      <a:pt x="130" y="232"/>
                    </a:lnTo>
                    <a:lnTo>
                      <a:pt x="126" y="234"/>
                    </a:lnTo>
                    <a:lnTo>
                      <a:pt x="118" y="234"/>
                    </a:lnTo>
                    <a:lnTo>
                      <a:pt x="120" y="234"/>
                    </a:lnTo>
                    <a:lnTo>
                      <a:pt x="114" y="232"/>
                    </a:lnTo>
                    <a:lnTo>
                      <a:pt x="106" y="232"/>
                    </a:lnTo>
                    <a:lnTo>
                      <a:pt x="92" y="232"/>
                    </a:lnTo>
                    <a:lnTo>
                      <a:pt x="92" y="234"/>
                    </a:lnTo>
                    <a:lnTo>
                      <a:pt x="88" y="230"/>
                    </a:lnTo>
                    <a:lnTo>
                      <a:pt x="80" y="230"/>
                    </a:lnTo>
                    <a:lnTo>
                      <a:pt x="68" y="228"/>
                    </a:lnTo>
                    <a:lnTo>
                      <a:pt x="66" y="224"/>
                    </a:lnTo>
                    <a:lnTo>
                      <a:pt x="68" y="228"/>
                    </a:lnTo>
                    <a:lnTo>
                      <a:pt x="60" y="226"/>
                    </a:lnTo>
                    <a:lnTo>
                      <a:pt x="54" y="224"/>
                    </a:lnTo>
                    <a:lnTo>
                      <a:pt x="48" y="222"/>
                    </a:lnTo>
                    <a:lnTo>
                      <a:pt x="36" y="218"/>
                    </a:lnTo>
                    <a:lnTo>
                      <a:pt x="26" y="212"/>
                    </a:lnTo>
                    <a:lnTo>
                      <a:pt x="26" y="210"/>
                    </a:lnTo>
                    <a:lnTo>
                      <a:pt x="32" y="208"/>
                    </a:lnTo>
                    <a:lnTo>
                      <a:pt x="42" y="206"/>
                    </a:lnTo>
                    <a:lnTo>
                      <a:pt x="62" y="202"/>
                    </a:lnTo>
                    <a:lnTo>
                      <a:pt x="72" y="198"/>
                    </a:lnTo>
                    <a:lnTo>
                      <a:pt x="76" y="194"/>
                    </a:lnTo>
                    <a:lnTo>
                      <a:pt x="76" y="192"/>
                    </a:lnTo>
                    <a:lnTo>
                      <a:pt x="72" y="194"/>
                    </a:lnTo>
                    <a:lnTo>
                      <a:pt x="70" y="192"/>
                    </a:lnTo>
                    <a:lnTo>
                      <a:pt x="68" y="196"/>
                    </a:lnTo>
                    <a:lnTo>
                      <a:pt x="62" y="196"/>
                    </a:lnTo>
                    <a:lnTo>
                      <a:pt x="56" y="198"/>
                    </a:lnTo>
                    <a:lnTo>
                      <a:pt x="54" y="194"/>
                    </a:lnTo>
                    <a:lnTo>
                      <a:pt x="54" y="198"/>
                    </a:lnTo>
                    <a:lnTo>
                      <a:pt x="52" y="200"/>
                    </a:lnTo>
                    <a:lnTo>
                      <a:pt x="50" y="198"/>
                    </a:lnTo>
                    <a:lnTo>
                      <a:pt x="46" y="198"/>
                    </a:lnTo>
                    <a:lnTo>
                      <a:pt x="46" y="200"/>
                    </a:lnTo>
                    <a:lnTo>
                      <a:pt x="46" y="204"/>
                    </a:lnTo>
                    <a:lnTo>
                      <a:pt x="44" y="204"/>
                    </a:lnTo>
                    <a:lnTo>
                      <a:pt x="42" y="202"/>
                    </a:lnTo>
                    <a:lnTo>
                      <a:pt x="40" y="198"/>
                    </a:lnTo>
                    <a:lnTo>
                      <a:pt x="38" y="198"/>
                    </a:lnTo>
                    <a:lnTo>
                      <a:pt x="36" y="198"/>
                    </a:lnTo>
                    <a:lnTo>
                      <a:pt x="36" y="200"/>
                    </a:lnTo>
                    <a:lnTo>
                      <a:pt x="36" y="202"/>
                    </a:lnTo>
                    <a:lnTo>
                      <a:pt x="32" y="200"/>
                    </a:lnTo>
                    <a:lnTo>
                      <a:pt x="30" y="206"/>
                    </a:lnTo>
                    <a:lnTo>
                      <a:pt x="26" y="200"/>
                    </a:lnTo>
                    <a:lnTo>
                      <a:pt x="24" y="200"/>
                    </a:lnTo>
                    <a:lnTo>
                      <a:pt x="22" y="202"/>
                    </a:lnTo>
                    <a:lnTo>
                      <a:pt x="20" y="202"/>
                    </a:lnTo>
                    <a:lnTo>
                      <a:pt x="16" y="202"/>
                    </a:lnTo>
                    <a:lnTo>
                      <a:pt x="16" y="200"/>
                    </a:lnTo>
                    <a:lnTo>
                      <a:pt x="16" y="198"/>
                    </a:lnTo>
                    <a:lnTo>
                      <a:pt x="18" y="196"/>
                    </a:lnTo>
                    <a:lnTo>
                      <a:pt x="16" y="194"/>
                    </a:lnTo>
                    <a:lnTo>
                      <a:pt x="12" y="196"/>
                    </a:lnTo>
                    <a:lnTo>
                      <a:pt x="10" y="200"/>
                    </a:lnTo>
                    <a:lnTo>
                      <a:pt x="8" y="198"/>
                    </a:lnTo>
                    <a:lnTo>
                      <a:pt x="8" y="194"/>
                    </a:lnTo>
                    <a:lnTo>
                      <a:pt x="6" y="194"/>
                    </a:lnTo>
                    <a:lnTo>
                      <a:pt x="4" y="194"/>
                    </a:lnTo>
                    <a:lnTo>
                      <a:pt x="4" y="192"/>
                    </a:lnTo>
                    <a:lnTo>
                      <a:pt x="4" y="190"/>
                    </a:lnTo>
                    <a:lnTo>
                      <a:pt x="2" y="190"/>
                    </a:lnTo>
                    <a:lnTo>
                      <a:pt x="0" y="188"/>
                    </a:lnTo>
                    <a:lnTo>
                      <a:pt x="2" y="186"/>
                    </a:lnTo>
                    <a:lnTo>
                      <a:pt x="6" y="184"/>
                    </a:lnTo>
                    <a:lnTo>
                      <a:pt x="12" y="182"/>
                    </a:lnTo>
                    <a:lnTo>
                      <a:pt x="32" y="178"/>
                    </a:lnTo>
                    <a:lnTo>
                      <a:pt x="64" y="176"/>
                    </a:lnTo>
                    <a:lnTo>
                      <a:pt x="64" y="174"/>
                    </a:lnTo>
                    <a:lnTo>
                      <a:pt x="70" y="170"/>
                    </a:lnTo>
                    <a:lnTo>
                      <a:pt x="68" y="170"/>
                    </a:lnTo>
                    <a:lnTo>
                      <a:pt x="62" y="174"/>
                    </a:lnTo>
                    <a:lnTo>
                      <a:pt x="56" y="176"/>
                    </a:lnTo>
                    <a:lnTo>
                      <a:pt x="52" y="176"/>
                    </a:lnTo>
                    <a:lnTo>
                      <a:pt x="54" y="172"/>
                    </a:lnTo>
                    <a:lnTo>
                      <a:pt x="52" y="174"/>
                    </a:lnTo>
                    <a:lnTo>
                      <a:pt x="56" y="170"/>
                    </a:lnTo>
                    <a:lnTo>
                      <a:pt x="64" y="164"/>
                    </a:lnTo>
                    <a:lnTo>
                      <a:pt x="60" y="164"/>
                    </a:lnTo>
                    <a:lnTo>
                      <a:pt x="54" y="164"/>
                    </a:lnTo>
                    <a:lnTo>
                      <a:pt x="48" y="162"/>
                    </a:lnTo>
                    <a:lnTo>
                      <a:pt x="44" y="162"/>
                    </a:lnTo>
                    <a:lnTo>
                      <a:pt x="42" y="162"/>
                    </a:lnTo>
                    <a:lnTo>
                      <a:pt x="40" y="162"/>
                    </a:lnTo>
                    <a:lnTo>
                      <a:pt x="40" y="160"/>
                    </a:lnTo>
                    <a:lnTo>
                      <a:pt x="42" y="158"/>
                    </a:lnTo>
                    <a:lnTo>
                      <a:pt x="40" y="156"/>
                    </a:lnTo>
                    <a:lnTo>
                      <a:pt x="36" y="152"/>
                    </a:lnTo>
                    <a:lnTo>
                      <a:pt x="38" y="150"/>
                    </a:lnTo>
                    <a:lnTo>
                      <a:pt x="42" y="148"/>
                    </a:lnTo>
                    <a:lnTo>
                      <a:pt x="52" y="146"/>
                    </a:lnTo>
                    <a:lnTo>
                      <a:pt x="64" y="142"/>
                    </a:lnTo>
                    <a:lnTo>
                      <a:pt x="74" y="138"/>
                    </a:lnTo>
                    <a:lnTo>
                      <a:pt x="70" y="138"/>
                    </a:lnTo>
                    <a:lnTo>
                      <a:pt x="68" y="140"/>
                    </a:lnTo>
                    <a:lnTo>
                      <a:pt x="66" y="142"/>
                    </a:lnTo>
                    <a:lnTo>
                      <a:pt x="60" y="138"/>
                    </a:lnTo>
                    <a:lnTo>
                      <a:pt x="56" y="142"/>
                    </a:lnTo>
                    <a:lnTo>
                      <a:pt x="54" y="142"/>
                    </a:lnTo>
                    <a:lnTo>
                      <a:pt x="50" y="140"/>
                    </a:lnTo>
                    <a:lnTo>
                      <a:pt x="48" y="140"/>
                    </a:lnTo>
                    <a:lnTo>
                      <a:pt x="46" y="140"/>
                    </a:lnTo>
                    <a:lnTo>
                      <a:pt x="46" y="142"/>
                    </a:lnTo>
                    <a:lnTo>
                      <a:pt x="42" y="142"/>
                    </a:lnTo>
                    <a:lnTo>
                      <a:pt x="40" y="140"/>
                    </a:lnTo>
                    <a:lnTo>
                      <a:pt x="38" y="140"/>
                    </a:lnTo>
                    <a:lnTo>
                      <a:pt x="40" y="136"/>
                    </a:lnTo>
                    <a:lnTo>
                      <a:pt x="42" y="134"/>
                    </a:lnTo>
                    <a:lnTo>
                      <a:pt x="40" y="132"/>
                    </a:lnTo>
                    <a:lnTo>
                      <a:pt x="36" y="132"/>
                    </a:lnTo>
                    <a:lnTo>
                      <a:pt x="34" y="130"/>
                    </a:lnTo>
                    <a:lnTo>
                      <a:pt x="34" y="128"/>
                    </a:lnTo>
                    <a:lnTo>
                      <a:pt x="42" y="124"/>
                    </a:lnTo>
                    <a:lnTo>
                      <a:pt x="58" y="120"/>
                    </a:lnTo>
                    <a:lnTo>
                      <a:pt x="70" y="114"/>
                    </a:lnTo>
                    <a:lnTo>
                      <a:pt x="80" y="108"/>
                    </a:lnTo>
                    <a:lnTo>
                      <a:pt x="76" y="110"/>
                    </a:lnTo>
                    <a:lnTo>
                      <a:pt x="72" y="110"/>
                    </a:lnTo>
                    <a:lnTo>
                      <a:pt x="70" y="110"/>
                    </a:lnTo>
                    <a:lnTo>
                      <a:pt x="70" y="108"/>
                    </a:lnTo>
                    <a:lnTo>
                      <a:pt x="70" y="106"/>
                    </a:lnTo>
                    <a:lnTo>
                      <a:pt x="68" y="106"/>
                    </a:lnTo>
                    <a:lnTo>
                      <a:pt x="64" y="108"/>
                    </a:lnTo>
                    <a:lnTo>
                      <a:pt x="62" y="110"/>
                    </a:lnTo>
                    <a:lnTo>
                      <a:pt x="60" y="110"/>
                    </a:lnTo>
                    <a:lnTo>
                      <a:pt x="54" y="104"/>
                    </a:lnTo>
                    <a:lnTo>
                      <a:pt x="46" y="98"/>
                    </a:lnTo>
                    <a:lnTo>
                      <a:pt x="42" y="90"/>
                    </a:lnTo>
                    <a:lnTo>
                      <a:pt x="40" y="84"/>
                    </a:lnTo>
                    <a:lnTo>
                      <a:pt x="38" y="80"/>
                    </a:lnTo>
                    <a:lnTo>
                      <a:pt x="36" y="78"/>
                    </a:lnTo>
                    <a:lnTo>
                      <a:pt x="38" y="78"/>
                    </a:lnTo>
                    <a:lnTo>
                      <a:pt x="64" y="80"/>
                    </a:lnTo>
                    <a:lnTo>
                      <a:pt x="52" y="76"/>
                    </a:lnTo>
                    <a:lnTo>
                      <a:pt x="40" y="74"/>
                    </a:lnTo>
                    <a:lnTo>
                      <a:pt x="44" y="74"/>
                    </a:lnTo>
                    <a:lnTo>
                      <a:pt x="52" y="76"/>
                    </a:lnTo>
                    <a:lnTo>
                      <a:pt x="62" y="76"/>
                    </a:lnTo>
                    <a:lnTo>
                      <a:pt x="74" y="76"/>
                    </a:lnTo>
                    <a:lnTo>
                      <a:pt x="76" y="74"/>
                    </a:lnTo>
                    <a:lnTo>
                      <a:pt x="76" y="72"/>
                    </a:lnTo>
                    <a:lnTo>
                      <a:pt x="74" y="72"/>
                    </a:lnTo>
                    <a:lnTo>
                      <a:pt x="70" y="72"/>
                    </a:lnTo>
                    <a:lnTo>
                      <a:pt x="66" y="72"/>
                    </a:lnTo>
                    <a:lnTo>
                      <a:pt x="66" y="70"/>
                    </a:lnTo>
                    <a:lnTo>
                      <a:pt x="62" y="64"/>
                    </a:lnTo>
                    <a:lnTo>
                      <a:pt x="60" y="62"/>
                    </a:lnTo>
                    <a:lnTo>
                      <a:pt x="62" y="60"/>
                    </a:lnTo>
                    <a:lnTo>
                      <a:pt x="64" y="60"/>
                    </a:lnTo>
                    <a:lnTo>
                      <a:pt x="76" y="60"/>
                    </a:lnTo>
                    <a:lnTo>
                      <a:pt x="84" y="60"/>
                    </a:lnTo>
                    <a:lnTo>
                      <a:pt x="88" y="58"/>
                    </a:lnTo>
                    <a:lnTo>
                      <a:pt x="88" y="56"/>
                    </a:lnTo>
                    <a:lnTo>
                      <a:pt x="86" y="56"/>
                    </a:lnTo>
                    <a:lnTo>
                      <a:pt x="82" y="56"/>
                    </a:lnTo>
                    <a:lnTo>
                      <a:pt x="78" y="56"/>
                    </a:lnTo>
                    <a:lnTo>
                      <a:pt x="80" y="54"/>
                    </a:lnTo>
                    <a:lnTo>
                      <a:pt x="80" y="52"/>
                    </a:lnTo>
                    <a:lnTo>
                      <a:pt x="76" y="52"/>
                    </a:lnTo>
                    <a:lnTo>
                      <a:pt x="74" y="52"/>
                    </a:lnTo>
                    <a:lnTo>
                      <a:pt x="72" y="52"/>
                    </a:lnTo>
                    <a:lnTo>
                      <a:pt x="72" y="50"/>
                    </a:lnTo>
                    <a:lnTo>
                      <a:pt x="70" y="48"/>
                    </a:lnTo>
                    <a:lnTo>
                      <a:pt x="70" y="44"/>
                    </a:lnTo>
                    <a:lnTo>
                      <a:pt x="80" y="46"/>
                    </a:lnTo>
                    <a:lnTo>
                      <a:pt x="84" y="46"/>
                    </a:lnTo>
                    <a:lnTo>
                      <a:pt x="86" y="46"/>
                    </a:lnTo>
                    <a:lnTo>
                      <a:pt x="86" y="42"/>
                    </a:lnTo>
                    <a:lnTo>
                      <a:pt x="88" y="42"/>
                    </a:lnTo>
                    <a:lnTo>
                      <a:pt x="90" y="44"/>
                    </a:lnTo>
                    <a:lnTo>
                      <a:pt x="90" y="42"/>
                    </a:lnTo>
                    <a:lnTo>
                      <a:pt x="90" y="40"/>
                    </a:lnTo>
                    <a:lnTo>
                      <a:pt x="86" y="38"/>
                    </a:lnTo>
                    <a:lnTo>
                      <a:pt x="80" y="32"/>
                    </a:lnTo>
                    <a:lnTo>
                      <a:pt x="74" y="28"/>
                    </a:lnTo>
                    <a:lnTo>
                      <a:pt x="74" y="26"/>
                    </a:lnTo>
                    <a:lnTo>
                      <a:pt x="74" y="24"/>
                    </a:lnTo>
                    <a:lnTo>
                      <a:pt x="78" y="22"/>
                    </a:lnTo>
                    <a:lnTo>
                      <a:pt x="80" y="20"/>
                    </a:lnTo>
                    <a:lnTo>
                      <a:pt x="80" y="22"/>
                    </a:lnTo>
                    <a:lnTo>
                      <a:pt x="84" y="28"/>
                    </a:lnTo>
                    <a:lnTo>
                      <a:pt x="88" y="30"/>
                    </a:lnTo>
                    <a:lnTo>
                      <a:pt x="90" y="26"/>
                    </a:lnTo>
                    <a:lnTo>
                      <a:pt x="90" y="22"/>
                    </a:lnTo>
                    <a:lnTo>
                      <a:pt x="90" y="10"/>
                    </a:lnTo>
                    <a:lnTo>
                      <a:pt x="92" y="2"/>
                    </a:lnTo>
                    <a:lnTo>
                      <a:pt x="94" y="0"/>
                    </a:lnTo>
                    <a:lnTo>
                      <a:pt x="94" y="2"/>
                    </a:lnTo>
                    <a:lnTo>
                      <a:pt x="96" y="2"/>
                    </a:lnTo>
                    <a:lnTo>
                      <a:pt x="96" y="6"/>
                    </a:lnTo>
                    <a:lnTo>
                      <a:pt x="94" y="16"/>
                    </a:lnTo>
                    <a:lnTo>
                      <a:pt x="94" y="22"/>
                    </a:lnTo>
                    <a:lnTo>
                      <a:pt x="96" y="24"/>
                    </a:lnTo>
                    <a:lnTo>
                      <a:pt x="98" y="22"/>
                    </a:lnTo>
                    <a:lnTo>
                      <a:pt x="102" y="20"/>
                    </a:lnTo>
                    <a:lnTo>
                      <a:pt x="104" y="22"/>
                    </a:lnTo>
                    <a:lnTo>
                      <a:pt x="104" y="24"/>
                    </a:lnTo>
                    <a:lnTo>
                      <a:pt x="104" y="28"/>
                    </a:lnTo>
                    <a:lnTo>
                      <a:pt x="102" y="28"/>
                    </a:lnTo>
                    <a:lnTo>
                      <a:pt x="100" y="32"/>
                    </a:lnTo>
                    <a:lnTo>
                      <a:pt x="100" y="34"/>
                    </a:lnTo>
                    <a:lnTo>
                      <a:pt x="104" y="32"/>
                    </a:lnTo>
                    <a:lnTo>
                      <a:pt x="108" y="30"/>
                    </a:lnTo>
                    <a:lnTo>
                      <a:pt x="110" y="32"/>
                    </a:lnTo>
                    <a:lnTo>
                      <a:pt x="110" y="36"/>
                    </a:lnTo>
                    <a:lnTo>
                      <a:pt x="110" y="38"/>
                    </a:lnTo>
                    <a:lnTo>
                      <a:pt x="112" y="40"/>
                    </a:lnTo>
                    <a:lnTo>
                      <a:pt x="114" y="42"/>
                    </a:lnTo>
                    <a:lnTo>
                      <a:pt x="114" y="44"/>
                    </a:lnTo>
                    <a:lnTo>
                      <a:pt x="108" y="50"/>
                    </a:lnTo>
                    <a:lnTo>
                      <a:pt x="102" y="52"/>
                    </a:lnTo>
                    <a:lnTo>
                      <a:pt x="98" y="54"/>
                    </a:lnTo>
                    <a:lnTo>
                      <a:pt x="98" y="56"/>
                    </a:lnTo>
                    <a:lnTo>
                      <a:pt x="110" y="58"/>
                    </a:lnTo>
                    <a:close/>
                    <a:moveTo>
                      <a:pt x="108" y="74"/>
                    </a:moveTo>
                    <a:lnTo>
                      <a:pt x="108" y="74"/>
                    </a:lnTo>
                    <a:lnTo>
                      <a:pt x="108" y="76"/>
                    </a:lnTo>
                    <a:lnTo>
                      <a:pt x="106" y="76"/>
                    </a:lnTo>
                    <a:lnTo>
                      <a:pt x="110" y="80"/>
                    </a:lnTo>
                    <a:lnTo>
                      <a:pt x="114" y="80"/>
                    </a:lnTo>
                    <a:lnTo>
                      <a:pt x="120" y="80"/>
                    </a:lnTo>
                    <a:lnTo>
                      <a:pt x="114" y="76"/>
                    </a:lnTo>
                    <a:lnTo>
                      <a:pt x="110" y="74"/>
                    </a:lnTo>
                    <a:lnTo>
                      <a:pt x="108" y="74"/>
                    </a:lnTo>
                    <a:close/>
                    <a:moveTo>
                      <a:pt x="72" y="174"/>
                    </a:moveTo>
                    <a:lnTo>
                      <a:pt x="70" y="174"/>
                    </a:lnTo>
                    <a:lnTo>
                      <a:pt x="72" y="174"/>
                    </a:lnTo>
                    <a:close/>
                    <a:moveTo>
                      <a:pt x="70" y="222"/>
                    </a:moveTo>
                    <a:lnTo>
                      <a:pt x="70" y="222"/>
                    </a:lnTo>
                    <a:lnTo>
                      <a:pt x="72" y="226"/>
                    </a:lnTo>
                    <a:lnTo>
                      <a:pt x="76" y="220"/>
                    </a:lnTo>
                    <a:lnTo>
                      <a:pt x="76" y="216"/>
                    </a:lnTo>
                    <a:lnTo>
                      <a:pt x="74" y="214"/>
                    </a:lnTo>
                    <a:lnTo>
                      <a:pt x="78" y="216"/>
                    </a:lnTo>
                    <a:lnTo>
                      <a:pt x="80" y="210"/>
                    </a:lnTo>
                    <a:lnTo>
                      <a:pt x="78" y="210"/>
                    </a:lnTo>
                    <a:lnTo>
                      <a:pt x="72" y="218"/>
                    </a:lnTo>
                    <a:lnTo>
                      <a:pt x="70" y="222"/>
                    </a:lnTo>
                    <a:close/>
                    <a:moveTo>
                      <a:pt x="78" y="80"/>
                    </a:moveTo>
                    <a:lnTo>
                      <a:pt x="78" y="80"/>
                    </a:lnTo>
                    <a:lnTo>
                      <a:pt x="72" y="82"/>
                    </a:lnTo>
                    <a:lnTo>
                      <a:pt x="78" y="82"/>
                    </a:lnTo>
                    <a:lnTo>
                      <a:pt x="78" y="80"/>
                    </a:lnTo>
                    <a:close/>
                    <a:moveTo>
                      <a:pt x="72" y="164"/>
                    </a:moveTo>
                    <a:lnTo>
                      <a:pt x="72" y="164"/>
                    </a:lnTo>
                    <a:lnTo>
                      <a:pt x="70" y="164"/>
                    </a:lnTo>
                    <a:lnTo>
                      <a:pt x="72" y="164"/>
                    </a:lnTo>
                    <a:close/>
                  </a:path>
                </a:pathLst>
              </a:custGeom>
              <a:solidFill>
                <a:srgbClr val="13280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" name="AutoShape 31">
                <a:extLst>
                  <a:ext uri="{FF2B5EF4-FFF2-40B4-BE49-F238E27FC236}">
                    <a16:creationId xmlns:a16="http://schemas.microsoft.com/office/drawing/2014/main" id="{C9F2A1E4-7E84-FAA2-D24A-9381722E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959621" y="6238627"/>
                <a:ext cx="232145" cy="287542"/>
              </a:xfrm>
              <a:custGeom>
                <a:avLst/>
                <a:gdLst>
                  <a:gd name="T0" fmla="*/ 2147483647 w 198"/>
                  <a:gd name="T1" fmla="*/ 2147483647 h 244"/>
                  <a:gd name="T2" fmla="*/ 2147483647 w 198"/>
                  <a:gd name="T3" fmla="*/ 2147483647 h 244"/>
                  <a:gd name="T4" fmla="*/ 2147483647 w 198"/>
                  <a:gd name="T5" fmla="*/ 2147483647 h 244"/>
                  <a:gd name="T6" fmla="*/ 2147483647 w 198"/>
                  <a:gd name="T7" fmla="*/ 2147483647 h 244"/>
                  <a:gd name="T8" fmla="*/ 2147483647 w 198"/>
                  <a:gd name="T9" fmla="*/ 2147483647 h 244"/>
                  <a:gd name="T10" fmla="*/ 2147483647 w 198"/>
                  <a:gd name="T11" fmla="*/ 2147483647 h 244"/>
                  <a:gd name="T12" fmla="*/ 2147483647 w 198"/>
                  <a:gd name="T13" fmla="*/ 2147483647 h 244"/>
                  <a:gd name="T14" fmla="*/ 2147483647 w 198"/>
                  <a:gd name="T15" fmla="*/ 2147483647 h 244"/>
                  <a:gd name="T16" fmla="*/ 2147483647 w 198"/>
                  <a:gd name="T17" fmla="*/ 2147483647 h 244"/>
                  <a:gd name="T18" fmla="*/ 2147483647 w 198"/>
                  <a:gd name="T19" fmla="*/ 2147483647 h 244"/>
                  <a:gd name="T20" fmla="*/ 2147483647 w 198"/>
                  <a:gd name="T21" fmla="*/ 2147483647 h 244"/>
                  <a:gd name="T22" fmla="*/ 2147483647 w 198"/>
                  <a:gd name="T23" fmla="*/ 2147483647 h 244"/>
                  <a:gd name="T24" fmla="*/ 2147483647 w 198"/>
                  <a:gd name="T25" fmla="*/ 2147483647 h 244"/>
                  <a:gd name="T26" fmla="*/ 2147483647 w 198"/>
                  <a:gd name="T27" fmla="*/ 2147483647 h 244"/>
                  <a:gd name="T28" fmla="*/ 2147483647 w 198"/>
                  <a:gd name="T29" fmla="*/ 2147483647 h 244"/>
                  <a:gd name="T30" fmla="*/ 2147483647 w 198"/>
                  <a:gd name="T31" fmla="*/ 2147483647 h 244"/>
                  <a:gd name="T32" fmla="*/ 2147483647 w 198"/>
                  <a:gd name="T33" fmla="*/ 2147483647 h 244"/>
                  <a:gd name="T34" fmla="*/ 2147483647 w 198"/>
                  <a:gd name="T35" fmla="*/ 2147483647 h 244"/>
                  <a:gd name="T36" fmla="*/ 2147483647 w 198"/>
                  <a:gd name="T37" fmla="*/ 2147483647 h 244"/>
                  <a:gd name="T38" fmla="*/ 2147483647 w 198"/>
                  <a:gd name="T39" fmla="*/ 2147483647 h 244"/>
                  <a:gd name="T40" fmla="*/ 2147483647 w 198"/>
                  <a:gd name="T41" fmla="*/ 2147483647 h 244"/>
                  <a:gd name="T42" fmla="*/ 2147483647 w 198"/>
                  <a:gd name="T43" fmla="*/ 2147483647 h 244"/>
                  <a:gd name="T44" fmla="*/ 2147483647 w 198"/>
                  <a:gd name="T45" fmla="*/ 2147483647 h 244"/>
                  <a:gd name="T46" fmla="*/ 2147483647 w 198"/>
                  <a:gd name="T47" fmla="*/ 2147483647 h 244"/>
                  <a:gd name="T48" fmla="*/ 2147483647 w 198"/>
                  <a:gd name="T49" fmla="*/ 2147483647 h 244"/>
                  <a:gd name="T50" fmla="*/ 2147483647 w 198"/>
                  <a:gd name="T51" fmla="*/ 2147483647 h 244"/>
                  <a:gd name="T52" fmla="*/ 2147483647 w 198"/>
                  <a:gd name="T53" fmla="*/ 2147483647 h 244"/>
                  <a:gd name="T54" fmla="*/ 2147483647 w 198"/>
                  <a:gd name="T55" fmla="*/ 2147483647 h 244"/>
                  <a:gd name="T56" fmla="*/ 2147483647 w 198"/>
                  <a:gd name="T57" fmla="*/ 2147483647 h 244"/>
                  <a:gd name="T58" fmla="*/ 2147483647 w 198"/>
                  <a:gd name="T59" fmla="*/ 2147483647 h 244"/>
                  <a:gd name="T60" fmla="*/ 2147483647 w 198"/>
                  <a:gd name="T61" fmla="*/ 2147483647 h 244"/>
                  <a:gd name="T62" fmla="*/ 2147483647 w 198"/>
                  <a:gd name="T63" fmla="*/ 2147483647 h 244"/>
                  <a:gd name="T64" fmla="*/ 2147483647 w 198"/>
                  <a:gd name="T65" fmla="*/ 0 h 244"/>
                  <a:gd name="T66" fmla="*/ 2147483647 w 198"/>
                  <a:gd name="T67" fmla="*/ 2147483647 h 244"/>
                  <a:gd name="T68" fmla="*/ 2147483647 w 198"/>
                  <a:gd name="T69" fmla="*/ 2147483647 h 244"/>
                  <a:gd name="T70" fmla="*/ 2147483647 w 198"/>
                  <a:gd name="T71" fmla="*/ 2147483647 h 244"/>
                  <a:gd name="T72" fmla="*/ 2147483647 w 198"/>
                  <a:gd name="T73" fmla="*/ 2147483647 h 244"/>
                  <a:gd name="T74" fmla="*/ 2147483647 w 198"/>
                  <a:gd name="T75" fmla="*/ 2147483647 h 244"/>
                  <a:gd name="T76" fmla="*/ 2147483647 w 198"/>
                  <a:gd name="T77" fmla="*/ 2147483647 h 244"/>
                  <a:gd name="T78" fmla="*/ 2147483647 w 198"/>
                  <a:gd name="T79" fmla="*/ 2147483647 h 244"/>
                  <a:gd name="T80" fmla="*/ 2147483647 w 198"/>
                  <a:gd name="T81" fmla="*/ 2147483647 h 244"/>
                  <a:gd name="T82" fmla="*/ 2147483647 w 198"/>
                  <a:gd name="T83" fmla="*/ 2147483647 h 244"/>
                  <a:gd name="T84" fmla="*/ 2147483647 w 198"/>
                  <a:gd name="T85" fmla="*/ 2147483647 h 244"/>
                  <a:gd name="T86" fmla="*/ 2147483647 w 198"/>
                  <a:gd name="T87" fmla="*/ 2147483647 h 244"/>
                  <a:gd name="T88" fmla="*/ 2147483647 w 198"/>
                  <a:gd name="T89" fmla="*/ 2147483647 h 244"/>
                  <a:gd name="T90" fmla="*/ 2147483647 w 198"/>
                  <a:gd name="T91" fmla="*/ 2147483647 h 244"/>
                  <a:gd name="T92" fmla="*/ 2147483647 w 198"/>
                  <a:gd name="T93" fmla="*/ 2147483647 h 244"/>
                  <a:gd name="T94" fmla="*/ 2147483647 w 198"/>
                  <a:gd name="T95" fmla="*/ 2147483647 h 244"/>
                  <a:gd name="T96" fmla="*/ 2147483647 w 198"/>
                  <a:gd name="T97" fmla="*/ 2147483647 h 244"/>
                  <a:gd name="T98" fmla="*/ 2147483647 w 198"/>
                  <a:gd name="T99" fmla="*/ 2147483647 h 244"/>
                  <a:gd name="T100" fmla="*/ 2147483647 w 198"/>
                  <a:gd name="T101" fmla="*/ 2147483647 h 244"/>
                  <a:gd name="T102" fmla="*/ 2147483647 w 198"/>
                  <a:gd name="T103" fmla="*/ 2147483647 h 244"/>
                  <a:gd name="T104" fmla="*/ 2147483647 w 198"/>
                  <a:gd name="T105" fmla="*/ 2147483647 h 244"/>
                  <a:gd name="T106" fmla="*/ 2147483647 w 198"/>
                  <a:gd name="T107" fmla="*/ 2147483647 h 244"/>
                  <a:gd name="T108" fmla="*/ 2147483647 w 198"/>
                  <a:gd name="T109" fmla="*/ 2147483647 h 244"/>
                  <a:gd name="T110" fmla="*/ 2147483647 w 198"/>
                  <a:gd name="T111" fmla="*/ 2147483647 h 244"/>
                  <a:gd name="T112" fmla="*/ 2147483647 w 198"/>
                  <a:gd name="T113" fmla="*/ 2147483647 h 244"/>
                  <a:gd name="T114" fmla="*/ 0 w 198"/>
                  <a:gd name="T115" fmla="*/ 0 h 244"/>
                  <a:gd name="T116" fmla="*/ 198 w 198"/>
                  <a:gd name="T1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T114" t="T115" r="T116" b="T117"/>
                <a:pathLst>
                  <a:path w="198" h="244">
                    <a:moveTo>
                      <a:pt x="82" y="186"/>
                    </a:moveTo>
                    <a:lnTo>
                      <a:pt x="82" y="186"/>
                    </a:lnTo>
                    <a:lnTo>
                      <a:pt x="82" y="188"/>
                    </a:lnTo>
                    <a:lnTo>
                      <a:pt x="80" y="190"/>
                    </a:lnTo>
                    <a:lnTo>
                      <a:pt x="74" y="190"/>
                    </a:lnTo>
                    <a:lnTo>
                      <a:pt x="78" y="188"/>
                    </a:lnTo>
                    <a:lnTo>
                      <a:pt x="82" y="186"/>
                    </a:lnTo>
                    <a:close/>
                    <a:moveTo>
                      <a:pt x="68" y="192"/>
                    </a:moveTo>
                    <a:lnTo>
                      <a:pt x="68" y="192"/>
                    </a:lnTo>
                    <a:lnTo>
                      <a:pt x="32" y="194"/>
                    </a:lnTo>
                    <a:lnTo>
                      <a:pt x="14" y="198"/>
                    </a:lnTo>
                    <a:lnTo>
                      <a:pt x="6" y="200"/>
                    </a:lnTo>
                    <a:lnTo>
                      <a:pt x="2" y="202"/>
                    </a:lnTo>
                    <a:lnTo>
                      <a:pt x="0" y="206"/>
                    </a:lnTo>
                    <a:lnTo>
                      <a:pt x="2" y="206"/>
                    </a:lnTo>
                    <a:lnTo>
                      <a:pt x="4" y="208"/>
                    </a:lnTo>
                    <a:lnTo>
                      <a:pt x="4" y="212"/>
                    </a:lnTo>
                    <a:lnTo>
                      <a:pt x="6" y="212"/>
                    </a:lnTo>
                    <a:lnTo>
                      <a:pt x="8" y="210"/>
                    </a:lnTo>
                    <a:lnTo>
                      <a:pt x="8" y="212"/>
                    </a:lnTo>
                    <a:lnTo>
                      <a:pt x="10" y="216"/>
                    </a:lnTo>
                    <a:lnTo>
                      <a:pt x="12" y="212"/>
                    </a:lnTo>
                    <a:lnTo>
                      <a:pt x="14" y="212"/>
                    </a:lnTo>
                    <a:lnTo>
                      <a:pt x="16" y="212"/>
                    </a:lnTo>
                    <a:lnTo>
                      <a:pt x="18" y="214"/>
                    </a:lnTo>
                    <a:lnTo>
                      <a:pt x="18" y="216"/>
                    </a:lnTo>
                    <a:lnTo>
                      <a:pt x="16" y="218"/>
                    </a:lnTo>
                    <a:lnTo>
                      <a:pt x="16" y="220"/>
                    </a:lnTo>
                    <a:lnTo>
                      <a:pt x="20" y="220"/>
                    </a:lnTo>
                    <a:lnTo>
                      <a:pt x="22" y="218"/>
                    </a:lnTo>
                    <a:lnTo>
                      <a:pt x="24" y="218"/>
                    </a:lnTo>
                    <a:lnTo>
                      <a:pt x="28" y="218"/>
                    </a:lnTo>
                    <a:lnTo>
                      <a:pt x="32" y="224"/>
                    </a:lnTo>
                    <a:lnTo>
                      <a:pt x="32" y="218"/>
                    </a:lnTo>
                    <a:lnTo>
                      <a:pt x="36" y="218"/>
                    </a:lnTo>
                    <a:lnTo>
                      <a:pt x="38" y="218"/>
                    </a:lnTo>
                    <a:lnTo>
                      <a:pt x="38" y="216"/>
                    </a:lnTo>
                    <a:lnTo>
                      <a:pt x="40" y="216"/>
                    </a:lnTo>
                    <a:lnTo>
                      <a:pt x="44" y="218"/>
                    </a:lnTo>
                    <a:lnTo>
                      <a:pt x="46" y="222"/>
                    </a:lnTo>
                    <a:lnTo>
                      <a:pt x="48" y="222"/>
                    </a:lnTo>
                    <a:lnTo>
                      <a:pt x="50" y="218"/>
                    </a:lnTo>
                    <a:lnTo>
                      <a:pt x="52" y="216"/>
                    </a:lnTo>
                    <a:lnTo>
                      <a:pt x="54" y="216"/>
                    </a:lnTo>
                    <a:lnTo>
                      <a:pt x="56" y="212"/>
                    </a:lnTo>
                    <a:lnTo>
                      <a:pt x="58" y="216"/>
                    </a:lnTo>
                    <a:lnTo>
                      <a:pt x="70" y="214"/>
                    </a:lnTo>
                    <a:lnTo>
                      <a:pt x="72" y="210"/>
                    </a:lnTo>
                    <a:lnTo>
                      <a:pt x="74" y="210"/>
                    </a:lnTo>
                    <a:lnTo>
                      <a:pt x="76" y="210"/>
                    </a:lnTo>
                    <a:lnTo>
                      <a:pt x="78" y="208"/>
                    </a:lnTo>
                    <a:lnTo>
                      <a:pt x="78" y="212"/>
                    </a:lnTo>
                    <a:lnTo>
                      <a:pt x="76" y="214"/>
                    </a:lnTo>
                    <a:lnTo>
                      <a:pt x="66" y="220"/>
                    </a:lnTo>
                    <a:lnTo>
                      <a:pt x="52" y="224"/>
                    </a:lnTo>
                    <a:lnTo>
                      <a:pt x="44" y="224"/>
                    </a:lnTo>
                    <a:lnTo>
                      <a:pt x="34" y="226"/>
                    </a:lnTo>
                    <a:lnTo>
                      <a:pt x="28" y="230"/>
                    </a:lnTo>
                    <a:lnTo>
                      <a:pt x="26" y="230"/>
                    </a:lnTo>
                    <a:lnTo>
                      <a:pt x="28" y="232"/>
                    </a:lnTo>
                    <a:lnTo>
                      <a:pt x="32" y="234"/>
                    </a:lnTo>
                    <a:lnTo>
                      <a:pt x="30" y="236"/>
                    </a:lnTo>
                    <a:lnTo>
                      <a:pt x="28" y="238"/>
                    </a:lnTo>
                    <a:lnTo>
                      <a:pt x="74" y="240"/>
                    </a:lnTo>
                    <a:lnTo>
                      <a:pt x="78" y="232"/>
                    </a:lnTo>
                    <a:lnTo>
                      <a:pt x="84" y="226"/>
                    </a:lnTo>
                    <a:lnTo>
                      <a:pt x="80" y="234"/>
                    </a:lnTo>
                    <a:lnTo>
                      <a:pt x="78" y="232"/>
                    </a:lnTo>
                    <a:lnTo>
                      <a:pt x="78" y="236"/>
                    </a:lnTo>
                    <a:lnTo>
                      <a:pt x="78" y="240"/>
                    </a:lnTo>
                    <a:lnTo>
                      <a:pt x="124" y="240"/>
                    </a:lnTo>
                    <a:lnTo>
                      <a:pt x="146" y="240"/>
                    </a:lnTo>
                    <a:lnTo>
                      <a:pt x="170" y="244"/>
                    </a:lnTo>
                    <a:lnTo>
                      <a:pt x="174" y="240"/>
                    </a:lnTo>
                    <a:lnTo>
                      <a:pt x="178" y="236"/>
                    </a:lnTo>
                    <a:lnTo>
                      <a:pt x="178" y="232"/>
                    </a:lnTo>
                    <a:lnTo>
                      <a:pt x="174" y="226"/>
                    </a:lnTo>
                    <a:lnTo>
                      <a:pt x="172" y="224"/>
                    </a:lnTo>
                    <a:lnTo>
                      <a:pt x="174" y="224"/>
                    </a:lnTo>
                    <a:lnTo>
                      <a:pt x="180" y="222"/>
                    </a:lnTo>
                    <a:lnTo>
                      <a:pt x="194" y="222"/>
                    </a:lnTo>
                    <a:lnTo>
                      <a:pt x="198" y="220"/>
                    </a:lnTo>
                    <a:lnTo>
                      <a:pt x="198" y="218"/>
                    </a:lnTo>
                    <a:lnTo>
                      <a:pt x="186" y="212"/>
                    </a:lnTo>
                    <a:lnTo>
                      <a:pt x="172" y="206"/>
                    </a:lnTo>
                    <a:lnTo>
                      <a:pt x="170" y="204"/>
                    </a:lnTo>
                    <a:lnTo>
                      <a:pt x="172" y="202"/>
                    </a:lnTo>
                    <a:lnTo>
                      <a:pt x="184" y="200"/>
                    </a:lnTo>
                    <a:lnTo>
                      <a:pt x="190" y="198"/>
                    </a:lnTo>
                    <a:lnTo>
                      <a:pt x="190" y="196"/>
                    </a:lnTo>
                    <a:lnTo>
                      <a:pt x="188" y="196"/>
                    </a:lnTo>
                    <a:lnTo>
                      <a:pt x="178" y="190"/>
                    </a:lnTo>
                    <a:lnTo>
                      <a:pt x="174" y="186"/>
                    </a:lnTo>
                    <a:lnTo>
                      <a:pt x="170" y="182"/>
                    </a:lnTo>
                    <a:lnTo>
                      <a:pt x="170" y="180"/>
                    </a:lnTo>
                    <a:lnTo>
                      <a:pt x="172" y="178"/>
                    </a:lnTo>
                    <a:lnTo>
                      <a:pt x="178" y="176"/>
                    </a:lnTo>
                    <a:lnTo>
                      <a:pt x="186" y="174"/>
                    </a:lnTo>
                    <a:lnTo>
                      <a:pt x="188" y="172"/>
                    </a:lnTo>
                    <a:lnTo>
                      <a:pt x="186" y="170"/>
                    </a:lnTo>
                    <a:lnTo>
                      <a:pt x="178" y="164"/>
                    </a:lnTo>
                    <a:lnTo>
                      <a:pt x="158" y="156"/>
                    </a:lnTo>
                    <a:lnTo>
                      <a:pt x="148" y="150"/>
                    </a:lnTo>
                    <a:lnTo>
                      <a:pt x="146" y="148"/>
                    </a:lnTo>
                    <a:lnTo>
                      <a:pt x="158" y="148"/>
                    </a:lnTo>
                    <a:lnTo>
                      <a:pt x="160" y="148"/>
                    </a:lnTo>
                    <a:lnTo>
                      <a:pt x="158" y="144"/>
                    </a:lnTo>
                    <a:lnTo>
                      <a:pt x="152" y="140"/>
                    </a:lnTo>
                    <a:lnTo>
                      <a:pt x="156" y="140"/>
                    </a:lnTo>
                    <a:lnTo>
                      <a:pt x="158" y="140"/>
                    </a:lnTo>
                    <a:lnTo>
                      <a:pt x="160" y="138"/>
                    </a:lnTo>
                    <a:lnTo>
                      <a:pt x="160" y="136"/>
                    </a:lnTo>
                    <a:lnTo>
                      <a:pt x="158" y="132"/>
                    </a:lnTo>
                    <a:lnTo>
                      <a:pt x="148" y="126"/>
                    </a:lnTo>
                    <a:lnTo>
                      <a:pt x="124" y="110"/>
                    </a:lnTo>
                    <a:lnTo>
                      <a:pt x="128" y="110"/>
                    </a:lnTo>
                    <a:lnTo>
                      <a:pt x="132" y="110"/>
                    </a:lnTo>
                    <a:lnTo>
                      <a:pt x="132" y="106"/>
                    </a:lnTo>
                    <a:lnTo>
                      <a:pt x="136" y="106"/>
                    </a:lnTo>
                    <a:lnTo>
                      <a:pt x="140" y="106"/>
                    </a:lnTo>
                    <a:lnTo>
                      <a:pt x="142" y="104"/>
                    </a:lnTo>
                    <a:lnTo>
                      <a:pt x="142" y="102"/>
                    </a:lnTo>
                    <a:lnTo>
                      <a:pt x="142" y="98"/>
                    </a:lnTo>
                    <a:lnTo>
                      <a:pt x="140" y="96"/>
                    </a:lnTo>
                    <a:lnTo>
                      <a:pt x="136" y="94"/>
                    </a:lnTo>
                    <a:lnTo>
                      <a:pt x="130" y="92"/>
                    </a:lnTo>
                    <a:lnTo>
                      <a:pt x="116" y="88"/>
                    </a:lnTo>
                    <a:lnTo>
                      <a:pt x="112" y="82"/>
                    </a:lnTo>
                    <a:lnTo>
                      <a:pt x="110" y="82"/>
                    </a:lnTo>
                    <a:lnTo>
                      <a:pt x="112" y="80"/>
                    </a:lnTo>
                    <a:lnTo>
                      <a:pt x="116" y="80"/>
                    </a:lnTo>
                    <a:lnTo>
                      <a:pt x="118" y="80"/>
                    </a:lnTo>
                    <a:lnTo>
                      <a:pt x="124" y="84"/>
                    </a:lnTo>
                    <a:lnTo>
                      <a:pt x="128" y="86"/>
                    </a:lnTo>
                    <a:lnTo>
                      <a:pt x="128" y="84"/>
                    </a:lnTo>
                    <a:lnTo>
                      <a:pt x="126" y="80"/>
                    </a:lnTo>
                    <a:lnTo>
                      <a:pt x="128" y="80"/>
                    </a:lnTo>
                    <a:lnTo>
                      <a:pt x="130" y="78"/>
                    </a:lnTo>
                    <a:lnTo>
                      <a:pt x="132" y="76"/>
                    </a:lnTo>
                    <a:lnTo>
                      <a:pt x="128" y="72"/>
                    </a:lnTo>
                    <a:lnTo>
                      <a:pt x="128" y="70"/>
                    </a:lnTo>
                    <a:lnTo>
                      <a:pt x="130" y="70"/>
                    </a:lnTo>
                    <a:lnTo>
                      <a:pt x="136" y="68"/>
                    </a:lnTo>
                    <a:lnTo>
                      <a:pt x="138" y="66"/>
                    </a:lnTo>
                    <a:lnTo>
                      <a:pt x="134" y="64"/>
                    </a:lnTo>
                    <a:lnTo>
                      <a:pt x="124" y="64"/>
                    </a:lnTo>
                    <a:lnTo>
                      <a:pt x="120" y="64"/>
                    </a:lnTo>
                    <a:lnTo>
                      <a:pt x="114" y="62"/>
                    </a:lnTo>
                    <a:lnTo>
                      <a:pt x="104" y="60"/>
                    </a:lnTo>
                    <a:lnTo>
                      <a:pt x="102" y="58"/>
                    </a:lnTo>
                    <a:lnTo>
                      <a:pt x="106" y="56"/>
                    </a:lnTo>
                    <a:lnTo>
                      <a:pt x="112" y="52"/>
                    </a:lnTo>
                    <a:lnTo>
                      <a:pt x="118" y="48"/>
                    </a:lnTo>
                    <a:lnTo>
                      <a:pt x="118" y="44"/>
                    </a:lnTo>
                    <a:lnTo>
                      <a:pt x="116" y="42"/>
                    </a:lnTo>
                    <a:lnTo>
                      <a:pt x="114" y="40"/>
                    </a:lnTo>
                    <a:lnTo>
                      <a:pt x="114" y="38"/>
                    </a:lnTo>
                    <a:lnTo>
                      <a:pt x="114" y="32"/>
                    </a:lnTo>
                    <a:lnTo>
                      <a:pt x="108" y="36"/>
                    </a:lnTo>
                    <a:lnTo>
                      <a:pt x="106" y="38"/>
                    </a:lnTo>
                    <a:lnTo>
                      <a:pt x="106" y="36"/>
                    </a:lnTo>
                    <a:lnTo>
                      <a:pt x="106" y="28"/>
                    </a:lnTo>
                    <a:lnTo>
                      <a:pt x="106" y="22"/>
                    </a:lnTo>
                    <a:lnTo>
                      <a:pt x="106" y="20"/>
                    </a:lnTo>
                    <a:lnTo>
                      <a:pt x="102" y="22"/>
                    </a:lnTo>
                    <a:lnTo>
                      <a:pt x="100" y="24"/>
                    </a:lnTo>
                    <a:lnTo>
                      <a:pt x="98" y="16"/>
                    </a:lnTo>
                    <a:lnTo>
                      <a:pt x="102" y="4"/>
                    </a:lnTo>
                    <a:lnTo>
                      <a:pt x="100" y="2"/>
                    </a:lnTo>
                    <a:lnTo>
                      <a:pt x="98" y="0"/>
                    </a:lnTo>
                    <a:lnTo>
                      <a:pt x="96" y="0"/>
                    </a:lnTo>
                    <a:lnTo>
                      <a:pt x="94" y="8"/>
                    </a:lnTo>
                    <a:lnTo>
                      <a:pt x="94" y="22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88" y="28"/>
                    </a:lnTo>
                    <a:lnTo>
                      <a:pt x="84" y="22"/>
                    </a:lnTo>
                    <a:lnTo>
                      <a:pt x="82" y="22"/>
                    </a:lnTo>
                    <a:lnTo>
                      <a:pt x="80" y="26"/>
                    </a:lnTo>
                    <a:lnTo>
                      <a:pt x="80" y="28"/>
                    </a:lnTo>
                    <a:lnTo>
                      <a:pt x="82" y="32"/>
                    </a:lnTo>
                    <a:lnTo>
                      <a:pt x="86" y="36"/>
                    </a:lnTo>
                    <a:lnTo>
                      <a:pt x="92" y="40"/>
                    </a:lnTo>
                    <a:lnTo>
                      <a:pt x="94" y="42"/>
                    </a:lnTo>
                    <a:lnTo>
                      <a:pt x="94" y="44"/>
                    </a:lnTo>
                    <a:lnTo>
                      <a:pt x="90" y="46"/>
                    </a:lnTo>
                    <a:lnTo>
                      <a:pt x="90" y="48"/>
                    </a:lnTo>
                    <a:lnTo>
                      <a:pt x="88" y="50"/>
                    </a:lnTo>
                    <a:lnTo>
                      <a:pt x="82" y="48"/>
                    </a:lnTo>
                    <a:lnTo>
                      <a:pt x="74" y="46"/>
                    </a:lnTo>
                    <a:lnTo>
                      <a:pt x="72" y="48"/>
                    </a:lnTo>
                    <a:lnTo>
                      <a:pt x="74" y="50"/>
                    </a:lnTo>
                    <a:lnTo>
                      <a:pt x="76" y="52"/>
                    </a:lnTo>
                    <a:lnTo>
                      <a:pt x="76" y="54"/>
                    </a:lnTo>
                    <a:lnTo>
                      <a:pt x="76" y="56"/>
                    </a:lnTo>
                    <a:lnTo>
                      <a:pt x="80" y="56"/>
                    </a:lnTo>
                    <a:lnTo>
                      <a:pt x="84" y="56"/>
                    </a:lnTo>
                    <a:lnTo>
                      <a:pt x="82" y="58"/>
                    </a:lnTo>
                    <a:lnTo>
                      <a:pt x="82" y="60"/>
                    </a:lnTo>
                    <a:lnTo>
                      <a:pt x="86" y="60"/>
                    </a:lnTo>
                    <a:lnTo>
                      <a:pt x="90" y="60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88" y="64"/>
                    </a:lnTo>
                    <a:lnTo>
                      <a:pt x="80" y="64"/>
                    </a:lnTo>
                    <a:lnTo>
                      <a:pt x="66" y="64"/>
                    </a:lnTo>
                    <a:lnTo>
                      <a:pt x="64" y="64"/>
                    </a:lnTo>
                    <a:lnTo>
                      <a:pt x="62" y="66"/>
                    </a:lnTo>
                    <a:lnTo>
                      <a:pt x="64" y="70"/>
                    </a:lnTo>
                    <a:lnTo>
                      <a:pt x="68" y="76"/>
                    </a:lnTo>
                    <a:lnTo>
                      <a:pt x="70" y="78"/>
                    </a:lnTo>
                    <a:lnTo>
                      <a:pt x="72" y="78"/>
                    </a:lnTo>
                    <a:lnTo>
                      <a:pt x="78" y="76"/>
                    </a:lnTo>
                    <a:lnTo>
                      <a:pt x="80" y="76"/>
                    </a:lnTo>
                    <a:lnTo>
                      <a:pt x="80" y="78"/>
                    </a:lnTo>
                    <a:lnTo>
                      <a:pt x="78" y="80"/>
                    </a:lnTo>
                    <a:lnTo>
                      <a:pt x="76" y="84"/>
                    </a:lnTo>
                    <a:lnTo>
                      <a:pt x="78" y="84"/>
                    </a:lnTo>
                    <a:lnTo>
                      <a:pt x="80" y="86"/>
                    </a:lnTo>
                    <a:lnTo>
                      <a:pt x="82" y="88"/>
                    </a:lnTo>
                    <a:lnTo>
                      <a:pt x="60" y="86"/>
                    </a:lnTo>
                    <a:lnTo>
                      <a:pt x="38" y="84"/>
                    </a:lnTo>
                    <a:lnTo>
                      <a:pt x="40" y="86"/>
                    </a:lnTo>
                    <a:lnTo>
                      <a:pt x="42" y="88"/>
                    </a:lnTo>
                    <a:lnTo>
                      <a:pt x="42" y="90"/>
                    </a:lnTo>
                    <a:lnTo>
                      <a:pt x="44" y="96"/>
                    </a:lnTo>
                    <a:lnTo>
                      <a:pt x="48" y="106"/>
                    </a:lnTo>
                    <a:lnTo>
                      <a:pt x="56" y="112"/>
                    </a:lnTo>
                    <a:lnTo>
                      <a:pt x="62" y="118"/>
                    </a:lnTo>
                    <a:lnTo>
                      <a:pt x="64" y="118"/>
                    </a:lnTo>
                    <a:lnTo>
                      <a:pt x="66" y="118"/>
                    </a:lnTo>
                    <a:lnTo>
                      <a:pt x="72" y="116"/>
                    </a:lnTo>
                    <a:lnTo>
                      <a:pt x="74" y="116"/>
                    </a:lnTo>
                    <a:lnTo>
                      <a:pt x="72" y="118"/>
                    </a:lnTo>
                    <a:lnTo>
                      <a:pt x="74" y="120"/>
                    </a:lnTo>
                    <a:lnTo>
                      <a:pt x="76" y="120"/>
                    </a:lnTo>
                    <a:lnTo>
                      <a:pt x="78" y="118"/>
                    </a:lnTo>
                    <a:lnTo>
                      <a:pt x="84" y="116"/>
                    </a:lnTo>
                    <a:lnTo>
                      <a:pt x="80" y="118"/>
                    </a:lnTo>
                    <a:lnTo>
                      <a:pt x="72" y="124"/>
                    </a:lnTo>
                    <a:lnTo>
                      <a:pt x="60" y="132"/>
                    </a:lnTo>
                    <a:lnTo>
                      <a:pt x="42" y="134"/>
                    </a:lnTo>
                    <a:lnTo>
                      <a:pt x="34" y="138"/>
                    </a:lnTo>
                    <a:lnTo>
                      <a:pt x="34" y="140"/>
                    </a:lnTo>
                    <a:lnTo>
                      <a:pt x="38" y="142"/>
                    </a:lnTo>
                    <a:lnTo>
                      <a:pt x="42" y="144"/>
                    </a:lnTo>
                    <a:lnTo>
                      <a:pt x="42" y="146"/>
                    </a:lnTo>
                    <a:lnTo>
                      <a:pt x="40" y="148"/>
                    </a:lnTo>
                    <a:lnTo>
                      <a:pt x="40" y="150"/>
                    </a:lnTo>
                    <a:lnTo>
                      <a:pt x="40" y="152"/>
                    </a:lnTo>
                    <a:lnTo>
                      <a:pt x="44" y="154"/>
                    </a:lnTo>
                    <a:lnTo>
                      <a:pt x="46" y="154"/>
                    </a:lnTo>
                    <a:lnTo>
                      <a:pt x="48" y="152"/>
                    </a:lnTo>
                    <a:lnTo>
                      <a:pt x="50" y="150"/>
                    </a:lnTo>
                    <a:lnTo>
                      <a:pt x="52" y="150"/>
                    </a:lnTo>
                    <a:lnTo>
                      <a:pt x="56" y="152"/>
                    </a:lnTo>
                    <a:lnTo>
                      <a:pt x="56" y="156"/>
                    </a:lnTo>
                    <a:lnTo>
                      <a:pt x="58" y="156"/>
                    </a:lnTo>
                    <a:lnTo>
                      <a:pt x="58" y="152"/>
                    </a:lnTo>
                    <a:lnTo>
                      <a:pt x="66" y="152"/>
                    </a:lnTo>
                    <a:lnTo>
                      <a:pt x="70" y="150"/>
                    </a:lnTo>
                    <a:lnTo>
                      <a:pt x="72" y="148"/>
                    </a:lnTo>
                    <a:lnTo>
                      <a:pt x="76" y="150"/>
                    </a:lnTo>
                    <a:lnTo>
                      <a:pt x="68" y="154"/>
                    </a:lnTo>
                    <a:lnTo>
                      <a:pt x="54" y="158"/>
                    </a:lnTo>
                    <a:lnTo>
                      <a:pt x="44" y="160"/>
                    </a:lnTo>
                    <a:lnTo>
                      <a:pt x="40" y="162"/>
                    </a:lnTo>
                    <a:lnTo>
                      <a:pt x="38" y="166"/>
                    </a:lnTo>
                    <a:lnTo>
                      <a:pt x="42" y="170"/>
                    </a:lnTo>
                    <a:lnTo>
                      <a:pt x="44" y="172"/>
                    </a:lnTo>
                    <a:lnTo>
                      <a:pt x="40" y="174"/>
                    </a:lnTo>
                    <a:lnTo>
                      <a:pt x="42" y="174"/>
                    </a:lnTo>
                    <a:lnTo>
                      <a:pt x="50" y="178"/>
                    </a:lnTo>
                    <a:lnTo>
                      <a:pt x="58" y="180"/>
                    </a:lnTo>
                    <a:lnTo>
                      <a:pt x="60" y="180"/>
                    </a:lnTo>
                    <a:lnTo>
                      <a:pt x="58" y="178"/>
                    </a:lnTo>
                    <a:lnTo>
                      <a:pt x="62" y="178"/>
                    </a:lnTo>
                    <a:lnTo>
                      <a:pt x="72" y="180"/>
                    </a:lnTo>
                    <a:lnTo>
                      <a:pt x="58" y="188"/>
                    </a:lnTo>
                    <a:lnTo>
                      <a:pt x="52" y="192"/>
                    </a:lnTo>
                    <a:lnTo>
                      <a:pt x="56" y="192"/>
                    </a:lnTo>
                    <a:lnTo>
                      <a:pt x="62" y="190"/>
                    </a:lnTo>
                    <a:lnTo>
                      <a:pt x="66" y="188"/>
                    </a:lnTo>
                    <a:lnTo>
                      <a:pt x="72" y="184"/>
                    </a:lnTo>
                    <a:lnTo>
                      <a:pt x="76" y="182"/>
                    </a:lnTo>
                    <a:lnTo>
                      <a:pt x="70" y="188"/>
                    </a:lnTo>
                    <a:lnTo>
                      <a:pt x="66" y="190"/>
                    </a:lnTo>
                    <a:lnTo>
                      <a:pt x="68" y="192"/>
                    </a:lnTo>
                    <a:close/>
                    <a:moveTo>
                      <a:pt x="76" y="178"/>
                    </a:moveTo>
                    <a:lnTo>
                      <a:pt x="74" y="178"/>
                    </a:lnTo>
                    <a:lnTo>
                      <a:pt x="72" y="178"/>
                    </a:lnTo>
                    <a:lnTo>
                      <a:pt x="76" y="178"/>
                    </a:lnTo>
                    <a:close/>
                  </a:path>
                </a:pathLst>
              </a:custGeom>
              <a:solidFill>
                <a:srgbClr val="475918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91" name="Group 32">
                <a:extLst>
                  <a:ext uri="{FF2B5EF4-FFF2-40B4-BE49-F238E27FC236}">
                    <a16:creationId xmlns:a16="http://schemas.microsoft.com/office/drawing/2014/main" id="{963C7986-9EA9-BFD8-8567-5693B3443D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79572" y="6146708"/>
                <a:ext cx="168105" cy="368855"/>
                <a:chOff x="1386" y="8061"/>
                <a:chExt cx="126" cy="313"/>
              </a:xfrm>
            </p:grpSpPr>
            <p:sp>
              <p:nvSpPr>
                <p:cNvPr id="102" name="AutoShape 33">
                  <a:extLst>
                    <a:ext uri="{FF2B5EF4-FFF2-40B4-BE49-F238E27FC236}">
                      <a16:creationId xmlns:a16="http://schemas.microsoft.com/office/drawing/2014/main" id="{98DF566E-5690-139F-A853-6366510EDF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9" y="8061"/>
                  <a:ext cx="52" cy="57"/>
                </a:xfrm>
                <a:custGeom>
                  <a:avLst/>
                  <a:gdLst>
                    <a:gd name="T0" fmla="*/ 0 w 60"/>
                    <a:gd name="T1" fmla="*/ 18 h 58"/>
                    <a:gd name="T2" fmla="*/ 0 w 60"/>
                    <a:gd name="T3" fmla="*/ 18 h 58"/>
                    <a:gd name="T4" fmla="*/ 8 w 60"/>
                    <a:gd name="T5" fmla="*/ 14 h 58"/>
                    <a:gd name="T6" fmla="*/ 16 w 60"/>
                    <a:gd name="T7" fmla="*/ 12 h 58"/>
                    <a:gd name="T8" fmla="*/ 22 w 60"/>
                    <a:gd name="T9" fmla="*/ 10 h 58"/>
                    <a:gd name="T10" fmla="*/ 22 w 60"/>
                    <a:gd name="T11" fmla="*/ 10 h 58"/>
                    <a:gd name="T12" fmla="*/ 32 w 60"/>
                    <a:gd name="T13" fmla="*/ 8 h 58"/>
                    <a:gd name="T14" fmla="*/ 42 w 60"/>
                    <a:gd name="T15" fmla="*/ 8 h 58"/>
                    <a:gd name="T16" fmla="*/ 42 w 60"/>
                    <a:gd name="T17" fmla="*/ 8 h 58"/>
                    <a:gd name="T18" fmla="*/ 48 w 60"/>
                    <a:gd name="T19" fmla="*/ 6 h 58"/>
                    <a:gd name="T20" fmla="*/ 54 w 60"/>
                    <a:gd name="T21" fmla="*/ 2 h 58"/>
                    <a:gd name="T22" fmla="*/ 58 w 60"/>
                    <a:gd name="T23" fmla="*/ 0 h 58"/>
                    <a:gd name="T24" fmla="*/ 58 w 60"/>
                    <a:gd name="T25" fmla="*/ 2 h 58"/>
                    <a:gd name="T26" fmla="*/ 60 w 60"/>
                    <a:gd name="T27" fmla="*/ 4 h 58"/>
                    <a:gd name="T28" fmla="*/ 60 w 60"/>
                    <a:gd name="T29" fmla="*/ 4 h 58"/>
                    <a:gd name="T30" fmla="*/ 56 w 60"/>
                    <a:gd name="T31" fmla="*/ 16 h 58"/>
                    <a:gd name="T32" fmla="*/ 54 w 60"/>
                    <a:gd name="T33" fmla="*/ 28 h 58"/>
                    <a:gd name="T34" fmla="*/ 54 w 60"/>
                    <a:gd name="T35" fmla="*/ 28 h 58"/>
                    <a:gd name="T36" fmla="*/ 54 w 60"/>
                    <a:gd name="T37" fmla="*/ 44 h 58"/>
                    <a:gd name="T38" fmla="*/ 54 w 60"/>
                    <a:gd name="T39" fmla="*/ 44 h 58"/>
                    <a:gd name="T40" fmla="*/ 50 w 60"/>
                    <a:gd name="T41" fmla="*/ 54 h 58"/>
                    <a:gd name="T42" fmla="*/ 48 w 60"/>
                    <a:gd name="T43" fmla="*/ 58 h 58"/>
                    <a:gd name="T44" fmla="*/ 46 w 60"/>
                    <a:gd name="T45" fmla="*/ 50 h 58"/>
                    <a:gd name="T46" fmla="*/ 46 w 60"/>
                    <a:gd name="T47" fmla="*/ 50 h 58"/>
                    <a:gd name="T48" fmla="*/ 46 w 60"/>
                    <a:gd name="T49" fmla="*/ 20 h 58"/>
                    <a:gd name="T50" fmla="*/ 46 w 60"/>
                    <a:gd name="T51" fmla="*/ 20 h 58"/>
                    <a:gd name="T52" fmla="*/ 46 w 60"/>
                    <a:gd name="T53" fmla="*/ 16 h 58"/>
                    <a:gd name="T54" fmla="*/ 46 w 60"/>
                    <a:gd name="T55" fmla="*/ 12 h 58"/>
                    <a:gd name="T56" fmla="*/ 40 w 60"/>
                    <a:gd name="T57" fmla="*/ 12 h 58"/>
                    <a:gd name="T58" fmla="*/ 40 w 60"/>
                    <a:gd name="T59" fmla="*/ 12 h 58"/>
                    <a:gd name="T60" fmla="*/ 28 w 60"/>
                    <a:gd name="T61" fmla="*/ 12 h 58"/>
                    <a:gd name="T62" fmla="*/ 22 w 60"/>
                    <a:gd name="T63" fmla="*/ 12 h 58"/>
                    <a:gd name="T64" fmla="*/ 16 w 60"/>
                    <a:gd name="T65" fmla="*/ 14 h 58"/>
                    <a:gd name="T66" fmla="*/ 16 w 60"/>
                    <a:gd name="T67" fmla="*/ 14 h 58"/>
                    <a:gd name="T68" fmla="*/ 12 w 60"/>
                    <a:gd name="T69" fmla="*/ 16 h 58"/>
                    <a:gd name="T70" fmla="*/ 6 w 60"/>
                    <a:gd name="T71" fmla="*/ 18 h 58"/>
                    <a:gd name="T72" fmla="*/ 0 w 60"/>
                    <a:gd name="T73" fmla="*/ 18 h 58"/>
                    <a:gd name="T74" fmla="*/ 0 w 60"/>
                    <a:gd name="T75" fmla="*/ 18 h 58"/>
                    <a:gd name="T76" fmla="*/ 0 w 60"/>
                    <a:gd name="T77" fmla="*/ 0 h 58"/>
                    <a:gd name="T78" fmla="*/ 60 w 60"/>
                    <a:gd name="T79" fmla="*/ 58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T76" t="T77" r="T78" b="T79"/>
                  <a:pathLst>
                    <a:path w="60" h="58">
                      <a:moveTo>
                        <a:pt x="0" y="18"/>
                      </a:moveTo>
                      <a:lnTo>
                        <a:pt x="0" y="18"/>
                      </a:lnTo>
                      <a:lnTo>
                        <a:pt x="8" y="14"/>
                      </a:lnTo>
                      <a:lnTo>
                        <a:pt x="16" y="12"/>
                      </a:lnTo>
                      <a:lnTo>
                        <a:pt x="22" y="10"/>
                      </a:lnTo>
                      <a:lnTo>
                        <a:pt x="32" y="8"/>
                      </a:lnTo>
                      <a:lnTo>
                        <a:pt x="42" y="8"/>
                      </a:lnTo>
                      <a:lnTo>
                        <a:pt x="48" y="6"/>
                      </a:lnTo>
                      <a:lnTo>
                        <a:pt x="54" y="2"/>
                      </a:lnTo>
                      <a:lnTo>
                        <a:pt x="58" y="0"/>
                      </a:lnTo>
                      <a:lnTo>
                        <a:pt x="58" y="2"/>
                      </a:lnTo>
                      <a:lnTo>
                        <a:pt x="60" y="4"/>
                      </a:lnTo>
                      <a:lnTo>
                        <a:pt x="56" y="16"/>
                      </a:lnTo>
                      <a:lnTo>
                        <a:pt x="54" y="28"/>
                      </a:lnTo>
                      <a:lnTo>
                        <a:pt x="54" y="44"/>
                      </a:lnTo>
                      <a:lnTo>
                        <a:pt x="50" y="54"/>
                      </a:lnTo>
                      <a:lnTo>
                        <a:pt x="48" y="58"/>
                      </a:lnTo>
                      <a:lnTo>
                        <a:pt x="46" y="50"/>
                      </a:lnTo>
                      <a:lnTo>
                        <a:pt x="46" y="20"/>
                      </a:lnTo>
                      <a:lnTo>
                        <a:pt x="46" y="16"/>
                      </a:lnTo>
                      <a:lnTo>
                        <a:pt x="46" y="12"/>
                      </a:lnTo>
                      <a:lnTo>
                        <a:pt x="40" y="12"/>
                      </a:lnTo>
                      <a:lnTo>
                        <a:pt x="28" y="12"/>
                      </a:lnTo>
                      <a:lnTo>
                        <a:pt x="22" y="12"/>
                      </a:lnTo>
                      <a:lnTo>
                        <a:pt x="16" y="14"/>
                      </a:lnTo>
                      <a:lnTo>
                        <a:pt x="12" y="16"/>
                      </a:lnTo>
                      <a:lnTo>
                        <a:pt x="6" y="18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5FBF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AutoShape 34">
                  <a:extLst>
                    <a:ext uri="{FF2B5EF4-FFF2-40B4-BE49-F238E27FC236}">
                      <a16:creationId xmlns:a16="http://schemas.microsoft.com/office/drawing/2014/main" id="{7C288F4E-F26F-DBDF-9FDC-BA75AF653E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5" y="8097"/>
                  <a:ext cx="55" cy="203"/>
                </a:xfrm>
                <a:custGeom>
                  <a:avLst/>
                  <a:gdLst>
                    <a:gd name="T0" fmla="*/ 18 w 62"/>
                    <a:gd name="T1" fmla="*/ 184 h 204"/>
                    <a:gd name="T2" fmla="*/ 2 w 62"/>
                    <a:gd name="T3" fmla="*/ 154 h 204"/>
                    <a:gd name="T4" fmla="*/ 0 w 62"/>
                    <a:gd name="T5" fmla="*/ 144 h 204"/>
                    <a:gd name="T6" fmla="*/ 2 w 62"/>
                    <a:gd name="T7" fmla="*/ 140 h 204"/>
                    <a:gd name="T8" fmla="*/ 14 w 62"/>
                    <a:gd name="T9" fmla="*/ 128 h 204"/>
                    <a:gd name="T10" fmla="*/ 18 w 62"/>
                    <a:gd name="T11" fmla="*/ 120 h 204"/>
                    <a:gd name="T12" fmla="*/ 18 w 62"/>
                    <a:gd name="T13" fmla="*/ 112 h 204"/>
                    <a:gd name="T14" fmla="*/ 16 w 62"/>
                    <a:gd name="T15" fmla="*/ 98 h 204"/>
                    <a:gd name="T16" fmla="*/ 16 w 62"/>
                    <a:gd name="T17" fmla="*/ 80 h 204"/>
                    <a:gd name="T18" fmla="*/ 20 w 62"/>
                    <a:gd name="T19" fmla="*/ 66 h 204"/>
                    <a:gd name="T20" fmla="*/ 22 w 62"/>
                    <a:gd name="T21" fmla="*/ 56 h 204"/>
                    <a:gd name="T22" fmla="*/ 20 w 62"/>
                    <a:gd name="T23" fmla="*/ 36 h 204"/>
                    <a:gd name="T24" fmla="*/ 20 w 62"/>
                    <a:gd name="T25" fmla="*/ 28 h 204"/>
                    <a:gd name="T26" fmla="*/ 24 w 62"/>
                    <a:gd name="T27" fmla="*/ 18 h 204"/>
                    <a:gd name="T28" fmla="*/ 26 w 62"/>
                    <a:gd name="T29" fmla="*/ 10 h 204"/>
                    <a:gd name="T30" fmla="*/ 30 w 62"/>
                    <a:gd name="T31" fmla="*/ 2 h 204"/>
                    <a:gd name="T32" fmla="*/ 34 w 62"/>
                    <a:gd name="T33" fmla="*/ 0 h 204"/>
                    <a:gd name="T34" fmla="*/ 34 w 62"/>
                    <a:gd name="T35" fmla="*/ 6 h 204"/>
                    <a:gd name="T36" fmla="*/ 32 w 62"/>
                    <a:gd name="T37" fmla="*/ 46 h 204"/>
                    <a:gd name="T38" fmla="*/ 32 w 62"/>
                    <a:gd name="T39" fmla="*/ 60 h 204"/>
                    <a:gd name="T40" fmla="*/ 30 w 62"/>
                    <a:gd name="T41" fmla="*/ 68 h 204"/>
                    <a:gd name="T42" fmla="*/ 40 w 62"/>
                    <a:gd name="T43" fmla="*/ 70 h 204"/>
                    <a:gd name="T44" fmla="*/ 50 w 62"/>
                    <a:gd name="T45" fmla="*/ 68 h 204"/>
                    <a:gd name="T46" fmla="*/ 56 w 62"/>
                    <a:gd name="T47" fmla="*/ 64 h 204"/>
                    <a:gd name="T48" fmla="*/ 56 w 62"/>
                    <a:gd name="T49" fmla="*/ 60 h 204"/>
                    <a:gd name="T50" fmla="*/ 62 w 62"/>
                    <a:gd name="T51" fmla="*/ 88 h 204"/>
                    <a:gd name="T52" fmla="*/ 60 w 62"/>
                    <a:gd name="T53" fmla="*/ 98 h 204"/>
                    <a:gd name="T54" fmla="*/ 54 w 62"/>
                    <a:gd name="T55" fmla="*/ 118 h 204"/>
                    <a:gd name="T56" fmla="*/ 52 w 62"/>
                    <a:gd name="T57" fmla="*/ 136 h 204"/>
                    <a:gd name="T58" fmla="*/ 54 w 62"/>
                    <a:gd name="T59" fmla="*/ 144 h 204"/>
                    <a:gd name="T60" fmla="*/ 58 w 62"/>
                    <a:gd name="T61" fmla="*/ 156 h 204"/>
                    <a:gd name="T62" fmla="*/ 58 w 62"/>
                    <a:gd name="T63" fmla="*/ 164 h 204"/>
                    <a:gd name="T64" fmla="*/ 58 w 62"/>
                    <a:gd name="T65" fmla="*/ 180 h 204"/>
                    <a:gd name="T66" fmla="*/ 60 w 62"/>
                    <a:gd name="T67" fmla="*/ 194 h 204"/>
                    <a:gd name="T68" fmla="*/ 58 w 62"/>
                    <a:gd name="T69" fmla="*/ 202 h 204"/>
                    <a:gd name="T70" fmla="*/ 52 w 62"/>
                    <a:gd name="T71" fmla="*/ 204 h 204"/>
                    <a:gd name="T72" fmla="*/ 48 w 62"/>
                    <a:gd name="T73" fmla="*/ 200 h 204"/>
                    <a:gd name="T74" fmla="*/ 40 w 62"/>
                    <a:gd name="T75" fmla="*/ 194 h 204"/>
                    <a:gd name="T76" fmla="*/ 36 w 62"/>
                    <a:gd name="T77" fmla="*/ 192 h 204"/>
                    <a:gd name="T78" fmla="*/ 24 w 62"/>
                    <a:gd name="T79" fmla="*/ 188 h 204"/>
                    <a:gd name="T80" fmla="*/ 18 w 62"/>
                    <a:gd name="T81" fmla="*/ 184 h 204"/>
                    <a:gd name="T82" fmla="*/ 0 w 62"/>
                    <a:gd name="T83" fmla="*/ 0 h 204"/>
                    <a:gd name="T84" fmla="*/ 62 w 62"/>
                    <a:gd name="T85" fmla="*/ 20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T82" t="T83" r="T84" b="T85"/>
                  <a:pathLst>
                    <a:path w="62" h="204">
                      <a:moveTo>
                        <a:pt x="18" y="184"/>
                      </a:moveTo>
                      <a:lnTo>
                        <a:pt x="18" y="184"/>
                      </a:lnTo>
                      <a:lnTo>
                        <a:pt x="8" y="168"/>
                      </a:lnTo>
                      <a:lnTo>
                        <a:pt x="2" y="154"/>
                      </a:lnTo>
                      <a:lnTo>
                        <a:pt x="0" y="148"/>
                      </a:lnTo>
                      <a:lnTo>
                        <a:pt x="0" y="144"/>
                      </a:lnTo>
                      <a:lnTo>
                        <a:pt x="2" y="140"/>
                      </a:lnTo>
                      <a:lnTo>
                        <a:pt x="6" y="136"/>
                      </a:lnTo>
                      <a:lnTo>
                        <a:pt x="14" y="128"/>
                      </a:lnTo>
                      <a:lnTo>
                        <a:pt x="18" y="120"/>
                      </a:lnTo>
                      <a:lnTo>
                        <a:pt x="18" y="116"/>
                      </a:lnTo>
                      <a:lnTo>
                        <a:pt x="18" y="112"/>
                      </a:lnTo>
                      <a:lnTo>
                        <a:pt x="16" y="98"/>
                      </a:lnTo>
                      <a:lnTo>
                        <a:pt x="16" y="88"/>
                      </a:lnTo>
                      <a:lnTo>
                        <a:pt x="16" y="80"/>
                      </a:lnTo>
                      <a:lnTo>
                        <a:pt x="20" y="66"/>
                      </a:lnTo>
                      <a:lnTo>
                        <a:pt x="22" y="56"/>
                      </a:lnTo>
                      <a:lnTo>
                        <a:pt x="20" y="44"/>
                      </a:lnTo>
                      <a:lnTo>
                        <a:pt x="20" y="36"/>
                      </a:lnTo>
                      <a:lnTo>
                        <a:pt x="20" y="28"/>
                      </a:lnTo>
                      <a:lnTo>
                        <a:pt x="20" y="24"/>
                      </a:lnTo>
                      <a:lnTo>
                        <a:pt x="24" y="18"/>
                      </a:lnTo>
                      <a:lnTo>
                        <a:pt x="26" y="14"/>
                      </a:lnTo>
                      <a:lnTo>
                        <a:pt x="26" y="10"/>
                      </a:lnTo>
                      <a:lnTo>
                        <a:pt x="30" y="2"/>
                      </a:lnTo>
                      <a:lnTo>
                        <a:pt x="32" y="0"/>
                      </a:lnTo>
                      <a:lnTo>
                        <a:pt x="34" y="0"/>
                      </a:lnTo>
                      <a:lnTo>
                        <a:pt x="34" y="6"/>
                      </a:lnTo>
                      <a:lnTo>
                        <a:pt x="34" y="22"/>
                      </a:lnTo>
                      <a:lnTo>
                        <a:pt x="32" y="46"/>
                      </a:lnTo>
                      <a:lnTo>
                        <a:pt x="32" y="60"/>
                      </a:lnTo>
                      <a:lnTo>
                        <a:pt x="30" y="68"/>
                      </a:lnTo>
                      <a:lnTo>
                        <a:pt x="34" y="70"/>
                      </a:lnTo>
                      <a:lnTo>
                        <a:pt x="40" y="70"/>
                      </a:lnTo>
                      <a:lnTo>
                        <a:pt x="50" y="68"/>
                      </a:lnTo>
                      <a:lnTo>
                        <a:pt x="54" y="66"/>
                      </a:lnTo>
                      <a:lnTo>
                        <a:pt x="56" y="64"/>
                      </a:lnTo>
                      <a:lnTo>
                        <a:pt x="56" y="60"/>
                      </a:lnTo>
                      <a:lnTo>
                        <a:pt x="60" y="74"/>
                      </a:lnTo>
                      <a:lnTo>
                        <a:pt x="62" y="88"/>
                      </a:lnTo>
                      <a:lnTo>
                        <a:pt x="62" y="94"/>
                      </a:lnTo>
                      <a:lnTo>
                        <a:pt x="60" y="98"/>
                      </a:lnTo>
                      <a:lnTo>
                        <a:pt x="54" y="118"/>
                      </a:lnTo>
                      <a:lnTo>
                        <a:pt x="54" y="128"/>
                      </a:lnTo>
                      <a:lnTo>
                        <a:pt x="52" y="136"/>
                      </a:lnTo>
                      <a:lnTo>
                        <a:pt x="54" y="144"/>
                      </a:lnTo>
                      <a:lnTo>
                        <a:pt x="56" y="150"/>
                      </a:lnTo>
                      <a:lnTo>
                        <a:pt x="58" y="156"/>
                      </a:lnTo>
                      <a:lnTo>
                        <a:pt x="58" y="164"/>
                      </a:lnTo>
                      <a:lnTo>
                        <a:pt x="56" y="172"/>
                      </a:lnTo>
                      <a:lnTo>
                        <a:pt x="58" y="180"/>
                      </a:lnTo>
                      <a:lnTo>
                        <a:pt x="60" y="186"/>
                      </a:lnTo>
                      <a:lnTo>
                        <a:pt x="60" y="194"/>
                      </a:lnTo>
                      <a:lnTo>
                        <a:pt x="58" y="202"/>
                      </a:lnTo>
                      <a:lnTo>
                        <a:pt x="56" y="204"/>
                      </a:lnTo>
                      <a:lnTo>
                        <a:pt x="52" y="204"/>
                      </a:lnTo>
                      <a:lnTo>
                        <a:pt x="48" y="200"/>
                      </a:lnTo>
                      <a:lnTo>
                        <a:pt x="44" y="196"/>
                      </a:lnTo>
                      <a:lnTo>
                        <a:pt x="40" y="194"/>
                      </a:lnTo>
                      <a:lnTo>
                        <a:pt x="36" y="192"/>
                      </a:lnTo>
                      <a:lnTo>
                        <a:pt x="30" y="192"/>
                      </a:lnTo>
                      <a:lnTo>
                        <a:pt x="24" y="188"/>
                      </a:lnTo>
                      <a:lnTo>
                        <a:pt x="18" y="184"/>
                      </a:lnTo>
                      <a:close/>
                    </a:path>
                  </a:pathLst>
                </a:custGeom>
                <a:solidFill>
                  <a:srgbClr val="20391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AutoShape 35">
                  <a:extLst>
                    <a:ext uri="{FF2B5EF4-FFF2-40B4-BE49-F238E27FC236}">
                      <a16:creationId xmlns:a16="http://schemas.microsoft.com/office/drawing/2014/main" id="{8562DE65-783A-93FA-8B8C-F8C68199E5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0" y="8074"/>
                  <a:ext cx="70" cy="300"/>
                </a:xfrm>
                <a:custGeom>
                  <a:avLst/>
                  <a:gdLst>
                    <a:gd name="T0" fmla="*/ 60 w 80"/>
                    <a:gd name="T1" fmla="*/ 240 h 300"/>
                    <a:gd name="T2" fmla="*/ 48 w 80"/>
                    <a:gd name="T3" fmla="*/ 290 h 300"/>
                    <a:gd name="T4" fmla="*/ 18 w 80"/>
                    <a:gd name="T5" fmla="*/ 218 h 300"/>
                    <a:gd name="T6" fmla="*/ 20 w 80"/>
                    <a:gd name="T7" fmla="*/ 204 h 300"/>
                    <a:gd name="T8" fmla="*/ 24 w 80"/>
                    <a:gd name="T9" fmla="*/ 234 h 300"/>
                    <a:gd name="T10" fmla="*/ 36 w 80"/>
                    <a:gd name="T11" fmla="*/ 214 h 300"/>
                    <a:gd name="T12" fmla="*/ 12 w 80"/>
                    <a:gd name="T13" fmla="*/ 166 h 300"/>
                    <a:gd name="T14" fmla="*/ 20 w 80"/>
                    <a:gd name="T15" fmla="*/ 174 h 300"/>
                    <a:gd name="T16" fmla="*/ 26 w 80"/>
                    <a:gd name="T17" fmla="*/ 182 h 300"/>
                    <a:gd name="T18" fmla="*/ 26 w 80"/>
                    <a:gd name="T19" fmla="*/ 194 h 300"/>
                    <a:gd name="T20" fmla="*/ 38 w 80"/>
                    <a:gd name="T21" fmla="*/ 218 h 300"/>
                    <a:gd name="T22" fmla="*/ 38 w 80"/>
                    <a:gd name="T23" fmla="*/ 262 h 300"/>
                    <a:gd name="T24" fmla="*/ 32 w 80"/>
                    <a:gd name="T25" fmla="*/ 162 h 300"/>
                    <a:gd name="T26" fmla="*/ 24 w 80"/>
                    <a:gd name="T27" fmla="*/ 150 h 300"/>
                    <a:gd name="T28" fmla="*/ 30 w 80"/>
                    <a:gd name="T29" fmla="*/ 158 h 300"/>
                    <a:gd name="T30" fmla="*/ 40 w 80"/>
                    <a:gd name="T31" fmla="*/ 156 h 300"/>
                    <a:gd name="T32" fmla="*/ 26 w 80"/>
                    <a:gd name="T33" fmla="*/ 126 h 300"/>
                    <a:gd name="T34" fmla="*/ 20 w 80"/>
                    <a:gd name="T35" fmla="*/ 114 h 300"/>
                    <a:gd name="T36" fmla="*/ 18 w 80"/>
                    <a:gd name="T37" fmla="*/ 104 h 300"/>
                    <a:gd name="T38" fmla="*/ 24 w 80"/>
                    <a:gd name="T39" fmla="*/ 100 h 300"/>
                    <a:gd name="T40" fmla="*/ 28 w 80"/>
                    <a:gd name="T41" fmla="*/ 140 h 300"/>
                    <a:gd name="T42" fmla="*/ 40 w 80"/>
                    <a:gd name="T43" fmla="*/ 116 h 300"/>
                    <a:gd name="T44" fmla="*/ 36 w 80"/>
                    <a:gd name="T45" fmla="*/ 80 h 300"/>
                    <a:gd name="T46" fmla="*/ 34 w 80"/>
                    <a:gd name="T47" fmla="*/ 66 h 300"/>
                    <a:gd name="T48" fmla="*/ 40 w 80"/>
                    <a:gd name="T49" fmla="*/ 74 h 300"/>
                    <a:gd name="T50" fmla="*/ 44 w 80"/>
                    <a:gd name="T51" fmla="*/ 86 h 300"/>
                    <a:gd name="T52" fmla="*/ 50 w 80"/>
                    <a:gd name="T53" fmla="*/ 154 h 300"/>
                    <a:gd name="T54" fmla="*/ 50 w 80"/>
                    <a:gd name="T55" fmla="*/ 108 h 300"/>
                    <a:gd name="T56" fmla="*/ 56 w 80"/>
                    <a:gd name="T57" fmla="*/ 102 h 300"/>
                    <a:gd name="T58" fmla="*/ 58 w 80"/>
                    <a:gd name="T59" fmla="*/ 90 h 300"/>
                    <a:gd name="T60" fmla="*/ 64 w 80"/>
                    <a:gd name="T61" fmla="*/ 84 h 300"/>
                    <a:gd name="T62" fmla="*/ 70 w 80"/>
                    <a:gd name="T63" fmla="*/ 76 h 300"/>
                    <a:gd name="T64" fmla="*/ 50 w 80"/>
                    <a:gd name="T65" fmla="*/ 114 h 300"/>
                    <a:gd name="T66" fmla="*/ 58 w 80"/>
                    <a:gd name="T67" fmla="*/ 122 h 300"/>
                    <a:gd name="T68" fmla="*/ 80 w 80"/>
                    <a:gd name="T69" fmla="*/ 92 h 300"/>
                    <a:gd name="T70" fmla="*/ 46 w 80"/>
                    <a:gd name="T71" fmla="*/ 180 h 300"/>
                    <a:gd name="T72" fmla="*/ 62 w 80"/>
                    <a:gd name="T73" fmla="*/ 234 h 300"/>
                    <a:gd name="T74" fmla="*/ 58 w 80"/>
                    <a:gd name="T75" fmla="*/ 224 h 300"/>
                    <a:gd name="T76" fmla="*/ 54 w 80"/>
                    <a:gd name="T77" fmla="*/ 208 h 300"/>
                    <a:gd name="T78" fmla="*/ 60 w 80"/>
                    <a:gd name="T79" fmla="*/ 228 h 300"/>
                    <a:gd name="T80" fmla="*/ 64 w 80"/>
                    <a:gd name="T81" fmla="*/ 182 h 300"/>
                    <a:gd name="T82" fmla="*/ 68 w 80"/>
                    <a:gd name="T83" fmla="*/ 194 h 300"/>
                    <a:gd name="T84" fmla="*/ 70 w 80"/>
                    <a:gd name="T85" fmla="*/ 204 h 300"/>
                    <a:gd name="T86" fmla="*/ 64 w 80"/>
                    <a:gd name="T87" fmla="*/ 216 h 300"/>
                    <a:gd name="T88" fmla="*/ 14 w 80"/>
                    <a:gd name="T89" fmla="*/ 56 h 300"/>
                    <a:gd name="T90" fmla="*/ 22 w 80"/>
                    <a:gd name="T91" fmla="*/ 70 h 300"/>
                    <a:gd name="T92" fmla="*/ 14 w 80"/>
                    <a:gd name="T93" fmla="*/ 36 h 300"/>
                    <a:gd name="T94" fmla="*/ 10 w 80"/>
                    <a:gd name="T95" fmla="*/ 42 h 300"/>
                    <a:gd name="T96" fmla="*/ 14 w 80"/>
                    <a:gd name="T97" fmla="*/ 50 h 300"/>
                    <a:gd name="T98" fmla="*/ 38 w 80"/>
                    <a:gd name="T99" fmla="*/ 58 h 300"/>
                    <a:gd name="T100" fmla="*/ 40 w 80"/>
                    <a:gd name="T101" fmla="*/ 66 h 300"/>
                    <a:gd name="T102" fmla="*/ 38 w 80"/>
                    <a:gd name="T103" fmla="*/ 38 h 300"/>
                    <a:gd name="T104" fmla="*/ 36 w 80"/>
                    <a:gd name="T105" fmla="*/ 50 h 300"/>
                    <a:gd name="T106" fmla="*/ 20 w 80"/>
                    <a:gd name="T107" fmla="*/ 218 h 300"/>
                    <a:gd name="T108" fmla="*/ 20 w 80"/>
                    <a:gd name="T109" fmla="*/ 218 h 300"/>
                    <a:gd name="T110" fmla="*/ 60 w 80"/>
                    <a:gd name="T111" fmla="*/ 28 h 300"/>
                    <a:gd name="T112" fmla="*/ 60 w 80"/>
                    <a:gd name="T113" fmla="*/ 2 h 300"/>
                    <a:gd name="T114" fmla="*/ 68 w 80"/>
                    <a:gd name="T115" fmla="*/ 8 h 300"/>
                    <a:gd name="T116" fmla="*/ 62 w 80"/>
                    <a:gd name="T117" fmla="*/ 26 h 300"/>
                    <a:gd name="T118" fmla="*/ 0 w 80"/>
                    <a:gd name="T119" fmla="*/ 0 h 300"/>
                    <a:gd name="T120" fmla="*/ 80 w 80"/>
                    <a:gd name="T121" fmla="*/ 300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T118" t="T119" r="T120" b="T121"/>
                  <a:pathLst>
                    <a:path w="80" h="300">
                      <a:moveTo>
                        <a:pt x="64" y="216"/>
                      </a:moveTo>
                      <a:lnTo>
                        <a:pt x="64" y="216"/>
                      </a:lnTo>
                      <a:lnTo>
                        <a:pt x="64" y="224"/>
                      </a:lnTo>
                      <a:lnTo>
                        <a:pt x="64" y="232"/>
                      </a:lnTo>
                      <a:lnTo>
                        <a:pt x="64" y="238"/>
                      </a:lnTo>
                      <a:lnTo>
                        <a:pt x="60" y="240"/>
                      </a:lnTo>
                      <a:lnTo>
                        <a:pt x="58" y="244"/>
                      </a:lnTo>
                      <a:lnTo>
                        <a:pt x="52" y="244"/>
                      </a:lnTo>
                      <a:lnTo>
                        <a:pt x="48" y="252"/>
                      </a:lnTo>
                      <a:lnTo>
                        <a:pt x="46" y="262"/>
                      </a:lnTo>
                      <a:lnTo>
                        <a:pt x="46" y="282"/>
                      </a:lnTo>
                      <a:lnTo>
                        <a:pt x="48" y="290"/>
                      </a:lnTo>
                      <a:lnTo>
                        <a:pt x="48" y="294"/>
                      </a:lnTo>
                      <a:lnTo>
                        <a:pt x="44" y="298"/>
                      </a:lnTo>
                      <a:lnTo>
                        <a:pt x="36" y="300"/>
                      </a:lnTo>
                      <a:lnTo>
                        <a:pt x="30" y="258"/>
                      </a:lnTo>
                      <a:lnTo>
                        <a:pt x="24" y="238"/>
                      </a:lnTo>
                      <a:lnTo>
                        <a:pt x="18" y="218"/>
                      </a:lnTo>
                      <a:lnTo>
                        <a:pt x="16" y="216"/>
                      </a:lnTo>
                      <a:lnTo>
                        <a:pt x="14" y="216"/>
                      </a:lnTo>
                      <a:lnTo>
                        <a:pt x="18" y="216"/>
                      </a:lnTo>
                      <a:lnTo>
                        <a:pt x="20" y="216"/>
                      </a:lnTo>
                      <a:lnTo>
                        <a:pt x="22" y="212"/>
                      </a:lnTo>
                      <a:lnTo>
                        <a:pt x="22" y="208"/>
                      </a:lnTo>
                      <a:lnTo>
                        <a:pt x="20" y="204"/>
                      </a:lnTo>
                      <a:lnTo>
                        <a:pt x="14" y="192"/>
                      </a:lnTo>
                      <a:lnTo>
                        <a:pt x="4" y="182"/>
                      </a:lnTo>
                      <a:lnTo>
                        <a:pt x="0" y="178"/>
                      </a:lnTo>
                      <a:lnTo>
                        <a:pt x="0" y="180"/>
                      </a:lnTo>
                      <a:lnTo>
                        <a:pt x="4" y="190"/>
                      </a:lnTo>
                      <a:lnTo>
                        <a:pt x="14" y="210"/>
                      </a:lnTo>
                      <a:lnTo>
                        <a:pt x="24" y="234"/>
                      </a:lnTo>
                      <a:lnTo>
                        <a:pt x="26" y="238"/>
                      </a:lnTo>
                      <a:lnTo>
                        <a:pt x="28" y="236"/>
                      </a:lnTo>
                      <a:lnTo>
                        <a:pt x="28" y="224"/>
                      </a:lnTo>
                      <a:lnTo>
                        <a:pt x="30" y="220"/>
                      </a:lnTo>
                      <a:lnTo>
                        <a:pt x="34" y="218"/>
                      </a:lnTo>
                      <a:lnTo>
                        <a:pt x="36" y="214"/>
                      </a:lnTo>
                      <a:lnTo>
                        <a:pt x="34" y="210"/>
                      </a:lnTo>
                      <a:lnTo>
                        <a:pt x="28" y="198"/>
                      </a:lnTo>
                      <a:lnTo>
                        <a:pt x="22" y="186"/>
                      </a:lnTo>
                      <a:lnTo>
                        <a:pt x="16" y="176"/>
                      </a:lnTo>
                      <a:lnTo>
                        <a:pt x="10" y="164"/>
                      </a:lnTo>
                      <a:lnTo>
                        <a:pt x="12" y="166"/>
                      </a:lnTo>
                      <a:lnTo>
                        <a:pt x="16" y="168"/>
                      </a:lnTo>
                      <a:lnTo>
                        <a:pt x="14" y="166"/>
                      </a:lnTo>
                      <a:lnTo>
                        <a:pt x="12" y="162"/>
                      </a:lnTo>
                      <a:lnTo>
                        <a:pt x="16" y="168"/>
                      </a:lnTo>
                      <a:lnTo>
                        <a:pt x="20" y="174"/>
                      </a:lnTo>
                      <a:lnTo>
                        <a:pt x="22" y="172"/>
                      </a:lnTo>
                      <a:lnTo>
                        <a:pt x="24" y="170"/>
                      </a:lnTo>
                      <a:lnTo>
                        <a:pt x="22" y="184"/>
                      </a:lnTo>
                      <a:lnTo>
                        <a:pt x="26" y="180"/>
                      </a:lnTo>
                      <a:lnTo>
                        <a:pt x="26" y="182"/>
                      </a:lnTo>
                      <a:lnTo>
                        <a:pt x="24" y="184"/>
                      </a:lnTo>
                      <a:lnTo>
                        <a:pt x="22" y="186"/>
                      </a:lnTo>
                      <a:lnTo>
                        <a:pt x="24" y="190"/>
                      </a:lnTo>
                      <a:lnTo>
                        <a:pt x="26" y="196"/>
                      </a:lnTo>
                      <a:lnTo>
                        <a:pt x="26" y="194"/>
                      </a:lnTo>
                      <a:lnTo>
                        <a:pt x="28" y="194"/>
                      </a:lnTo>
                      <a:lnTo>
                        <a:pt x="32" y="202"/>
                      </a:lnTo>
                      <a:lnTo>
                        <a:pt x="36" y="210"/>
                      </a:lnTo>
                      <a:lnTo>
                        <a:pt x="38" y="214"/>
                      </a:lnTo>
                      <a:lnTo>
                        <a:pt x="38" y="218"/>
                      </a:lnTo>
                      <a:lnTo>
                        <a:pt x="36" y="222"/>
                      </a:lnTo>
                      <a:lnTo>
                        <a:pt x="30" y="224"/>
                      </a:lnTo>
                      <a:lnTo>
                        <a:pt x="30" y="244"/>
                      </a:lnTo>
                      <a:lnTo>
                        <a:pt x="32" y="252"/>
                      </a:lnTo>
                      <a:lnTo>
                        <a:pt x="34" y="256"/>
                      </a:lnTo>
                      <a:lnTo>
                        <a:pt x="38" y="262"/>
                      </a:lnTo>
                      <a:lnTo>
                        <a:pt x="40" y="250"/>
                      </a:lnTo>
                      <a:lnTo>
                        <a:pt x="42" y="240"/>
                      </a:lnTo>
                      <a:lnTo>
                        <a:pt x="38" y="218"/>
                      </a:lnTo>
                      <a:lnTo>
                        <a:pt x="36" y="196"/>
                      </a:lnTo>
                      <a:lnTo>
                        <a:pt x="34" y="186"/>
                      </a:lnTo>
                      <a:lnTo>
                        <a:pt x="36" y="174"/>
                      </a:lnTo>
                      <a:lnTo>
                        <a:pt x="32" y="162"/>
                      </a:lnTo>
                      <a:lnTo>
                        <a:pt x="28" y="156"/>
                      </a:lnTo>
                      <a:lnTo>
                        <a:pt x="22" y="152"/>
                      </a:lnTo>
                      <a:lnTo>
                        <a:pt x="18" y="150"/>
                      </a:lnTo>
                      <a:lnTo>
                        <a:pt x="20" y="152"/>
                      </a:lnTo>
                      <a:lnTo>
                        <a:pt x="24" y="152"/>
                      </a:lnTo>
                      <a:lnTo>
                        <a:pt x="26" y="152"/>
                      </a:lnTo>
                      <a:lnTo>
                        <a:pt x="24" y="150"/>
                      </a:lnTo>
                      <a:lnTo>
                        <a:pt x="22" y="150"/>
                      </a:lnTo>
                      <a:lnTo>
                        <a:pt x="24" y="150"/>
                      </a:lnTo>
                      <a:lnTo>
                        <a:pt x="26" y="152"/>
                      </a:lnTo>
                      <a:lnTo>
                        <a:pt x="28" y="154"/>
                      </a:lnTo>
                      <a:lnTo>
                        <a:pt x="30" y="158"/>
                      </a:lnTo>
                      <a:lnTo>
                        <a:pt x="32" y="156"/>
                      </a:lnTo>
                      <a:lnTo>
                        <a:pt x="34" y="154"/>
                      </a:lnTo>
                      <a:lnTo>
                        <a:pt x="34" y="168"/>
                      </a:lnTo>
                      <a:lnTo>
                        <a:pt x="38" y="164"/>
                      </a:lnTo>
                      <a:lnTo>
                        <a:pt x="40" y="160"/>
                      </a:lnTo>
                      <a:lnTo>
                        <a:pt x="40" y="156"/>
                      </a:lnTo>
                      <a:lnTo>
                        <a:pt x="38" y="152"/>
                      </a:lnTo>
                      <a:lnTo>
                        <a:pt x="32" y="150"/>
                      </a:lnTo>
                      <a:lnTo>
                        <a:pt x="28" y="148"/>
                      </a:lnTo>
                      <a:lnTo>
                        <a:pt x="26" y="144"/>
                      </a:lnTo>
                      <a:lnTo>
                        <a:pt x="26" y="140"/>
                      </a:lnTo>
                      <a:lnTo>
                        <a:pt x="26" y="132"/>
                      </a:lnTo>
                      <a:lnTo>
                        <a:pt x="26" y="126"/>
                      </a:lnTo>
                      <a:lnTo>
                        <a:pt x="28" y="124"/>
                      </a:lnTo>
                      <a:lnTo>
                        <a:pt x="28" y="122"/>
                      </a:lnTo>
                      <a:lnTo>
                        <a:pt x="26" y="116"/>
                      </a:lnTo>
                      <a:lnTo>
                        <a:pt x="20" y="114"/>
                      </a:lnTo>
                      <a:lnTo>
                        <a:pt x="22" y="114"/>
                      </a:lnTo>
                      <a:lnTo>
                        <a:pt x="26" y="116"/>
                      </a:lnTo>
                      <a:lnTo>
                        <a:pt x="22" y="110"/>
                      </a:lnTo>
                      <a:lnTo>
                        <a:pt x="18" y="104"/>
                      </a:lnTo>
                      <a:lnTo>
                        <a:pt x="24" y="106"/>
                      </a:lnTo>
                      <a:lnTo>
                        <a:pt x="22" y="100"/>
                      </a:lnTo>
                      <a:lnTo>
                        <a:pt x="24" y="94"/>
                      </a:lnTo>
                      <a:lnTo>
                        <a:pt x="24" y="98"/>
                      </a:lnTo>
                      <a:lnTo>
                        <a:pt x="24" y="100"/>
                      </a:lnTo>
                      <a:lnTo>
                        <a:pt x="24" y="96"/>
                      </a:lnTo>
                      <a:lnTo>
                        <a:pt x="26" y="94"/>
                      </a:lnTo>
                      <a:lnTo>
                        <a:pt x="26" y="106"/>
                      </a:lnTo>
                      <a:lnTo>
                        <a:pt x="26" y="118"/>
                      </a:lnTo>
                      <a:lnTo>
                        <a:pt x="28" y="128"/>
                      </a:lnTo>
                      <a:lnTo>
                        <a:pt x="28" y="140"/>
                      </a:lnTo>
                      <a:lnTo>
                        <a:pt x="30" y="144"/>
                      </a:lnTo>
                      <a:lnTo>
                        <a:pt x="32" y="146"/>
                      </a:lnTo>
                      <a:lnTo>
                        <a:pt x="38" y="148"/>
                      </a:lnTo>
                      <a:lnTo>
                        <a:pt x="40" y="150"/>
                      </a:lnTo>
                      <a:lnTo>
                        <a:pt x="42" y="140"/>
                      </a:lnTo>
                      <a:lnTo>
                        <a:pt x="42" y="132"/>
                      </a:lnTo>
                      <a:lnTo>
                        <a:pt x="40" y="116"/>
                      </a:lnTo>
                      <a:lnTo>
                        <a:pt x="30" y="82"/>
                      </a:lnTo>
                      <a:lnTo>
                        <a:pt x="24" y="64"/>
                      </a:lnTo>
                      <a:lnTo>
                        <a:pt x="32" y="84"/>
                      </a:lnTo>
                      <a:lnTo>
                        <a:pt x="32" y="86"/>
                      </a:lnTo>
                      <a:lnTo>
                        <a:pt x="34" y="84"/>
                      </a:lnTo>
                      <a:lnTo>
                        <a:pt x="36" y="80"/>
                      </a:lnTo>
                      <a:lnTo>
                        <a:pt x="38" y="74"/>
                      </a:lnTo>
                      <a:lnTo>
                        <a:pt x="38" y="72"/>
                      </a:lnTo>
                      <a:lnTo>
                        <a:pt x="36" y="72"/>
                      </a:lnTo>
                      <a:lnTo>
                        <a:pt x="34" y="68"/>
                      </a:lnTo>
                      <a:lnTo>
                        <a:pt x="32" y="66"/>
                      </a:lnTo>
                      <a:lnTo>
                        <a:pt x="34" y="66"/>
                      </a:lnTo>
                      <a:lnTo>
                        <a:pt x="32" y="62"/>
                      </a:lnTo>
                      <a:lnTo>
                        <a:pt x="32" y="58"/>
                      </a:lnTo>
                      <a:lnTo>
                        <a:pt x="32" y="60"/>
                      </a:lnTo>
                      <a:lnTo>
                        <a:pt x="32" y="62"/>
                      </a:lnTo>
                      <a:lnTo>
                        <a:pt x="32" y="64"/>
                      </a:lnTo>
                      <a:lnTo>
                        <a:pt x="38" y="70"/>
                      </a:lnTo>
                      <a:lnTo>
                        <a:pt x="40" y="74"/>
                      </a:lnTo>
                      <a:lnTo>
                        <a:pt x="40" y="76"/>
                      </a:lnTo>
                      <a:lnTo>
                        <a:pt x="36" y="80"/>
                      </a:lnTo>
                      <a:lnTo>
                        <a:pt x="36" y="90"/>
                      </a:lnTo>
                      <a:lnTo>
                        <a:pt x="38" y="96"/>
                      </a:lnTo>
                      <a:lnTo>
                        <a:pt x="42" y="100"/>
                      </a:lnTo>
                      <a:lnTo>
                        <a:pt x="44" y="86"/>
                      </a:lnTo>
                      <a:lnTo>
                        <a:pt x="44" y="96"/>
                      </a:lnTo>
                      <a:lnTo>
                        <a:pt x="44" y="120"/>
                      </a:lnTo>
                      <a:lnTo>
                        <a:pt x="44" y="140"/>
                      </a:lnTo>
                      <a:lnTo>
                        <a:pt x="46" y="160"/>
                      </a:lnTo>
                      <a:lnTo>
                        <a:pt x="50" y="154"/>
                      </a:lnTo>
                      <a:lnTo>
                        <a:pt x="50" y="148"/>
                      </a:lnTo>
                      <a:lnTo>
                        <a:pt x="52" y="142"/>
                      </a:lnTo>
                      <a:lnTo>
                        <a:pt x="50" y="138"/>
                      </a:lnTo>
                      <a:lnTo>
                        <a:pt x="48" y="126"/>
                      </a:lnTo>
                      <a:lnTo>
                        <a:pt x="46" y="116"/>
                      </a:lnTo>
                      <a:lnTo>
                        <a:pt x="48" y="112"/>
                      </a:lnTo>
                      <a:lnTo>
                        <a:pt x="50" y="108"/>
                      </a:lnTo>
                      <a:lnTo>
                        <a:pt x="54" y="106"/>
                      </a:lnTo>
                      <a:lnTo>
                        <a:pt x="54" y="102"/>
                      </a:lnTo>
                      <a:lnTo>
                        <a:pt x="56" y="102"/>
                      </a:lnTo>
                      <a:lnTo>
                        <a:pt x="60" y="98"/>
                      </a:lnTo>
                      <a:lnTo>
                        <a:pt x="60" y="94"/>
                      </a:lnTo>
                      <a:lnTo>
                        <a:pt x="58" y="92"/>
                      </a:lnTo>
                      <a:lnTo>
                        <a:pt x="56" y="90"/>
                      </a:lnTo>
                      <a:lnTo>
                        <a:pt x="58" y="90"/>
                      </a:lnTo>
                      <a:lnTo>
                        <a:pt x="60" y="92"/>
                      </a:lnTo>
                      <a:lnTo>
                        <a:pt x="60" y="86"/>
                      </a:lnTo>
                      <a:lnTo>
                        <a:pt x="60" y="80"/>
                      </a:lnTo>
                      <a:lnTo>
                        <a:pt x="62" y="80"/>
                      </a:lnTo>
                      <a:lnTo>
                        <a:pt x="64" y="84"/>
                      </a:lnTo>
                      <a:lnTo>
                        <a:pt x="64" y="80"/>
                      </a:lnTo>
                      <a:lnTo>
                        <a:pt x="66" y="76"/>
                      </a:lnTo>
                      <a:lnTo>
                        <a:pt x="68" y="76"/>
                      </a:lnTo>
                      <a:lnTo>
                        <a:pt x="68" y="78"/>
                      </a:lnTo>
                      <a:lnTo>
                        <a:pt x="68" y="76"/>
                      </a:lnTo>
                      <a:lnTo>
                        <a:pt x="70" y="76"/>
                      </a:lnTo>
                      <a:lnTo>
                        <a:pt x="66" y="80"/>
                      </a:lnTo>
                      <a:lnTo>
                        <a:pt x="62" y="94"/>
                      </a:lnTo>
                      <a:lnTo>
                        <a:pt x="60" y="100"/>
                      </a:lnTo>
                      <a:lnTo>
                        <a:pt x="56" y="104"/>
                      </a:lnTo>
                      <a:lnTo>
                        <a:pt x="50" y="114"/>
                      </a:lnTo>
                      <a:lnTo>
                        <a:pt x="50" y="120"/>
                      </a:lnTo>
                      <a:lnTo>
                        <a:pt x="52" y="126"/>
                      </a:lnTo>
                      <a:lnTo>
                        <a:pt x="54" y="134"/>
                      </a:lnTo>
                      <a:lnTo>
                        <a:pt x="54" y="140"/>
                      </a:lnTo>
                      <a:lnTo>
                        <a:pt x="54" y="136"/>
                      </a:lnTo>
                      <a:lnTo>
                        <a:pt x="58" y="122"/>
                      </a:lnTo>
                      <a:lnTo>
                        <a:pt x="60" y="114"/>
                      </a:lnTo>
                      <a:lnTo>
                        <a:pt x="64" y="104"/>
                      </a:lnTo>
                      <a:lnTo>
                        <a:pt x="70" y="96"/>
                      </a:lnTo>
                      <a:lnTo>
                        <a:pt x="72" y="92"/>
                      </a:lnTo>
                      <a:lnTo>
                        <a:pt x="76" y="90"/>
                      </a:lnTo>
                      <a:lnTo>
                        <a:pt x="80" y="90"/>
                      </a:lnTo>
                      <a:lnTo>
                        <a:pt x="80" y="92"/>
                      </a:lnTo>
                      <a:lnTo>
                        <a:pt x="76" y="102"/>
                      </a:lnTo>
                      <a:lnTo>
                        <a:pt x="68" y="118"/>
                      </a:lnTo>
                      <a:lnTo>
                        <a:pt x="60" y="134"/>
                      </a:lnTo>
                      <a:lnTo>
                        <a:pt x="56" y="148"/>
                      </a:lnTo>
                      <a:lnTo>
                        <a:pt x="52" y="158"/>
                      </a:lnTo>
                      <a:lnTo>
                        <a:pt x="46" y="180"/>
                      </a:lnTo>
                      <a:lnTo>
                        <a:pt x="46" y="200"/>
                      </a:lnTo>
                      <a:lnTo>
                        <a:pt x="46" y="220"/>
                      </a:lnTo>
                      <a:lnTo>
                        <a:pt x="50" y="240"/>
                      </a:lnTo>
                      <a:lnTo>
                        <a:pt x="58" y="238"/>
                      </a:lnTo>
                      <a:lnTo>
                        <a:pt x="60" y="236"/>
                      </a:lnTo>
                      <a:lnTo>
                        <a:pt x="60" y="234"/>
                      </a:lnTo>
                      <a:lnTo>
                        <a:pt x="62" y="234"/>
                      </a:lnTo>
                      <a:lnTo>
                        <a:pt x="60" y="230"/>
                      </a:lnTo>
                      <a:lnTo>
                        <a:pt x="58" y="228"/>
                      </a:lnTo>
                      <a:lnTo>
                        <a:pt x="56" y="228"/>
                      </a:lnTo>
                      <a:lnTo>
                        <a:pt x="58" y="228"/>
                      </a:lnTo>
                      <a:lnTo>
                        <a:pt x="58" y="224"/>
                      </a:lnTo>
                      <a:lnTo>
                        <a:pt x="54" y="220"/>
                      </a:lnTo>
                      <a:lnTo>
                        <a:pt x="52" y="218"/>
                      </a:lnTo>
                      <a:lnTo>
                        <a:pt x="54" y="216"/>
                      </a:lnTo>
                      <a:lnTo>
                        <a:pt x="54" y="212"/>
                      </a:lnTo>
                      <a:lnTo>
                        <a:pt x="54" y="208"/>
                      </a:lnTo>
                      <a:lnTo>
                        <a:pt x="56" y="210"/>
                      </a:lnTo>
                      <a:lnTo>
                        <a:pt x="58" y="212"/>
                      </a:lnTo>
                      <a:lnTo>
                        <a:pt x="58" y="208"/>
                      </a:lnTo>
                      <a:lnTo>
                        <a:pt x="56" y="216"/>
                      </a:lnTo>
                      <a:lnTo>
                        <a:pt x="56" y="222"/>
                      </a:lnTo>
                      <a:lnTo>
                        <a:pt x="58" y="226"/>
                      </a:lnTo>
                      <a:lnTo>
                        <a:pt x="60" y="228"/>
                      </a:lnTo>
                      <a:lnTo>
                        <a:pt x="62" y="230"/>
                      </a:lnTo>
                      <a:lnTo>
                        <a:pt x="62" y="218"/>
                      </a:lnTo>
                      <a:lnTo>
                        <a:pt x="64" y="206"/>
                      </a:lnTo>
                      <a:lnTo>
                        <a:pt x="64" y="194"/>
                      </a:lnTo>
                      <a:lnTo>
                        <a:pt x="64" y="182"/>
                      </a:lnTo>
                      <a:lnTo>
                        <a:pt x="66" y="184"/>
                      </a:lnTo>
                      <a:lnTo>
                        <a:pt x="68" y="188"/>
                      </a:lnTo>
                      <a:lnTo>
                        <a:pt x="66" y="184"/>
                      </a:lnTo>
                      <a:lnTo>
                        <a:pt x="66" y="182"/>
                      </a:lnTo>
                      <a:lnTo>
                        <a:pt x="68" y="188"/>
                      </a:lnTo>
                      <a:lnTo>
                        <a:pt x="68" y="194"/>
                      </a:lnTo>
                      <a:lnTo>
                        <a:pt x="72" y="192"/>
                      </a:lnTo>
                      <a:lnTo>
                        <a:pt x="68" y="198"/>
                      </a:lnTo>
                      <a:lnTo>
                        <a:pt x="64" y="204"/>
                      </a:lnTo>
                      <a:lnTo>
                        <a:pt x="70" y="204"/>
                      </a:lnTo>
                      <a:lnTo>
                        <a:pt x="66" y="206"/>
                      </a:lnTo>
                      <a:lnTo>
                        <a:pt x="64" y="206"/>
                      </a:lnTo>
                      <a:lnTo>
                        <a:pt x="62" y="210"/>
                      </a:lnTo>
                      <a:lnTo>
                        <a:pt x="62" y="216"/>
                      </a:lnTo>
                      <a:lnTo>
                        <a:pt x="64" y="216"/>
                      </a:lnTo>
                      <a:close/>
                      <a:moveTo>
                        <a:pt x="42" y="106"/>
                      </a:moveTo>
                      <a:lnTo>
                        <a:pt x="42" y="104"/>
                      </a:lnTo>
                      <a:lnTo>
                        <a:pt x="40" y="106"/>
                      </a:lnTo>
                      <a:lnTo>
                        <a:pt x="42" y="106"/>
                      </a:lnTo>
                      <a:close/>
                      <a:moveTo>
                        <a:pt x="14" y="56"/>
                      </a:moveTo>
                      <a:lnTo>
                        <a:pt x="14" y="56"/>
                      </a:lnTo>
                      <a:lnTo>
                        <a:pt x="16" y="64"/>
                      </a:lnTo>
                      <a:lnTo>
                        <a:pt x="22" y="72"/>
                      </a:lnTo>
                      <a:lnTo>
                        <a:pt x="22" y="70"/>
                      </a:lnTo>
                      <a:lnTo>
                        <a:pt x="20" y="68"/>
                      </a:lnTo>
                      <a:lnTo>
                        <a:pt x="16" y="68"/>
                      </a:lnTo>
                      <a:lnTo>
                        <a:pt x="14" y="64"/>
                      </a:lnTo>
                      <a:lnTo>
                        <a:pt x="14" y="50"/>
                      </a:lnTo>
                      <a:lnTo>
                        <a:pt x="14" y="44"/>
                      </a:lnTo>
                      <a:lnTo>
                        <a:pt x="14" y="36"/>
                      </a:lnTo>
                      <a:lnTo>
                        <a:pt x="12" y="40"/>
                      </a:lnTo>
                      <a:lnTo>
                        <a:pt x="12" y="36"/>
                      </a:lnTo>
                      <a:lnTo>
                        <a:pt x="12" y="40"/>
                      </a:lnTo>
                      <a:lnTo>
                        <a:pt x="12" y="44"/>
                      </a:lnTo>
                      <a:lnTo>
                        <a:pt x="10" y="42"/>
                      </a:lnTo>
                      <a:lnTo>
                        <a:pt x="14" y="48"/>
                      </a:lnTo>
                      <a:lnTo>
                        <a:pt x="10" y="48"/>
                      </a:lnTo>
                      <a:lnTo>
                        <a:pt x="14" y="50"/>
                      </a:lnTo>
                      <a:lnTo>
                        <a:pt x="14" y="52"/>
                      </a:lnTo>
                      <a:lnTo>
                        <a:pt x="14" y="56"/>
                      </a:lnTo>
                      <a:close/>
                      <a:moveTo>
                        <a:pt x="38" y="58"/>
                      </a:moveTo>
                      <a:lnTo>
                        <a:pt x="38" y="58"/>
                      </a:lnTo>
                      <a:lnTo>
                        <a:pt x="42" y="68"/>
                      </a:lnTo>
                      <a:lnTo>
                        <a:pt x="48" y="76"/>
                      </a:lnTo>
                      <a:lnTo>
                        <a:pt x="46" y="72"/>
                      </a:lnTo>
                      <a:lnTo>
                        <a:pt x="44" y="70"/>
                      </a:lnTo>
                      <a:lnTo>
                        <a:pt x="42" y="70"/>
                      </a:lnTo>
                      <a:lnTo>
                        <a:pt x="40" y="66"/>
                      </a:lnTo>
                      <a:lnTo>
                        <a:pt x="40" y="52"/>
                      </a:lnTo>
                      <a:lnTo>
                        <a:pt x="38" y="38"/>
                      </a:lnTo>
                      <a:lnTo>
                        <a:pt x="38" y="42"/>
                      </a:lnTo>
                      <a:lnTo>
                        <a:pt x="38" y="40"/>
                      </a:lnTo>
                      <a:lnTo>
                        <a:pt x="38" y="38"/>
                      </a:lnTo>
                      <a:lnTo>
                        <a:pt x="36" y="46"/>
                      </a:lnTo>
                      <a:lnTo>
                        <a:pt x="34" y="44"/>
                      </a:lnTo>
                      <a:lnTo>
                        <a:pt x="38" y="52"/>
                      </a:lnTo>
                      <a:lnTo>
                        <a:pt x="36" y="50"/>
                      </a:lnTo>
                      <a:lnTo>
                        <a:pt x="40" y="52"/>
                      </a:lnTo>
                      <a:lnTo>
                        <a:pt x="40" y="56"/>
                      </a:lnTo>
                      <a:lnTo>
                        <a:pt x="40" y="58"/>
                      </a:lnTo>
                      <a:lnTo>
                        <a:pt x="38" y="58"/>
                      </a:lnTo>
                      <a:close/>
                      <a:moveTo>
                        <a:pt x="20" y="218"/>
                      </a:moveTo>
                      <a:lnTo>
                        <a:pt x="20" y="218"/>
                      </a:lnTo>
                      <a:lnTo>
                        <a:pt x="18" y="208"/>
                      </a:lnTo>
                      <a:lnTo>
                        <a:pt x="14" y="196"/>
                      </a:lnTo>
                      <a:lnTo>
                        <a:pt x="14" y="202"/>
                      </a:lnTo>
                      <a:lnTo>
                        <a:pt x="14" y="208"/>
                      </a:lnTo>
                      <a:lnTo>
                        <a:pt x="20" y="218"/>
                      </a:lnTo>
                      <a:close/>
                      <a:moveTo>
                        <a:pt x="36" y="172"/>
                      </a:moveTo>
                      <a:lnTo>
                        <a:pt x="38" y="166"/>
                      </a:lnTo>
                      <a:lnTo>
                        <a:pt x="36" y="168"/>
                      </a:lnTo>
                      <a:lnTo>
                        <a:pt x="36" y="172"/>
                      </a:lnTo>
                      <a:close/>
                      <a:moveTo>
                        <a:pt x="60" y="28"/>
                      </a:moveTo>
                      <a:lnTo>
                        <a:pt x="60" y="28"/>
                      </a:lnTo>
                      <a:lnTo>
                        <a:pt x="60" y="24"/>
                      </a:lnTo>
                      <a:lnTo>
                        <a:pt x="62" y="18"/>
                      </a:lnTo>
                      <a:lnTo>
                        <a:pt x="62" y="8"/>
                      </a:lnTo>
                      <a:lnTo>
                        <a:pt x="62" y="6"/>
                      </a:lnTo>
                      <a:lnTo>
                        <a:pt x="60" y="2"/>
                      </a:lnTo>
                      <a:lnTo>
                        <a:pt x="58" y="0"/>
                      </a:lnTo>
                      <a:lnTo>
                        <a:pt x="60" y="2"/>
                      </a:lnTo>
                      <a:lnTo>
                        <a:pt x="62" y="4"/>
                      </a:lnTo>
                      <a:lnTo>
                        <a:pt x="62" y="0"/>
                      </a:lnTo>
                      <a:lnTo>
                        <a:pt x="64" y="10"/>
                      </a:lnTo>
                      <a:lnTo>
                        <a:pt x="66" y="10"/>
                      </a:lnTo>
                      <a:lnTo>
                        <a:pt x="68" y="8"/>
                      </a:lnTo>
                      <a:lnTo>
                        <a:pt x="62" y="20"/>
                      </a:lnTo>
                      <a:lnTo>
                        <a:pt x="64" y="20"/>
                      </a:lnTo>
                      <a:lnTo>
                        <a:pt x="62" y="22"/>
                      </a:lnTo>
                      <a:lnTo>
                        <a:pt x="60" y="26"/>
                      </a:lnTo>
                      <a:lnTo>
                        <a:pt x="62" y="26"/>
                      </a:lnTo>
                      <a:lnTo>
                        <a:pt x="60" y="28"/>
                      </a:lnTo>
                      <a:close/>
                    </a:path>
                  </a:pathLst>
                </a:custGeom>
                <a:solidFill>
                  <a:srgbClr val="A2703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" name="AutoShape 36">
                  <a:extLst>
                    <a:ext uri="{FF2B5EF4-FFF2-40B4-BE49-F238E27FC236}">
                      <a16:creationId xmlns:a16="http://schemas.microsoft.com/office/drawing/2014/main" id="{EA620DB8-B902-4B05-B26F-E1F18F2B51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5" y="8082"/>
                  <a:ext cx="89" cy="220"/>
                </a:xfrm>
                <a:custGeom>
                  <a:avLst/>
                  <a:gdLst>
                    <a:gd name="T0" fmla="*/ 80 w 102"/>
                    <a:gd name="T1" fmla="*/ 124 h 220"/>
                    <a:gd name="T2" fmla="*/ 66 w 102"/>
                    <a:gd name="T3" fmla="*/ 132 h 220"/>
                    <a:gd name="T4" fmla="*/ 66 w 102"/>
                    <a:gd name="T5" fmla="*/ 148 h 220"/>
                    <a:gd name="T6" fmla="*/ 76 w 102"/>
                    <a:gd name="T7" fmla="*/ 164 h 220"/>
                    <a:gd name="T8" fmla="*/ 82 w 102"/>
                    <a:gd name="T9" fmla="*/ 186 h 220"/>
                    <a:gd name="T10" fmla="*/ 72 w 102"/>
                    <a:gd name="T11" fmla="*/ 204 h 220"/>
                    <a:gd name="T12" fmla="*/ 56 w 102"/>
                    <a:gd name="T13" fmla="*/ 214 h 220"/>
                    <a:gd name="T14" fmla="*/ 44 w 102"/>
                    <a:gd name="T15" fmla="*/ 218 h 220"/>
                    <a:gd name="T16" fmla="*/ 40 w 102"/>
                    <a:gd name="T17" fmla="*/ 208 h 220"/>
                    <a:gd name="T18" fmla="*/ 26 w 102"/>
                    <a:gd name="T19" fmla="*/ 210 h 220"/>
                    <a:gd name="T20" fmla="*/ 16 w 102"/>
                    <a:gd name="T21" fmla="*/ 210 h 220"/>
                    <a:gd name="T22" fmla="*/ 4 w 102"/>
                    <a:gd name="T23" fmla="*/ 198 h 220"/>
                    <a:gd name="T24" fmla="*/ 0 w 102"/>
                    <a:gd name="T25" fmla="*/ 154 h 220"/>
                    <a:gd name="T26" fmla="*/ 8 w 102"/>
                    <a:gd name="T27" fmla="*/ 138 h 220"/>
                    <a:gd name="T28" fmla="*/ 16 w 102"/>
                    <a:gd name="T29" fmla="*/ 138 h 220"/>
                    <a:gd name="T30" fmla="*/ 14 w 102"/>
                    <a:gd name="T31" fmla="*/ 126 h 220"/>
                    <a:gd name="T32" fmla="*/ 18 w 102"/>
                    <a:gd name="T33" fmla="*/ 128 h 220"/>
                    <a:gd name="T34" fmla="*/ 32 w 102"/>
                    <a:gd name="T35" fmla="*/ 146 h 220"/>
                    <a:gd name="T36" fmla="*/ 44 w 102"/>
                    <a:gd name="T37" fmla="*/ 136 h 220"/>
                    <a:gd name="T38" fmla="*/ 40 w 102"/>
                    <a:gd name="T39" fmla="*/ 94 h 220"/>
                    <a:gd name="T40" fmla="*/ 30 w 102"/>
                    <a:gd name="T41" fmla="*/ 114 h 220"/>
                    <a:gd name="T42" fmla="*/ 10 w 102"/>
                    <a:gd name="T43" fmla="*/ 110 h 220"/>
                    <a:gd name="T44" fmla="*/ 8 w 102"/>
                    <a:gd name="T45" fmla="*/ 94 h 220"/>
                    <a:gd name="T46" fmla="*/ 16 w 102"/>
                    <a:gd name="T47" fmla="*/ 70 h 220"/>
                    <a:gd name="T48" fmla="*/ 32 w 102"/>
                    <a:gd name="T49" fmla="*/ 74 h 220"/>
                    <a:gd name="T50" fmla="*/ 44 w 102"/>
                    <a:gd name="T51" fmla="*/ 82 h 220"/>
                    <a:gd name="T52" fmla="*/ 46 w 102"/>
                    <a:gd name="T53" fmla="*/ 88 h 220"/>
                    <a:gd name="T54" fmla="*/ 46 w 102"/>
                    <a:gd name="T55" fmla="*/ 78 h 220"/>
                    <a:gd name="T56" fmla="*/ 44 w 102"/>
                    <a:gd name="T57" fmla="*/ 74 h 220"/>
                    <a:gd name="T58" fmla="*/ 42 w 102"/>
                    <a:gd name="T59" fmla="*/ 72 h 220"/>
                    <a:gd name="T60" fmla="*/ 42 w 102"/>
                    <a:gd name="T61" fmla="*/ 54 h 220"/>
                    <a:gd name="T62" fmla="*/ 16 w 102"/>
                    <a:gd name="T63" fmla="*/ 34 h 220"/>
                    <a:gd name="T64" fmla="*/ 26 w 102"/>
                    <a:gd name="T65" fmla="*/ 20 h 220"/>
                    <a:gd name="T66" fmla="*/ 46 w 102"/>
                    <a:gd name="T67" fmla="*/ 4 h 220"/>
                    <a:gd name="T68" fmla="*/ 48 w 102"/>
                    <a:gd name="T69" fmla="*/ 2 h 220"/>
                    <a:gd name="T70" fmla="*/ 50 w 102"/>
                    <a:gd name="T71" fmla="*/ 8 h 220"/>
                    <a:gd name="T72" fmla="*/ 54 w 102"/>
                    <a:gd name="T73" fmla="*/ 6 h 220"/>
                    <a:gd name="T74" fmla="*/ 68 w 102"/>
                    <a:gd name="T75" fmla="*/ 26 h 220"/>
                    <a:gd name="T76" fmla="*/ 62 w 102"/>
                    <a:gd name="T77" fmla="*/ 14 h 220"/>
                    <a:gd name="T78" fmla="*/ 68 w 102"/>
                    <a:gd name="T79" fmla="*/ 12 h 220"/>
                    <a:gd name="T80" fmla="*/ 68 w 102"/>
                    <a:gd name="T81" fmla="*/ 18 h 220"/>
                    <a:gd name="T82" fmla="*/ 86 w 102"/>
                    <a:gd name="T83" fmla="*/ 50 h 220"/>
                    <a:gd name="T84" fmla="*/ 92 w 102"/>
                    <a:gd name="T85" fmla="*/ 52 h 220"/>
                    <a:gd name="T86" fmla="*/ 102 w 102"/>
                    <a:gd name="T87" fmla="*/ 64 h 220"/>
                    <a:gd name="T88" fmla="*/ 92 w 102"/>
                    <a:gd name="T89" fmla="*/ 64 h 220"/>
                    <a:gd name="T90" fmla="*/ 90 w 102"/>
                    <a:gd name="T91" fmla="*/ 74 h 220"/>
                    <a:gd name="T92" fmla="*/ 94 w 102"/>
                    <a:gd name="T93" fmla="*/ 88 h 220"/>
                    <a:gd name="T94" fmla="*/ 80 w 102"/>
                    <a:gd name="T95" fmla="*/ 116 h 220"/>
                    <a:gd name="T96" fmla="*/ 36 w 102"/>
                    <a:gd name="T97" fmla="*/ 148 h 220"/>
                    <a:gd name="T98" fmla="*/ 36 w 102"/>
                    <a:gd name="T99" fmla="*/ 148 h 220"/>
                    <a:gd name="T100" fmla="*/ 18 w 102"/>
                    <a:gd name="T101" fmla="*/ 44 h 220"/>
                    <a:gd name="T102" fmla="*/ 18 w 102"/>
                    <a:gd name="T103" fmla="*/ 46 h 220"/>
                    <a:gd name="T104" fmla="*/ 20 w 102"/>
                    <a:gd name="T105" fmla="*/ 60 h 220"/>
                    <a:gd name="T106" fmla="*/ 26 w 102"/>
                    <a:gd name="T107" fmla="*/ 18 h 220"/>
                    <a:gd name="T108" fmla="*/ 44 w 102"/>
                    <a:gd name="T109" fmla="*/ 204 h 220"/>
                    <a:gd name="T110" fmla="*/ 38 w 102"/>
                    <a:gd name="T111" fmla="*/ 206 h 220"/>
                    <a:gd name="T112" fmla="*/ 0 w 102"/>
                    <a:gd name="T113" fmla="*/ 0 h 220"/>
                    <a:gd name="T114" fmla="*/ 102 w 102"/>
                    <a:gd name="T115" fmla="*/ 220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T112" t="T113" r="T114" b="T115"/>
                  <a:pathLst>
                    <a:path w="102" h="220">
                      <a:moveTo>
                        <a:pt x="80" y="116"/>
                      </a:moveTo>
                      <a:lnTo>
                        <a:pt x="80" y="116"/>
                      </a:lnTo>
                      <a:lnTo>
                        <a:pt x="82" y="118"/>
                      </a:lnTo>
                      <a:lnTo>
                        <a:pt x="82" y="120"/>
                      </a:lnTo>
                      <a:lnTo>
                        <a:pt x="80" y="122"/>
                      </a:lnTo>
                      <a:lnTo>
                        <a:pt x="76" y="122"/>
                      </a:lnTo>
                      <a:lnTo>
                        <a:pt x="80" y="124"/>
                      </a:lnTo>
                      <a:lnTo>
                        <a:pt x="78" y="126"/>
                      </a:lnTo>
                      <a:lnTo>
                        <a:pt x="72" y="130"/>
                      </a:lnTo>
                      <a:lnTo>
                        <a:pt x="74" y="132"/>
                      </a:lnTo>
                      <a:lnTo>
                        <a:pt x="72" y="136"/>
                      </a:lnTo>
                      <a:lnTo>
                        <a:pt x="70" y="136"/>
                      </a:lnTo>
                      <a:lnTo>
                        <a:pt x="68" y="136"/>
                      </a:lnTo>
                      <a:lnTo>
                        <a:pt x="66" y="132"/>
                      </a:lnTo>
                      <a:lnTo>
                        <a:pt x="62" y="134"/>
                      </a:lnTo>
                      <a:lnTo>
                        <a:pt x="64" y="138"/>
                      </a:lnTo>
                      <a:lnTo>
                        <a:pt x="66" y="140"/>
                      </a:lnTo>
                      <a:lnTo>
                        <a:pt x="66" y="144"/>
                      </a:lnTo>
                      <a:lnTo>
                        <a:pt x="66" y="148"/>
                      </a:lnTo>
                      <a:lnTo>
                        <a:pt x="72" y="150"/>
                      </a:lnTo>
                      <a:lnTo>
                        <a:pt x="74" y="150"/>
                      </a:lnTo>
                      <a:lnTo>
                        <a:pt x="74" y="152"/>
                      </a:lnTo>
                      <a:lnTo>
                        <a:pt x="72" y="158"/>
                      </a:lnTo>
                      <a:lnTo>
                        <a:pt x="72" y="164"/>
                      </a:lnTo>
                      <a:lnTo>
                        <a:pt x="76" y="164"/>
                      </a:lnTo>
                      <a:lnTo>
                        <a:pt x="76" y="166"/>
                      </a:lnTo>
                      <a:lnTo>
                        <a:pt x="76" y="172"/>
                      </a:lnTo>
                      <a:lnTo>
                        <a:pt x="76" y="178"/>
                      </a:lnTo>
                      <a:lnTo>
                        <a:pt x="74" y="180"/>
                      </a:lnTo>
                      <a:lnTo>
                        <a:pt x="76" y="178"/>
                      </a:lnTo>
                      <a:lnTo>
                        <a:pt x="80" y="184"/>
                      </a:lnTo>
                      <a:lnTo>
                        <a:pt x="82" y="186"/>
                      </a:lnTo>
                      <a:lnTo>
                        <a:pt x="80" y="196"/>
                      </a:lnTo>
                      <a:lnTo>
                        <a:pt x="78" y="196"/>
                      </a:lnTo>
                      <a:lnTo>
                        <a:pt x="76" y="198"/>
                      </a:lnTo>
                      <a:lnTo>
                        <a:pt x="78" y="198"/>
                      </a:lnTo>
                      <a:lnTo>
                        <a:pt x="76" y="200"/>
                      </a:lnTo>
                      <a:lnTo>
                        <a:pt x="74" y="200"/>
                      </a:lnTo>
                      <a:lnTo>
                        <a:pt x="72" y="204"/>
                      </a:lnTo>
                      <a:lnTo>
                        <a:pt x="60" y="214"/>
                      </a:lnTo>
                      <a:lnTo>
                        <a:pt x="58" y="212"/>
                      </a:lnTo>
                      <a:lnTo>
                        <a:pt x="56" y="214"/>
                      </a:lnTo>
                      <a:lnTo>
                        <a:pt x="60" y="216"/>
                      </a:lnTo>
                      <a:lnTo>
                        <a:pt x="58" y="218"/>
                      </a:lnTo>
                      <a:lnTo>
                        <a:pt x="54" y="218"/>
                      </a:lnTo>
                      <a:lnTo>
                        <a:pt x="54" y="220"/>
                      </a:lnTo>
                      <a:lnTo>
                        <a:pt x="52" y="220"/>
                      </a:lnTo>
                      <a:lnTo>
                        <a:pt x="44" y="218"/>
                      </a:lnTo>
                      <a:lnTo>
                        <a:pt x="42" y="220"/>
                      </a:lnTo>
                      <a:lnTo>
                        <a:pt x="40" y="218"/>
                      </a:lnTo>
                      <a:lnTo>
                        <a:pt x="38" y="218"/>
                      </a:lnTo>
                      <a:lnTo>
                        <a:pt x="42" y="214"/>
                      </a:lnTo>
                      <a:lnTo>
                        <a:pt x="40" y="208"/>
                      </a:lnTo>
                      <a:lnTo>
                        <a:pt x="36" y="212"/>
                      </a:lnTo>
                      <a:lnTo>
                        <a:pt x="34" y="214"/>
                      </a:lnTo>
                      <a:lnTo>
                        <a:pt x="32" y="214"/>
                      </a:lnTo>
                      <a:lnTo>
                        <a:pt x="30" y="212"/>
                      </a:lnTo>
                      <a:lnTo>
                        <a:pt x="28" y="208"/>
                      </a:lnTo>
                      <a:lnTo>
                        <a:pt x="26" y="208"/>
                      </a:lnTo>
                      <a:lnTo>
                        <a:pt x="26" y="210"/>
                      </a:lnTo>
                      <a:lnTo>
                        <a:pt x="24" y="210"/>
                      </a:lnTo>
                      <a:lnTo>
                        <a:pt x="20" y="210"/>
                      </a:lnTo>
                      <a:lnTo>
                        <a:pt x="22" y="210"/>
                      </a:lnTo>
                      <a:lnTo>
                        <a:pt x="18" y="212"/>
                      </a:lnTo>
                      <a:lnTo>
                        <a:pt x="16" y="210"/>
                      </a:lnTo>
                      <a:lnTo>
                        <a:pt x="14" y="212"/>
                      </a:lnTo>
                      <a:lnTo>
                        <a:pt x="12" y="208"/>
                      </a:lnTo>
                      <a:lnTo>
                        <a:pt x="8" y="206"/>
                      </a:lnTo>
                      <a:lnTo>
                        <a:pt x="4" y="202"/>
                      </a:lnTo>
                      <a:lnTo>
                        <a:pt x="4" y="198"/>
                      </a:lnTo>
                      <a:lnTo>
                        <a:pt x="4" y="194"/>
                      </a:lnTo>
                      <a:lnTo>
                        <a:pt x="4" y="186"/>
                      </a:lnTo>
                      <a:lnTo>
                        <a:pt x="4" y="176"/>
                      </a:lnTo>
                      <a:lnTo>
                        <a:pt x="0" y="168"/>
                      </a:lnTo>
                      <a:lnTo>
                        <a:pt x="0" y="160"/>
                      </a:lnTo>
                      <a:lnTo>
                        <a:pt x="0" y="154"/>
                      </a:lnTo>
                      <a:lnTo>
                        <a:pt x="4" y="148"/>
                      </a:lnTo>
                      <a:lnTo>
                        <a:pt x="6" y="148"/>
                      </a:lnTo>
                      <a:lnTo>
                        <a:pt x="6" y="146"/>
                      </a:lnTo>
                      <a:lnTo>
                        <a:pt x="8" y="146"/>
                      </a:lnTo>
                      <a:lnTo>
                        <a:pt x="8" y="140"/>
                      </a:lnTo>
                      <a:lnTo>
                        <a:pt x="8" y="138"/>
                      </a:lnTo>
                      <a:lnTo>
                        <a:pt x="6" y="134"/>
                      </a:lnTo>
                      <a:lnTo>
                        <a:pt x="12" y="134"/>
                      </a:lnTo>
                      <a:lnTo>
                        <a:pt x="14" y="134"/>
                      </a:lnTo>
                      <a:lnTo>
                        <a:pt x="16" y="132"/>
                      </a:lnTo>
                      <a:lnTo>
                        <a:pt x="16" y="136"/>
                      </a:lnTo>
                      <a:lnTo>
                        <a:pt x="16" y="138"/>
                      </a:lnTo>
                      <a:lnTo>
                        <a:pt x="16" y="140"/>
                      </a:lnTo>
                      <a:lnTo>
                        <a:pt x="16" y="142"/>
                      </a:lnTo>
                      <a:lnTo>
                        <a:pt x="24" y="142"/>
                      </a:lnTo>
                      <a:lnTo>
                        <a:pt x="26" y="140"/>
                      </a:lnTo>
                      <a:lnTo>
                        <a:pt x="24" y="136"/>
                      </a:lnTo>
                      <a:lnTo>
                        <a:pt x="22" y="132"/>
                      </a:lnTo>
                      <a:lnTo>
                        <a:pt x="14" y="126"/>
                      </a:lnTo>
                      <a:lnTo>
                        <a:pt x="12" y="124"/>
                      </a:lnTo>
                      <a:lnTo>
                        <a:pt x="14" y="124"/>
                      </a:lnTo>
                      <a:lnTo>
                        <a:pt x="16" y="124"/>
                      </a:lnTo>
                      <a:lnTo>
                        <a:pt x="18" y="126"/>
                      </a:lnTo>
                      <a:lnTo>
                        <a:pt x="16" y="128"/>
                      </a:lnTo>
                      <a:lnTo>
                        <a:pt x="18" y="128"/>
                      </a:lnTo>
                      <a:lnTo>
                        <a:pt x="18" y="126"/>
                      </a:lnTo>
                      <a:lnTo>
                        <a:pt x="22" y="124"/>
                      </a:lnTo>
                      <a:lnTo>
                        <a:pt x="28" y="128"/>
                      </a:lnTo>
                      <a:lnTo>
                        <a:pt x="34" y="136"/>
                      </a:lnTo>
                      <a:lnTo>
                        <a:pt x="34" y="138"/>
                      </a:lnTo>
                      <a:lnTo>
                        <a:pt x="34" y="142"/>
                      </a:lnTo>
                      <a:lnTo>
                        <a:pt x="32" y="146"/>
                      </a:lnTo>
                      <a:lnTo>
                        <a:pt x="32" y="142"/>
                      </a:lnTo>
                      <a:lnTo>
                        <a:pt x="34" y="140"/>
                      </a:lnTo>
                      <a:lnTo>
                        <a:pt x="36" y="138"/>
                      </a:lnTo>
                      <a:lnTo>
                        <a:pt x="36" y="140"/>
                      </a:lnTo>
                      <a:lnTo>
                        <a:pt x="38" y="146"/>
                      </a:lnTo>
                      <a:lnTo>
                        <a:pt x="40" y="142"/>
                      </a:lnTo>
                      <a:lnTo>
                        <a:pt x="44" y="136"/>
                      </a:lnTo>
                      <a:lnTo>
                        <a:pt x="46" y="126"/>
                      </a:lnTo>
                      <a:lnTo>
                        <a:pt x="46" y="116"/>
                      </a:lnTo>
                      <a:lnTo>
                        <a:pt x="46" y="100"/>
                      </a:lnTo>
                      <a:lnTo>
                        <a:pt x="44" y="96"/>
                      </a:lnTo>
                      <a:lnTo>
                        <a:pt x="42" y="94"/>
                      </a:lnTo>
                      <a:lnTo>
                        <a:pt x="40" y="94"/>
                      </a:lnTo>
                      <a:lnTo>
                        <a:pt x="42" y="100"/>
                      </a:lnTo>
                      <a:lnTo>
                        <a:pt x="40" y="104"/>
                      </a:lnTo>
                      <a:lnTo>
                        <a:pt x="40" y="106"/>
                      </a:lnTo>
                      <a:lnTo>
                        <a:pt x="38" y="108"/>
                      </a:lnTo>
                      <a:lnTo>
                        <a:pt x="32" y="108"/>
                      </a:lnTo>
                      <a:lnTo>
                        <a:pt x="30" y="108"/>
                      </a:lnTo>
                      <a:lnTo>
                        <a:pt x="30" y="114"/>
                      </a:lnTo>
                      <a:lnTo>
                        <a:pt x="30" y="116"/>
                      </a:lnTo>
                      <a:lnTo>
                        <a:pt x="28" y="118"/>
                      </a:lnTo>
                      <a:lnTo>
                        <a:pt x="24" y="116"/>
                      </a:lnTo>
                      <a:lnTo>
                        <a:pt x="20" y="112"/>
                      </a:lnTo>
                      <a:lnTo>
                        <a:pt x="16" y="108"/>
                      </a:lnTo>
                      <a:lnTo>
                        <a:pt x="12" y="110"/>
                      </a:lnTo>
                      <a:lnTo>
                        <a:pt x="10" y="110"/>
                      </a:lnTo>
                      <a:lnTo>
                        <a:pt x="8" y="106"/>
                      </a:lnTo>
                      <a:lnTo>
                        <a:pt x="8" y="100"/>
                      </a:lnTo>
                      <a:lnTo>
                        <a:pt x="6" y="98"/>
                      </a:lnTo>
                      <a:lnTo>
                        <a:pt x="4" y="96"/>
                      </a:lnTo>
                      <a:lnTo>
                        <a:pt x="8" y="96"/>
                      </a:lnTo>
                      <a:lnTo>
                        <a:pt x="10" y="96"/>
                      </a:lnTo>
                      <a:lnTo>
                        <a:pt x="8" y="94"/>
                      </a:lnTo>
                      <a:lnTo>
                        <a:pt x="6" y="90"/>
                      </a:lnTo>
                      <a:lnTo>
                        <a:pt x="6" y="84"/>
                      </a:lnTo>
                      <a:lnTo>
                        <a:pt x="8" y="72"/>
                      </a:lnTo>
                      <a:lnTo>
                        <a:pt x="16" y="74"/>
                      </a:lnTo>
                      <a:lnTo>
                        <a:pt x="16" y="70"/>
                      </a:lnTo>
                      <a:lnTo>
                        <a:pt x="20" y="64"/>
                      </a:lnTo>
                      <a:lnTo>
                        <a:pt x="22" y="64"/>
                      </a:lnTo>
                      <a:lnTo>
                        <a:pt x="24" y="64"/>
                      </a:lnTo>
                      <a:lnTo>
                        <a:pt x="26" y="66"/>
                      </a:lnTo>
                      <a:lnTo>
                        <a:pt x="28" y="70"/>
                      </a:lnTo>
                      <a:lnTo>
                        <a:pt x="28" y="72"/>
                      </a:lnTo>
                      <a:lnTo>
                        <a:pt x="32" y="74"/>
                      </a:lnTo>
                      <a:lnTo>
                        <a:pt x="34" y="76"/>
                      </a:lnTo>
                      <a:lnTo>
                        <a:pt x="38" y="74"/>
                      </a:lnTo>
                      <a:lnTo>
                        <a:pt x="38" y="78"/>
                      </a:lnTo>
                      <a:lnTo>
                        <a:pt x="38" y="82"/>
                      </a:lnTo>
                      <a:lnTo>
                        <a:pt x="42" y="82"/>
                      </a:lnTo>
                      <a:lnTo>
                        <a:pt x="44" y="82"/>
                      </a:lnTo>
                      <a:lnTo>
                        <a:pt x="42" y="86"/>
                      </a:lnTo>
                      <a:lnTo>
                        <a:pt x="40" y="90"/>
                      </a:lnTo>
                      <a:lnTo>
                        <a:pt x="40" y="92"/>
                      </a:lnTo>
                      <a:lnTo>
                        <a:pt x="42" y="92"/>
                      </a:lnTo>
                      <a:lnTo>
                        <a:pt x="44" y="88"/>
                      </a:lnTo>
                      <a:lnTo>
                        <a:pt x="46" y="88"/>
                      </a:lnTo>
                      <a:lnTo>
                        <a:pt x="46" y="82"/>
                      </a:lnTo>
                      <a:lnTo>
                        <a:pt x="46" y="80"/>
                      </a:lnTo>
                      <a:lnTo>
                        <a:pt x="46" y="78"/>
                      </a:lnTo>
                      <a:lnTo>
                        <a:pt x="48" y="78"/>
                      </a:lnTo>
                      <a:lnTo>
                        <a:pt x="46" y="78"/>
                      </a:lnTo>
                      <a:lnTo>
                        <a:pt x="46" y="76"/>
                      </a:lnTo>
                      <a:lnTo>
                        <a:pt x="48" y="76"/>
                      </a:lnTo>
                      <a:lnTo>
                        <a:pt x="44" y="76"/>
                      </a:lnTo>
                      <a:lnTo>
                        <a:pt x="44" y="74"/>
                      </a:lnTo>
                      <a:lnTo>
                        <a:pt x="42" y="74"/>
                      </a:lnTo>
                      <a:lnTo>
                        <a:pt x="42" y="72"/>
                      </a:lnTo>
                      <a:lnTo>
                        <a:pt x="44" y="72"/>
                      </a:lnTo>
                      <a:lnTo>
                        <a:pt x="42" y="72"/>
                      </a:lnTo>
                      <a:lnTo>
                        <a:pt x="44" y="64"/>
                      </a:lnTo>
                      <a:lnTo>
                        <a:pt x="44" y="62"/>
                      </a:lnTo>
                      <a:lnTo>
                        <a:pt x="44" y="64"/>
                      </a:lnTo>
                      <a:lnTo>
                        <a:pt x="44" y="56"/>
                      </a:lnTo>
                      <a:lnTo>
                        <a:pt x="42" y="54"/>
                      </a:lnTo>
                      <a:lnTo>
                        <a:pt x="38" y="50"/>
                      </a:lnTo>
                      <a:lnTo>
                        <a:pt x="32" y="52"/>
                      </a:lnTo>
                      <a:lnTo>
                        <a:pt x="26" y="52"/>
                      </a:lnTo>
                      <a:lnTo>
                        <a:pt x="18" y="50"/>
                      </a:lnTo>
                      <a:lnTo>
                        <a:pt x="16" y="40"/>
                      </a:lnTo>
                      <a:lnTo>
                        <a:pt x="16" y="34"/>
                      </a:lnTo>
                      <a:lnTo>
                        <a:pt x="18" y="30"/>
                      </a:lnTo>
                      <a:lnTo>
                        <a:pt x="12" y="26"/>
                      </a:lnTo>
                      <a:lnTo>
                        <a:pt x="14" y="26"/>
                      </a:lnTo>
                      <a:lnTo>
                        <a:pt x="18" y="24"/>
                      </a:lnTo>
                      <a:lnTo>
                        <a:pt x="20" y="24"/>
                      </a:lnTo>
                      <a:lnTo>
                        <a:pt x="26" y="20"/>
                      </a:lnTo>
                      <a:lnTo>
                        <a:pt x="30" y="14"/>
                      </a:lnTo>
                      <a:lnTo>
                        <a:pt x="32" y="10"/>
                      </a:lnTo>
                      <a:lnTo>
                        <a:pt x="34" y="10"/>
                      </a:lnTo>
                      <a:lnTo>
                        <a:pt x="36" y="8"/>
                      </a:lnTo>
                      <a:lnTo>
                        <a:pt x="42" y="8"/>
                      </a:lnTo>
                      <a:lnTo>
                        <a:pt x="46" y="6"/>
                      </a:lnTo>
                      <a:lnTo>
                        <a:pt x="46" y="4"/>
                      </a:lnTo>
                      <a:lnTo>
                        <a:pt x="46" y="0"/>
                      </a:lnTo>
                      <a:lnTo>
                        <a:pt x="48" y="4"/>
                      </a:lnTo>
                      <a:lnTo>
                        <a:pt x="48" y="2"/>
                      </a:lnTo>
                      <a:lnTo>
                        <a:pt x="48" y="4"/>
                      </a:lnTo>
                      <a:lnTo>
                        <a:pt x="48" y="2"/>
                      </a:lnTo>
                      <a:lnTo>
                        <a:pt x="50" y="8"/>
                      </a:lnTo>
                      <a:lnTo>
                        <a:pt x="50" y="6"/>
                      </a:lnTo>
                      <a:lnTo>
                        <a:pt x="50" y="8"/>
                      </a:lnTo>
                      <a:lnTo>
                        <a:pt x="52" y="6"/>
                      </a:lnTo>
                      <a:lnTo>
                        <a:pt x="52" y="4"/>
                      </a:lnTo>
                      <a:lnTo>
                        <a:pt x="54" y="6"/>
                      </a:lnTo>
                      <a:lnTo>
                        <a:pt x="62" y="10"/>
                      </a:lnTo>
                      <a:lnTo>
                        <a:pt x="58" y="14"/>
                      </a:lnTo>
                      <a:lnTo>
                        <a:pt x="58" y="16"/>
                      </a:lnTo>
                      <a:lnTo>
                        <a:pt x="58" y="22"/>
                      </a:lnTo>
                      <a:lnTo>
                        <a:pt x="62" y="26"/>
                      </a:lnTo>
                      <a:lnTo>
                        <a:pt x="66" y="28"/>
                      </a:lnTo>
                      <a:lnTo>
                        <a:pt x="68" y="26"/>
                      </a:lnTo>
                      <a:lnTo>
                        <a:pt x="66" y="20"/>
                      </a:lnTo>
                      <a:lnTo>
                        <a:pt x="64" y="16"/>
                      </a:lnTo>
                      <a:lnTo>
                        <a:pt x="60" y="16"/>
                      </a:lnTo>
                      <a:lnTo>
                        <a:pt x="62" y="14"/>
                      </a:lnTo>
                      <a:lnTo>
                        <a:pt x="66" y="12"/>
                      </a:lnTo>
                      <a:lnTo>
                        <a:pt x="62" y="10"/>
                      </a:lnTo>
                      <a:lnTo>
                        <a:pt x="66" y="10"/>
                      </a:lnTo>
                      <a:lnTo>
                        <a:pt x="68" y="10"/>
                      </a:lnTo>
                      <a:lnTo>
                        <a:pt x="68" y="12"/>
                      </a:lnTo>
                      <a:lnTo>
                        <a:pt x="70" y="14"/>
                      </a:lnTo>
                      <a:lnTo>
                        <a:pt x="70" y="16"/>
                      </a:lnTo>
                      <a:lnTo>
                        <a:pt x="68" y="18"/>
                      </a:lnTo>
                      <a:lnTo>
                        <a:pt x="70" y="16"/>
                      </a:lnTo>
                      <a:lnTo>
                        <a:pt x="80" y="26"/>
                      </a:lnTo>
                      <a:lnTo>
                        <a:pt x="88" y="30"/>
                      </a:lnTo>
                      <a:lnTo>
                        <a:pt x="90" y="34"/>
                      </a:lnTo>
                      <a:lnTo>
                        <a:pt x="90" y="38"/>
                      </a:lnTo>
                      <a:lnTo>
                        <a:pt x="86" y="50"/>
                      </a:lnTo>
                      <a:lnTo>
                        <a:pt x="86" y="52"/>
                      </a:lnTo>
                      <a:lnTo>
                        <a:pt x="90" y="52"/>
                      </a:lnTo>
                      <a:lnTo>
                        <a:pt x="92" y="52"/>
                      </a:lnTo>
                      <a:lnTo>
                        <a:pt x="98" y="60"/>
                      </a:lnTo>
                      <a:lnTo>
                        <a:pt x="100" y="62"/>
                      </a:lnTo>
                      <a:lnTo>
                        <a:pt x="102" y="64"/>
                      </a:lnTo>
                      <a:lnTo>
                        <a:pt x="102" y="66"/>
                      </a:lnTo>
                      <a:lnTo>
                        <a:pt x="98" y="72"/>
                      </a:lnTo>
                      <a:lnTo>
                        <a:pt x="94" y="72"/>
                      </a:lnTo>
                      <a:lnTo>
                        <a:pt x="94" y="66"/>
                      </a:lnTo>
                      <a:lnTo>
                        <a:pt x="92" y="64"/>
                      </a:lnTo>
                      <a:lnTo>
                        <a:pt x="90" y="62"/>
                      </a:lnTo>
                      <a:lnTo>
                        <a:pt x="88" y="62"/>
                      </a:lnTo>
                      <a:lnTo>
                        <a:pt x="86" y="64"/>
                      </a:lnTo>
                      <a:lnTo>
                        <a:pt x="84" y="66"/>
                      </a:lnTo>
                      <a:lnTo>
                        <a:pt x="86" y="70"/>
                      </a:lnTo>
                      <a:lnTo>
                        <a:pt x="88" y="74"/>
                      </a:lnTo>
                      <a:lnTo>
                        <a:pt x="90" y="74"/>
                      </a:lnTo>
                      <a:lnTo>
                        <a:pt x="88" y="76"/>
                      </a:lnTo>
                      <a:lnTo>
                        <a:pt x="90" y="76"/>
                      </a:lnTo>
                      <a:lnTo>
                        <a:pt x="88" y="76"/>
                      </a:lnTo>
                      <a:lnTo>
                        <a:pt x="94" y="82"/>
                      </a:lnTo>
                      <a:lnTo>
                        <a:pt x="94" y="88"/>
                      </a:lnTo>
                      <a:lnTo>
                        <a:pt x="92" y="90"/>
                      </a:lnTo>
                      <a:lnTo>
                        <a:pt x="88" y="96"/>
                      </a:lnTo>
                      <a:lnTo>
                        <a:pt x="82" y="104"/>
                      </a:lnTo>
                      <a:lnTo>
                        <a:pt x="78" y="110"/>
                      </a:lnTo>
                      <a:lnTo>
                        <a:pt x="78" y="114"/>
                      </a:lnTo>
                      <a:lnTo>
                        <a:pt x="80" y="116"/>
                      </a:lnTo>
                      <a:close/>
                      <a:moveTo>
                        <a:pt x="42" y="148"/>
                      </a:moveTo>
                      <a:lnTo>
                        <a:pt x="42" y="148"/>
                      </a:lnTo>
                      <a:lnTo>
                        <a:pt x="40" y="146"/>
                      </a:lnTo>
                      <a:lnTo>
                        <a:pt x="38" y="146"/>
                      </a:lnTo>
                      <a:lnTo>
                        <a:pt x="36" y="148"/>
                      </a:lnTo>
                      <a:lnTo>
                        <a:pt x="42" y="150"/>
                      </a:lnTo>
                      <a:lnTo>
                        <a:pt x="42" y="148"/>
                      </a:lnTo>
                      <a:close/>
                      <a:moveTo>
                        <a:pt x="36" y="148"/>
                      </a:moveTo>
                      <a:lnTo>
                        <a:pt x="36" y="148"/>
                      </a:lnTo>
                      <a:lnTo>
                        <a:pt x="36" y="150"/>
                      </a:lnTo>
                      <a:lnTo>
                        <a:pt x="36" y="148"/>
                      </a:lnTo>
                      <a:close/>
                      <a:moveTo>
                        <a:pt x="92" y="84"/>
                      </a:moveTo>
                      <a:lnTo>
                        <a:pt x="92" y="84"/>
                      </a:lnTo>
                      <a:lnTo>
                        <a:pt x="92" y="86"/>
                      </a:lnTo>
                      <a:lnTo>
                        <a:pt x="92" y="84"/>
                      </a:lnTo>
                      <a:close/>
                      <a:moveTo>
                        <a:pt x="18" y="44"/>
                      </a:moveTo>
                      <a:lnTo>
                        <a:pt x="18" y="44"/>
                      </a:lnTo>
                      <a:lnTo>
                        <a:pt x="14" y="42"/>
                      </a:lnTo>
                      <a:lnTo>
                        <a:pt x="12" y="44"/>
                      </a:lnTo>
                      <a:lnTo>
                        <a:pt x="14" y="48"/>
                      </a:lnTo>
                      <a:lnTo>
                        <a:pt x="18" y="48"/>
                      </a:lnTo>
                      <a:lnTo>
                        <a:pt x="18" y="46"/>
                      </a:lnTo>
                      <a:lnTo>
                        <a:pt x="18" y="44"/>
                      </a:lnTo>
                      <a:close/>
                      <a:moveTo>
                        <a:pt x="20" y="54"/>
                      </a:moveTo>
                      <a:lnTo>
                        <a:pt x="20" y="54"/>
                      </a:lnTo>
                      <a:lnTo>
                        <a:pt x="18" y="54"/>
                      </a:lnTo>
                      <a:lnTo>
                        <a:pt x="18" y="56"/>
                      </a:lnTo>
                      <a:lnTo>
                        <a:pt x="20" y="60"/>
                      </a:lnTo>
                      <a:lnTo>
                        <a:pt x="20" y="58"/>
                      </a:lnTo>
                      <a:lnTo>
                        <a:pt x="22" y="56"/>
                      </a:lnTo>
                      <a:lnTo>
                        <a:pt x="24" y="54"/>
                      </a:lnTo>
                      <a:lnTo>
                        <a:pt x="20" y="54"/>
                      </a:lnTo>
                      <a:close/>
                      <a:moveTo>
                        <a:pt x="28" y="14"/>
                      </a:moveTo>
                      <a:lnTo>
                        <a:pt x="28" y="14"/>
                      </a:lnTo>
                      <a:lnTo>
                        <a:pt x="26" y="18"/>
                      </a:lnTo>
                      <a:lnTo>
                        <a:pt x="28" y="18"/>
                      </a:lnTo>
                      <a:lnTo>
                        <a:pt x="28" y="14"/>
                      </a:lnTo>
                      <a:close/>
                      <a:moveTo>
                        <a:pt x="42" y="206"/>
                      </a:moveTo>
                      <a:lnTo>
                        <a:pt x="42" y="206"/>
                      </a:lnTo>
                      <a:lnTo>
                        <a:pt x="44" y="204"/>
                      </a:lnTo>
                      <a:lnTo>
                        <a:pt x="42" y="204"/>
                      </a:lnTo>
                      <a:lnTo>
                        <a:pt x="40" y="204"/>
                      </a:lnTo>
                      <a:lnTo>
                        <a:pt x="34" y="208"/>
                      </a:lnTo>
                      <a:lnTo>
                        <a:pt x="36" y="208"/>
                      </a:lnTo>
                      <a:lnTo>
                        <a:pt x="38" y="208"/>
                      </a:lnTo>
                      <a:lnTo>
                        <a:pt x="38" y="206"/>
                      </a:lnTo>
                      <a:lnTo>
                        <a:pt x="40" y="206"/>
                      </a:lnTo>
                      <a:lnTo>
                        <a:pt x="42" y="206"/>
                      </a:lnTo>
                      <a:close/>
                    </a:path>
                  </a:pathLst>
                </a:custGeom>
                <a:solidFill>
                  <a:srgbClr val="265117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" name="AutoShape 37">
                <a:extLst>
                  <a:ext uri="{FF2B5EF4-FFF2-40B4-BE49-F238E27FC236}">
                    <a16:creationId xmlns:a16="http://schemas.microsoft.com/office/drawing/2014/main" id="{405784CB-B2F2-6A27-8014-919C7F13B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45282" y="5962455"/>
                <a:ext cx="232145" cy="285185"/>
              </a:xfrm>
              <a:custGeom>
                <a:avLst/>
                <a:gdLst>
                  <a:gd name="T0" fmla="*/ 2147483647 w 198"/>
                  <a:gd name="T1" fmla="*/ 2147483647 h 244"/>
                  <a:gd name="T2" fmla="*/ 2147483647 w 198"/>
                  <a:gd name="T3" fmla="*/ 2147483647 h 244"/>
                  <a:gd name="T4" fmla="*/ 2147483647 w 198"/>
                  <a:gd name="T5" fmla="*/ 2147483647 h 244"/>
                  <a:gd name="T6" fmla="*/ 2147483647 w 198"/>
                  <a:gd name="T7" fmla="*/ 2147483647 h 244"/>
                  <a:gd name="T8" fmla="*/ 2147483647 w 198"/>
                  <a:gd name="T9" fmla="*/ 2147483647 h 244"/>
                  <a:gd name="T10" fmla="*/ 2147483647 w 198"/>
                  <a:gd name="T11" fmla="*/ 2147483647 h 244"/>
                  <a:gd name="T12" fmla="*/ 2147483647 w 198"/>
                  <a:gd name="T13" fmla="*/ 2147483647 h 244"/>
                  <a:gd name="T14" fmla="*/ 2147483647 w 198"/>
                  <a:gd name="T15" fmla="*/ 2147483647 h 244"/>
                  <a:gd name="T16" fmla="*/ 2147483647 w 198"/>
                  <a:gd name="T17" fmla="*/ 2147483647 h 244"/>
                  <a:gd name="T18" fmla="*/ 2147483647 w 198"/>
                  <a:gd name="T19" fmla="*/ 2147483647 h 244"/>
                  <a:gd name="T20" fmla="*/ 2147483647 w 198"/>
                  <a:gd name="T21" fmla="*/ 2147483647 h 244"/>
                  <a:gd name="T22" fmla="*/ 2147483647 w 198"/>
                  <a:gd name="T23" fmla="*/ 2147483647 h 244"/>
                  <a:gd name="T24" fmla="*/ 2147483647 w 198"/>
                  <a:gd name="T25" fmla="*/ 2147483647 h 244"/>
                  <a:gd name="T26" fmla="*/ 2147483647 w 198"/>
                  <a:gd name="T27" fmla="*/ 2147483647 h 244"/>
                  <a:gd name="T28" fmla="*/ 2147483647 w 198"/>
                  <a:gd name="T29" fmla="*/ 2147483647 h 244"/>
                  <a:gd name="T30" fmla="*/ 2147483647 w 198"/>
                  <a:gd name="T31" fmla="*/ 2147483647 h 244"/>
                  <a:gd name="T32" fmla="*/ 2147483647 w 198"/>
                  <a:gd name="T33" fmla="*/ 2147483647 h 244"/>
                  <a:gd name="T34" fmla="*/ 2147483647 w 198"/>
                  <a:gd name="T35" fmla="*/ 2147483647 h 244"/>
                  <a:gd name="T36" fmla="*/ 2147483647 w 198"/>
                  <a:gd name="T37" fmla="*/ 2147483647 h 244"/>
                  <a:gd name="T38" fmla="*/ 2147483647 w 198"/>
                  <a:gd name="T39" fmla="*/ 2147483647 h 244"/>
                  <a:gd name="T40" fmla="*/ 2147483647 w 198"/>
                  <a:gd name="T41" fmla="*/ 2147483647 h 244"/>
                  <a:gd name="T42" fmla="*/ 2147483647 w 198"/>
                  <a:gd name="T43" fmla="*/ 2147483647 h 244"/>
                  <a:gd name="T44" fmla="*/ 2147483647 w 198"/>
                  <a:gd name="T45" fmla="*/ 2147483647 h 244"/>
                  <a:gd name="T46" fmla="*/ 2147483647 w 198"/>
                  <a:gd name="T47" fmla="*/ 2147483647 h 244"/>
                  <a:gd name="T48" fmla="*/ 2147483647 w 198"/>
                  <a:gd name="T49" fmla="*/ 2147483647 h 244"/>
                  <a:gd name="T50" fmla="*/ 2147483647 w 198"/>
                  <a:gd name="T51" fmla="*/ 2147483647 h 244"/>
                  <a:gd name="T52" fmla="*/ 2147483647 w 198"/>
                  <a:gd name="T53" fmla="*/ 2147483647 h 244"/>
                  <a:gd name="T54" fmla="*/ 2147483647 w 198"/>
                  <a:gd name="T55" fmla="*/ 2147483647 h 244"/>
                  <a:gd name="T56" fmla="*/ 2147483647 w 198"/>
                  <a:gd name="T57" fmla="*/ 2147483647 h 244"/>
                  <a:gd name="T58" fmla="*/ 2147483647 w 198"/>
                  <a:gd name="T59" fmla="*/ 2147483647 h 244"/>
                  <a:gd name="T60" fmla="*/ 2147483647 w 198"/>
                  <a:gd name="T61" fmla="*/ 2147483647 h 244"/>
                  <a:gd name="T62" fmla="*/ 2147483647 w 198"/>
                  <a:gd name="T63" fmla="*/ 2147483647 h 244"/>
                  <a:gd name="T64" fmla="*/ 2147483647 w 198"/>
                  <a:gd name="T65" fmla="*/ 0 h 244"/>
                  <a:gd name="T66" fmla="*/ 2147483647 w 198"/>
                  <a:gd name="T67" fmla="*/ 2147483647 h 244"/>
                  <a:gd name="T68" fmla="*/ 2147483647 w 198"/>
                  <a:gd name="T69" fmla="*/ 2147483647 h 244"/>
                  <a:gd name="T70" fmla="*/ 2147483647 w 198"/>
                  <a:gd name="T71" fmla="*/ 2147483647 h 244"/>
                  <a:gd name="T72" fmla="*/ 2147483647 w 198"/>
                  <a:gd name="T73" fmla="*/ 2147483647 h 244"/>
                  <a:gd name="T74" fmla="*/ 2147483647 w 198"/>
                  <a:gd name="T75" fmla="*/ 2147483647 h 244"/>
                  <a:gd name="T76" fmla="*/ 2147483647 w 198"/>
                  <a:gd name="T77" fmla="*/ 2147483647 h 244"/>
                  <a:gd name="T78" fmla="*/ 2147483647 w 198"/>
                  <a:gd name="T79" fmla="*/ 2147483647 h 244"/>
                  <a:gd name="T80" fmla="*/ 2147483647 w 198"/>
                  <a:gd name="T81" fmla="*/ 2147483647 h 244"/>
                  <a:gd name="T82" fmla="*/ 2147483647 w 198"/>
                  <a:gd name="T83" fmla="*/ 2147483647 h 244"/>
                  <a:gd name="T84" fmla="*/ 2147483647 w 198"/>
                  <a:gd name="T85" fmla="*/ 2147483647 h 244"/>
                  <a:gd name="T86" fmla="*/ 2147483647 w 198"/>
                  <a:gd name="T87" fmla="*/ 2147483647 h 244"/>
                  <a:gd name="T88" fmla="*/ 2147483647 w 198"/>
                  <a:gd name="T89" fmla="*/ 2147483647 h 244"/>
                  <a:gd name="T90" fmla="*/ 2147483647 w 198"/>
                  <a:gd name="T91" fmla="*/ 2147483647 h 244"/>
                  <a:gd name="T92" fmla="*/ 2147483647 w 198"/>
                  <a:gd name="T93" fmla="*/ 2147483647 h 244"/>
                  <a:gd name="T94" fmla="*/ 2147483647 w 198"/>
                  <a:gd name="T95" fmla="*/ 2147483647 h 244"/>
                  <a:gd name="T96" fmla="*/ 2147483647 w 198"/>
                  <a:gd name="T97" fmla="*/ 2147483647 h 244"/>
                  <a:gd name="T98" fmla="*/ 2147483647 w 198"/>
                  <a:gd name="T99" fmla="*/ 2147483647 h 244"/>
                  <a:gd name="T100" fmla="*/ 2147483647 w 198"/>
                  <a:gd name="T101" fmla="*/ 2147483647 h 244"/>
                  <a:gd name="T102" fmla="*/ 2147483647 w 198"/>
                  <a:gd name="T103" fmla="*/ 2147483647 h 244"/>
                  <a:gd name="T104" fmla="*/ 2147483647 w 198"/>
                  <a:gd name="T105" fmla="*/ 2147483647 h 244"/>
                  <a:gd name="T106" fmla="*/ 2147483647 w 198"/>
                  <a:gd name="T107" fmla="*/ 2147483647 h 244"/>
                  <a:gd name="T108" fmla="*/ 2147483647 w 198"/>
                  <a:gd name="T109" fmla="*/ 2147483647 h 244"/>
                  <a:gd name="T110" fmla="*/ 2147483647 w 198"/>
                  <a:gd name="T111" fmla="*/ 2147483647 h 244"/>
                  <a:gd name="T112" fmla="*/ 2147483647 w 198"/>
                  <a:gd name="T113" fmla="*/ 2147483647 h 244"/>
                  <a:gd name="T114" fmla="*/ 0 w 198"/>
                  <a:gd name="T115" fmla="*/ 0 h 244"/>
                  <a:gd name="T116" fmla="*/ 198 w 198"/>
                  <a:gd name="T1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T114" t="T115" r="T116" b="T117"/>
                <a:pathLst>
                  <a:path w="198" h="244">
                    <a:moveTo>
                      <a:pt x="82" y="186"/>
                    </a:moveTo>
                    <a:lnTo>
                      <a:pt x="82" y="186"/>
                    </a:lnTo>
                    <a:lnTo>
                      <a:pt x="82" y="188"/>
                    </a:lnTo>
                    <a:lnTo>
                      <a:pt x="80" y="190"/>
                    </a:lnTo>
                    <a:lnTo>
                      <a:pt x="74" y="190"/>
                    </a:lnTo>
                    <a:lnTo>
                      <a:pt x="78" y="188"/>
                    </a:lnTo>
                    <a:lnTo>
                      <a:pt x="82" y="186"/>
                    </a:lnTo>
                    <a:close/>
                    <a:moveTo>
                      <a:pt x="68" y="192"/>
                    </a:moveTo>
                    <a:lnTo>
                      <a:pt x="68" y="192"/>
                    </a:lnTo>
                    <a:lnTo>
                      <a:pt x="32" y="194"/>
                    </a:lnTo>
                    <a:lnTo>
                      <a:pt x="14" y="198"/>
                    </a:lnTo>
                    <a:lnTo>
                      <a:pt x="6" y="200"/>
                    </a:lnTo>
                    <a:lnTo>
                      <a:pt x="2" y="202"/>
                    </a:lnTo>
                    <a:lnTo>
                      <a:pt x="0" y="206"/>
                    </a:lnTo>
                    <a:lnTo>
                      <a:pt x="2" y="206"/>
                    </a:lnTo>
                    <a:lnTo>
                      <a:pt x="4" y="208"/>
                    </a:lnTo>
                    <a:lnTo>
                      <a:pt x="4" y="212"/>
                    </a:lnTo>
                    <a:lnTo>
                      <a:pt x="6" y="212"/>
                    </a:lnTo>
                    <a:lnTo>
                      <a:pt x="8" y="210"/>
                    </a:lnTo>
                    <a:lnTo>
                      <a:pt x="8" y="212"/>
                    </a:lnTo>
                    <a:lnTo>
                      <a:pt x="10" y="216"/>
                    </a:lnTo>
                    <a:lnTo>
                      <a:pt x="12" y="212"/>
                    </a:lnTo>
                    <a:lnTo>
                      <a:pt x="14" y="212"/>
                    </a:lnTo>
                    <a:lnTo>
                      <a:pt x="16" y="212"/>
                    </a:lnTo>
                    <a:lnTo>
                      <a:pt x="18" y="214"/>
                    </a:lnTo>
                    <a:lnTo>
                      <a:pt x="18" y="216"/>
                    </a:lnTo>
                    <a:lnTo>
                      <a:pt x="16" y="218"/>
                    </a:lnTo>
                    <a:lnTo>
                      <a:pt x="16" y="220"/>
                    </a:lnTo>
                    <a:lnTo>
                      <a:pt x="20" y="220"/>
                    </a:lnTo>
                    <a:lnTo>
                      <a:pt x="22" y="218"/>
                    </a:lnTo>
                    <a:lnTo>
                      <a:pt x="24" y="218"/>
                    </a:lnTo>
                    <a:lnTo>
                      <a:pt x="28" y="218"/>
                    </a:lnTo>
                    <a:lnTo>
                      <a:pt x="32" y="224"/>
                    </a:lnTo>
                    <a:lnTo>
                      <a:pt x="32" y="218"/>
                    </a:lnTo>
                    <a:lnTo>
                      <a:pt x="36" y="218"/>
                    </a:lnTo>
                    <a:lnTo>
                      <a:pt x="38" y="218"/>
                    </a:lnTo>
                    <a:lnTo>
                      <a:pt x="38" y="216"/>
                    </a:lnTo>
                    <a:lnTo>
                      <a:pt x="40" y="216"/>
                    </a:lnTo>
                    <a:lnTo>
                      <a:pt x="44" y="218"/>
                    </a:lnTo>
                    <a:lnTo>
                      <a:pt x="46" y="222"/>
                    </a:lnTo>
                    <a:lnTo>
                      <a:pt x="48" y="222"/>
                    </a:lnTo>
                    <a:lnTo>
                      <a:pt x="50" y="218"/>
                    </a:lnTo>
                    <a:lnTo>
                      <a:pt x="52" y="216"/>
                    </a:lnTo>
                    <a:lnTo>
                      <a:pt x="54" y="216"/>
                    </a:lnTo>
                    <a:lnTo>
                      <a:pt x="56" y="212"/>
                    </a:lnTo>
                    <a:lnTo>
                      <a:pt x="58" y="216"/>
                    </a:lnTo>
                    <a:lnTo>
                      <a:pt x="70" y="214"/>
                    </a:lnTo>
                    <a:lnTo>
                      <a:pt x="72" y="210"/>
                    </a:lnTo>
                    <a:lnTo>
                      <a:pt x="74" y="210"/>
                    </a:lnTo>
                    <a:lnTo>
                      <a:pt x="76" y="210"/>
                    </a:lnTo>
                    <a:lnTo>
                      <a:pt x="78" y="208"/>
                    </a:lnTo>
                    <a:lnTo>
                      <a:pt x="78" y="212"/>
                    </a:lnTo>
                    <a:lnTo>
                      <a:pt x="76" y="214"/>
                    </a:lnTo>
                    <a:lnTo>
                      <a:pt x="66" y="220"/>
                    </a:lnTo>
                    <a:lnTo>
                      <a:pt x="52" y="224"/>
                    </a:lnTo>
                    <a:lnTo>
                      <a:pt x="44" y="224"/>
                    </a:lnTo>
                    <a:lnTo>
                      <a:pt x="34" y="226"/>
                    </a:lnTo>
                    <a:lnTo>
                      <a:pt x="28" y="230"/>
                    </a:lnTo>
                    <a:lnTo>
                      <a:pt x="26" y="230"/>
                    </a:lnTo>
                    <a:lnTo>
                      <a:pt x="28" y="232"/>
                    </a:lnTo>
                    <a:lnTo>
                      <a:pt x="32" y="234"/>
                    </a:lnTo>
                    <a:lnTo>
                      <a:pt x="30" y="236"/>
                    </a:lnTo>
                    <a:lnTo>
                      <a:pt x="28" y="238"/>
                    </a:lnTo>
                    <a:lnTo>
                      <a:pt x="74" y="240"/>
                    </a:lnTo>
                    <a:lnTo>
                      <a:pt x="78" y="232"/>
                    </a:lnTo>
                    <a:lnTo>
                      <a:pt x="84" y="226"/>
                    </a:lnTo>
                    <a:lnTo>
                      <a:pt x="80" y="234"/>
                    </a:lnTo>
                    <a:lnTo>
                      <a:pt x="78" y="232"/>
                    </a:lnTo>
                    <a:lnTo>
                      <a:pt x="78" y="236"/>
                    </a:lnTo>
                    <a:lnTo>
                      <a:pt x="78" y="240"/>
                    </a:lnTo>
                    <a:lnTo>
                      <a:pt x="124" y="240"/>
                    </a:lnTo>
                    <a:lnTo>
                      <a:pt x="146" y="240"/>
                    </a:lnTo>
                    <a:lnTo>
                      <a:pt x="170" y="244"/>
                    </a:lnTo>
                    <a:lnTo>
                      <a:pt x="174" y="240"/>
                    </a:lnTo>
                    <a:lnTo>
                      <a:pt x="178" y="236"/>
                    </a:lnTo>
                    <a:lnTo>
                      <a:pt x="178" y="232"/>
                    </a:lnTo>
                    <a:lnTo>
                      <a:pt x="174" y="226"/>
                    </a:lnTo>
                    <a:lnTo>
                      <a:pt x="172" y="224"/>
                    </a:lnTo>
                    <a:lnTo>
                      <a:pt x="174" y="224"/>
                    </a:lnTo>
                    <a:lnTo>
                      <a:pt x="180" y="222"/>
                    </a:lnTo>
                    <a:lnTo>
                      <a:pt x="194" y="222"/>
                    </a:lnTo>
                    <a:lnTo>
                      <a:pt x="198" y="220"/>
                    </a:lnTo>
                    <a:lnTo>
                      <a:pt x="198" y="218"/>
                    </a:lnTo>
                    <a:lnTo>
                      <a:pt x="186" y="212"/>
                    </a:lnTo>
                    <a:lnTo>
                      <a:pt x="172" y="206"/>
                    </a:lnTo>
                    <a:lnTo>
                      <a:pt x="170" y="204"/>
                    </a:lnTo>
                    <a:lnTo>
                      <a:pt x="172" y="202"/>
                    </a:lnTo>
                    <a:lnTo>
                      <a:pt x="184" y="200"/>
                    </a:lnTo>
                    <a:lnTo>
                      <a:pt x="190" y="198"/>
                    </a:lnTo>
                    <a:lnTo>
                      <a:pt x="190" y="196"/>
                    </a:lnTo>
                    <a:lnTo>
                      <a:pt x="188" y="196"/>
                    </a:lnTo>
                    <a:lnTo>
                      <a:pt x="178" y="190"/>
                    </a:lnTo>
                    <a:lnTo>
                      <a:pt x="174" y="186"/>
                    </a:lnTo>
                    <a:lnTo>
                      <a:pt x="170" y="182"/>
                    </a:lnTo>
                    <a:lnTo>
                      <a:pt x="170" y="180"/>
                    </a:lnTo>
                    <a:lnTo>
                      <a:pt x="172" y="178"/>
                    </a:lnTo>
                    <a:lnTo>
                      <a:pt x="178" y="176"/>
                    </a:lnTo>
                    <a:lnTo>
                      <a:pt x="186" y="174"/>
                    </a:lnTo>
                    <a:lnTo>
                      <a:pt x="188" y="172"/>
                    </a:lnTo>
                    <a:lnTo>
                      <a:pt x="186" y="170"/>
                    </a:lnTo>
                    <a:lnTo>
                      <a:pt x="178" y="164"/>
                    </a:lnTo>
                    <a:lnTo>
                      <a:pt x="158" y="156"/>
                    </a:lnTo>
                    <a:lnTo>
                      <a:pt x="148" y="150"/>
                    </a:lnTo>
                    <a:lnTo>
                      <a:pt x="146" y="148"/>
                    </a:lnTo>
                    <a:lnTo>
                      <a:pt x="158" y="148"/>
                    </a:lnTo>
                    <a:lnTo>
                      <a:pt x="160" y="148"/>
                    </a:lnTo>
                    <a:lnTo>
                      <a:pt x="158" y="144"/>
                    </a:lnTo>
                    <a:lnTo>
                      <a:pt x="152" y="140"/>
                    </a:lnTo>
                    <a:lnTo>
                      <a:pt x="156" y="140"/>
                    </a:lnTo>
                    <a:lnTo>
                      <a:pt x="158" y="140"/>
                    </a:lnTo>
                    <a:lnTo>
                      <a:pt x="160" y="138"/>
                    </a:lnTo>
                    <a:lnTo>
                      <a:pt x="160" y="136"/>
                    </a:lnTo>
                    <a:lnTo>
                      <a:pt x="158" y="132"/>
                    </a:lnTo>
                    <a:lnTo>
                      <a:pt x="148" y="126"/>
                    </a:lnTo>
                    <a:lnTo>
                      <a:pt x="124" y="110"/>
                    </a:lnTo>
                    <a:lnTo>
                      <a:pt x="128" y="110"/>
                    </a:lnTo>
                    <a:lnTo>
                      <a:pt x="132" y="110"/>
                    </a:lnTo>
                    <a:lnTo>
                      <a:pt x="132" y="106"/>
                    </a:lnTo>
                    <a:lnTo>
                      <a:pt x="136" y="106"/>
                    </a:lnTo>
                    <a:lnTo>
                      <a:pt x="140" y="106"/>
                    </a:lnTo>
                    <a:lnTo>
                      <a:pt x="142" y="104"/>
                    </a:lnTo>
                    <a:lnTo>
                      <a:pt x="142" y="102"/>
                    </a:lnTo>
                    <a:lnTo>
                      <a:pt x="142" y="98"/>
                    </a:lnTo>
                    <a:lnTo>
                      <a:pt x="140" y="96"/>
                    </a:lnTo>
                    <a:lnTo>
                      <a:pt x="136" y="94"/>
                    </a:lnTo>
                    <a:lnTo>
                      <a:pt x="130" y="92"/>
                    </a:lnTo>
                    <a:lnTo>
                      <a:pt x="116" y="88"/>
                    </a:lnTo>
                    <a:lnTo>
                      <a:pt x="112" y="82"/>
                    </a:lnTo>
                    <a:lnTo>
                      <a:pt x="110" y="82"/>
                    </a:lnTo>
                    <a:lnTo>
                      <a:pt x="112" y="80"/>
                    </a:lnTo>
                    <a:lnTo>
                      <a:pt x="116" y="80"/>
                    </a:lnTo>
                    <a:lnTo>
                      <a:pt x="118" y="80"/>
                    </a:lnTo>
                    <a:lnTo>
                      <a:pt x="124" y="84"/>
                    </a:lnTo>
                    <a:lnTo>
                      <a:pt x="128" y="86"/>
                    </a:lnTo>
                    <a:lnTo>
                      <a:pt x="128" y="84"/>
                    </a:lnTo>
                    <a:lnTo>
                      <a:pt x="126" y="80"/>
                    </a:lnTo>
                    <a:lnTo>
                      <a:pt x="128" y="80"/>
                    </a:lnTo>
                    <a:lnTo>
                      <a:pt x="130" y="78"/>
                    </a:lnTo>
                    <a:lnTo>
                      <a:pt x="132" y="76"/>
                    </a:lnTo>
                    <a:lnTo>
                      <a:pt x="128" y="72"/>
                    </a:lnTo>
                    <a:lnTo>
                      <a:pt x="128" y="70"/>
                    </a:lnTo>
                    <a:lnTo>
                      <a:pt x="130" y="70"/>
                    </a:lnTo>
                    <a:lnTo>
                      <a:pt x="136" y="68"/>
                    </a:lnTo>
                    <a:lnTo>
                      <a:pt x="138" y="66"/>
                    </a:lnTo>
                    <a:lnTo>
                      <a:pt x="134" y="64"/>
                    </a:lnTo>
                    <a:lnTo>
                      <a:pt x="124" y="64"/>
                    </a:lnTo>
                    <a:lnTo>
                      <a:pt x="120" y="64"/>
                    </a:lnTo>
                    <a:lnTo>
                      <a:pt x="114" y="62"/>
                    </a:lnTo>
                    <a:lnTo>
                      <a:pt x="104" y="60"/>
                    </a:lnTo>
                    <a:lnTo>
                      <a:pt x="102" y="58"/>
                    </a:lnTo>
                    <a:lnTo>
                      <a:pt x="106" y="56"/>
                    </a:lnTo>
                    <a:lnTo>
                      <a:pt x="112" y="52"/>
                    </a:lnTo>
                    <a:lnTo>
                      <a:pt x="118" y="48"/>
                    </a:lnTo>
                    <a:lnTo>
                      <a:pt x="118" y="44"/>
                    </a:lnTo>
                    <a:lnTo>
                      <a:pt x="116" y="42"/>
                    </a:lnTo>
                    <a:lnTo>
                      <a:pt x="114" y="40"/>
                    </a:lnTo>
                    <a:lnTo>
                      <a:pt x="114" y="38"/>
                    </a:lnTo>
                    <a:lnTo>
                      <a:pt x="114" y="32"/>
                    </a:lnTo>
                    <a:lnTo>
                      <a:pt x="108" y="36"/>
                    </a:lnTo>
                    <a:lnTo>
                      <a:pt x="106" y="38"/>
                    </a:lnTo>
                    <a:lnTo>
                      <a:pt x="106" y="36"/>
                    </a:lnTo>
                    <a:lnTo>
                      <a:pt x="106" y="28"/>
                    </a:lnTo>
                    <a:lnTo>
                      <a:pt x="106" y="22"/>
                    </a:lnTo>
                    <a:lnTo>
                      <a:pt x="106" y="20"/>
                    </a:lnTo>
                    <a:lnTo>
                      <a:pt x="102" y="22"/>
                    </a:lnTo>
                    <a:lnTo>
                      <a:pt x="100" y="24"/>
                    </a:lnTo>
                    <a:lnTo>
                      <a:pt x="98" y="16"/>
                    </a:lnTo>
                    <a:lnTo>
                      <a:pt x="102" y="4"/>
                    </a:lnTo>
                    <a:lnTo>
                      <a:pt x="100" y="2"/>
                    </a:lnTo>
                    <a:lnTo>
                      <a:pt x="98" y="0"/>
                    </a:lnTo>
                    <a:lnTo>
                      <a:pt x="96" y="0"/>
                    </a:lnTo>
                    <a:lnTo>
                      <a:pt x="94" y="8"/>
                    </a:lnTo>
                    <a:lnTo>
                      <a:pt x="94" y="22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88" y="28"/>
                    </a:lnTo>
                    <a:lnTo>
                      <a:pt x="84" y="22"/>
                    </a:lnTo>
                    <a:lnTo>
                      <a:pt x="82" y="22"/>
                    </a:lnTo>
                    <a:lnTo>
                      <a:pt x="80" y="26"/>
                    </a:lnTo>
                    <a:lnTo>
                      <a:pt x="80" y="28"/>
                    </a:lnTo>
                    <a:lnTo>
                      <a:pt x="82" y="32"/>
                    </a:lnTo>
                    <a:lnTo>
                      <a:pt x="86" y="36"/>
                    </a:lnTo>
                    <a:lnTo>
                      <a:pt x="92" y="40"/>
                    </a:lnTo>
                    <a:lnTo>
                      <a:pt x="94" y="42"/>
                    </a:lnTo>
                    <a:lnTo>
                      <a:pt x="94" y="44"/>
                    </a:lnTo>
                    <a:lnTo>
                      <a:pt x="90" y="46"/>
                    </a:lnTo>
                    <a:lnTo>
                      <a:pt x="90" y="48"/>
                    </a:lnTo>
                    <a:lnTo>
                      <a:pt x="88" y="50"/>
                    </a:lnTo>
                    <a:lnTo>
                      <a:pt x="82" y="48"/>
                    </a:lnTo>
                    <a:lnTo>
                      <a:pt x="74" y="46"/>
                    </a:lnTo>
                    <a:lnTo>
                      <a:pt x="72" y="48"/>
                    </a:lnTo>
                    <a:lnTo>
                      <a:pt x="74" y="50"/>
                    </a:lnTo>
                    <a:lnTo>
                      <a:pt x="76" y="52"/>
                    </a:lnTo>
                    <a:lnTo>
                      <a:pt x="76" y="54"/>
                    </a:lnTo>
                    <a:lnTo>
                      <a:pt x="76" y="56"/>
                    </a:lnTo>
                    <a:lnTo>
                      <a:pt x="80" y="56"/>
                    </a:lnTo>
                    <a:lnTo>
                      <a:pt x="84" y="56"/>
                    </a:lnTo>
                    <a:lnTo>
                      <a:pt x="82" y="58"/>
                    </a:lnTo>
                    <a:lnTo>
                      <a:pt x="82" y="60"/>
                    </a:lnTo>
                    <a:lnTo>
                      <a:pt x="86" y="60"/>
                    </a:lnTo>
                    <a:lnTo>
                      <a:pt x="90" y="60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88" y="64"/>
                    </a:lnTo>
                    <a:lnTo>
                      <a:pt x="80" y="64"/>
                    </a:lnTo>
                    <a:lnTo>
                      <a:pt x="66" y="64"/>
                    </a:lnTo>
                    <a:lnTo>
                      <a:pt x="64" y="64"/>
                    </a:lnTo>
                    <a:lnTo>
                      <a:pt x="62" y="66"/>
                    </a:lnTo>
                    <a:lnTo>
                      <a:pt x="64" y="70"/>
                    </a:lnTo>
                    <a:lnTo>
                      <a:pt x="68" y="76"/>
                    </a:lnTo>
                    <a:lnTo>
                      <a:pt x="70" y="78"/>
                    </a:lnTo>
                    <a:lnTo>
                      <a:pt x="72" y="78"/>
                    </a:lnTo>
                    <a:lnTo>
                      <a:pt x="78" y="76"/>
                    </a:lnTo>
                    <a:lnTo>
                      <a:pt x="80" y="76"/>
                    </a:lnTo>
                    <a:lnTo>
                      <a:pt x="80" y="78"/>
                    </a:lnTo>
                    <a:lnTo>
                      <a:pt x="78" y="80"/>
                    </a:lnTo>
                    <a:lnTo>
                      <a:pt x="76" y="84"/>
                    </a:lnTo>
                    <a:lnTo>
                      <a:pt x="78" y="84"/>
                    </a:lnTo>
                    <a:lnTo>
                      <a:pt x="80" y="86"/>
                    </a:lnTo>
                    <a:lnTo>
                      <a:pt x="82" y="88"/>
                    </a:lnTo>
                    <a:lnTo>
                      <a:pt x="60" y="86"/>
                    </a:lnTo>
                    <a:lnTo>
                      <a:pt x="38" y="84"/>
                    </a:lnTo>
                    <a:lnTo>
                      <a:pt x="40" y="86"/>
                    </a:lnTo>
                    <a:lnTo>
                      <a:pt x="42" y="88"/>
                    </a:lnTo>
                    <a:lnTo>
                      <a:pt x="42" y="90"/>
                    </a:lnTo>
                    <a:lnTo>
                      <a:pt x="44" y="96"/>
                    </a:lnTo>
                    <a:lnTo>
                      <a:pt x="48" y="106"/>
                    </a:lnTo>
                    <a:lnTo>
                      <a:pt x="56" y="112"/>
                    </a:lnTo>
                    <a:lnTo>
                      <a:pt x="62" y="118"/>
                    </a:lnTo>
                    <a:lnTo>
                      <a:pt x="64" y="118"/>
                    </a:lnTo>
                    <a:lnTo>
                      <a:pt x="66" y="118"/>
                    </a:lnTo>
                    <a:lnTo>
                      <a:pt x="72" y="116"/>
                    </a:lnTo>
                    <a:lnTo>
                      <a:pt x="74" y="116"/>
                    </a:lnTo>
                    <a:lnTo>
                      <a:pt x="72" y="118"/>
                    </a:lnTo>
                    <a:lnTo>
                      <a:pt x="74" y="120"/>
                    </a:lnTo>
                    <a:lnTo>
                      <a:pt x="76" y="120"/>
                    </a:lnTo>
                    <a:lnTo>
                      <a:pt x="78" y="118"/>
                    </a:lnTo>
                    <a:lnTo>
                      <a:pt x="84" y="116"/>
                    </a:lnTo>
                    <a:lnTo>
                      <a:pt x="80" y="118"/>
                    </a:lnTo>
                    <a:lnTo>
                      <a:pt x="72" y="124"/>
                    </a:lnTo>
                    <a:lnTo>
                      <a:pt x="60" y="132"/>
                    </a:lnTo>
                    <a:lnTo>
                      <a:pt x="42" y="134"/>
                    </a:lnTo>
                    <a:lnTo>
                      <a:pt x="34" y="138"/>
                    </a:lnTo>
                    <a:lnTo>
                      <a:pt x="34" y="140"/>
                    </a:lnTo>
                    <a:lnTo>
                      <a:pt x="38" y="142"/>
                    </a:lnTo>
                    <a:lnTo>
                      <a:pt x="42" y="144"/>
                    </a:lnTo>
                    <a:lnTo>
                      <a:pt x="42" y="146"/>
                    </a:lnTo>
                    <a:lnTo>
                      <a:pt x="40" y="148"/>
                    </a:lnTo>
                    <a:lnTo>
                      <a:pt x="40" y="150"/>
                    </a:lnTo>
                    <a:lnTo>
                      <a:pt x="40" y="152"/>
                    </a:lnTo>
                    <a:lnTo>
                      <a:pt x="44" y="154"/>
                    </a:lnTo>
                    <a:lnTo>
                      <a:pt x="46" y="154"/>
                    </a:lnTo>
                    <a:lnTo>
                      <a:pt x="48" y="152"/>
                    </a:lnTo>
                    <a:lnTo>
                      <a:pt x="50" y="150"/>
                    </a:lnTo>
                    <a:lnTo>
                      <a:pt x="52" y="150"/>
                    </a:lnTo>
                    <a:lnTo>
                      <a:pt x="56" y="152"/>
                    </a:lnTo>
                    <a:lnTo>
                      <a:pt x="56" y="156"/>
                    </a:lnTo>
                    <a:lnTo>
                      <a:pt x="58" y="156"/>
                    </a:lnTo>
                    <a:lnTo>
                      <a:pt x="58" y="152"/>
                    </a:lnTo>
                    <a:lnTo>
                      <a:pt x="66" y="152"/>
                    </a:lnTo>
                    <a:lnTo>
                      <a:pt x="70" y="150"/>
                    </a:lnTo>
                    <a:lnTo>
                      <a:pt x="72" y="148"/>
                    </a:lnTo>
                    <a:lnTo>
                      <a:pt x="76" y="150"/>
                    </a:lnTo>
                    <a:lnTo>
                      <a:pt x="68" y="154"/>
                    </a:lnTo>
                    <a:lnTo>
                      <a:pt x="54" y="158"/>
                    </a:lnTo>
                    <a:lnTo>
                      <a:pt x="44" y="160"/>
                    </a:lnTo>
                    <a:lnTo>
                      <a:pt x="40" y="162"/>
                    </a:lnTo>
                    <a:lnTo>
                      <a:pt x="38" y="166"/>
                    </a:lnTo>
                    <a:lnTo>
                      <a:pt x="42" y="170"/>
                    </a:lnTo>
                    <a:lnTo>
                      <a:pt x="44" y="172"/>
                    </a:lnTo>
                    <a:lnTo>
                      <a:pt x="40" y="174"/>
                    </a:lnTo>
                    <a:lnTo>
                      <a:pt x="42" y="174"/>
                    </a:lnTo>
                    <a:lnTo>
                      <a:pt x="50" y="178"/>
                    </a:lnTo>
                    <a:lnTo>
                      <a:pt x="58" y="180"/>
                    </a:lnTo>
                    <a:lnTo>
                      <a:pt x="60" y="180"/>
                    </a:lnTo>
                    <a:lnTo>
                      <a:pt x="58" y="178"/>
                    </a:lnTo>
                    <a:lnTo>
                      <a:pt x="62" y="178"/>
                    </a:lnTo>
                    <a:lnTo>
                      <a:pt x="72" y="180"/>
                    </a:lnTo>
                    <a:lnTo>
                      <a:pt x="58" y="188"/>
                    </a:lnTo>
                    <a:lnTo>
                      <a:pt x="52" y="192"/>
                    </a:lnTo>
                    <a:lnTo>
                      <a:pt x="56" y="192"/>
                    </a:lnTo>
                    <a:lnTo>
                      <a:pt x="62" y="190"/>
                    </a:lnTo>
                    <a:lnTo>
                      <a:pt x="66" y="188"/>
                    </a:lnTo>
                    <a:lnTo>
                      <a:pt x="72" y="184"/>
                    </a:lnTo>
                    <a:lnTo>
                      <a:pt x="76" y="182"/>
                    </a:lnTo>
                    <a:lnTo>
                      <a:pt x="70" y="188"/>
                    </a:lnTo>
                    <a:lnTo>
                      <a:pt x="66" y="190"/>
                    </a:lnTo>
                    <a:lnTo>
                      <a:pt x="68" y="192"/>
                    </a:lnTo>
                    <a:close/>
                    <a:moveTo>
                      <a:pt x="76" y="178"/>
                    </a:moveTo>
                    <a:lnTo>
                      <a:pt x="74" y="178"/>
                    </a:lnTo>
                    <a:lnTo>
                      <a:pt x="72" y="178"/>
                    </a:lnTo>
                    <a:lnTo>
                      <a:pt x="76" y="178"/>
                    </a:lnTo>
                    <a:close/>
                  </a:path>
                </a:pathLst>
              </a:custGeom>
              <a:solidFill>
                <a:srgbClr val="475918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" name="AutoShape 38">
                <a:extLst>
                  <a:ext uri="{FF2B5EF4-FFF2-40B4-BE49-F238E27FC236}">
                    <a16:creationId xmlns:a16="http://schemas.microsoft.com/office/drawing/2014/main" id="{E1765B7C-2C1B-3AF2-9526-E2B991B0F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7913" y="6495451"/>
                <a:ext cx="222806" cy="274579"/>
              </a:xfrm>
              <a:custGeom>
                <a:avLst/>
                <a:gdLst>
                  <a:gd name="T0" fmla="*/ 2147483647 w 190"/>
                  <a:gd name="T1" fmla="*/ 2147483647 h 234"/>
                  <a:gd name="T2" fmla="*/ 2147483647 w 190"/>
                  <a:gd name="T3" fmla="*/ 2147483647 h 234"/>
                  <a:gd name="T4" fmla="*/ 2147483647 w 190"/>
                  <a:gd name="T5" fmla="*/ 2147483647 h 234"/>
                  <a:gd name="T6" fmla="*/ 2147483647 w 190"/>
                  <a:gd name="T7" fmla="*/ 2147483647 h 234"/>
                  <a:gd name="T8" fmla="*/ 2147483647 w 190"/>
                  <a:gd name="T9" fmla="*/ 2147483647 h 234"/>
                  <a:gd name="T10" fmla="*/ 2147483647 w 190"/>
                  <a:gd name="T11" fmla="*/ 2147483647 h 234"/>
                  <a:gd name="T12" fmla="*/ 2147483647 w 190"/>
                  <a:gd name="T13" fmla="*/ 2147483647 h 234"/>
                  <a:gd name="T14" fmla="*/ 2147483647 w 190"/>
                  <a:gd name="T15" fmla="*/ 2147483647 h 234"/>
                  <a:gd name="T16" fmla="*/ 2147483647 w 190"/>
                  <a:gd name="T17" fmla="*/ 2147483647 h 234"/>
                  <a:gd name="T18" fmla="*/ 2147483647 w 190"/>
                  <a:gd name="T19" fmla="*/ 2147483647 h 234"/>
                  <a:gd name="T20" fmla="*/ 2147483647 w 190"/>
                  <a:gd name="T21" fmla="*/ 2147483647 h 234"/>
                  <a:gd name="T22" fmla="*/ 2147483647 w 190"/>
                  <a:gd name="T23" fmla="*/ 2147483647 h 234"/>
                  <a:gd name="T24" fmla="*/ 2147483647 w 190"/>
                  <a:gd name="T25" fmla="*/ 2147483647 h 234"/>
                  <a:gd name="T26" fmla="*/ 2147483647 w 190"/>
                  <a:gd name="T27" fmla="*/ 2147483647 h 234"/>
                  <a:gd name="T28" fmla="*/ 2147483647 w 190"/>
                  <a:gd name="T29" fmla="*/ 2147483647 h 234"/>
                  <a:gd name="T30" fmla="*/ 2147483647 w 190"/>
                  <a:gd name="T31" fmla="*/ 2147483647 h 234"/>
                  <a:gd name="T32" fmla="*/ 2147483647 w 190"/>
                  <a:gd name="T33" fmla="*/ 2147483647 h 234"/>
                  <a:gd name="T34" fmla="*/ 2147483647 w 190"/>
                  <a:gd name="T35" fmla="*/ 2147483647 h 234"/>
                  <a:gd name="T36" fmla="*/ 2147483647 w 190"/>
                  <a:gd name="T37" fmla="*/ 2147483647 h 234"/>
                  <a:gd name="T38" fmla="*/ 2147483647 w 190"/>
                  <a:gd name="T39" fmla="*/ 2147483647 h 234"/>
                  <a:gd name="T40" fmla="*/ 2147483647 w 190"/>
                  <a:gd name="T41" fmla="*/ 2147483647 h 234"/>
                  <a:gd name="T42" fmla="*/ 2147483647 w 190"/>
                  <a:gd name="T43" fmla="*/ 2147483647 h 234"/>
                  <a:gd name="T44" fmla="*/ 2147483647 w 190"/>
                  <a:gd name="T45" fmla="*/ 2147483647 h 234"/>
                  <a:gd name="T46" fmla="*/ 2147483647 w 190"/>
                  <a:gd name="T47" fmla="*/ 2147483647 h 234"/>
                  <a:gd name="T48" fmla="*/ 0 w 190"/>
                  <a:gd name="T49" fmla="*/ 2147483647 h 234"/>
                  <a:gd name="T50" fmla="*/ 2147483647 w 190"/>
                  <a:gd name="T51" fmla="*/ 2147483647 h 234"/>
                  <a:gd name="T52" fmla="*/ 2147483647 w 190"/>
                  <a:gd name="T53" fmla="*/ 2147483647 h 234"/>
                  <a:gd name="T54" fmla="*/ 2147483647 w 190"/>
                  <a:gd name="T55" fmla="*/ 2147483647 h 234"/>
                  <a:gd name="T56" fmla="*/ 2147483647 w 190"/>
                  <a:gd name="T57" fmla="*/ 2147483647 h 234"/>
                  <a:gd name="T58" fmla="*/ 2147483647 w 190"/>
                  <a:gd name="T59" fmla="*/ 2147483647 h 234"/>
                  <a:gd name="T60" fmla="*/ 2147483647 w 190"/>
                  <a:gd name="T61" fmla="*/ 2147483647 h 234"/>
                  <a:gd name="T62" fmla="*/ 2147483647 w 190"/>
                  <a:gd name="T63" fmla="*/ 2147483647 h 234"/>
                  <a:gd name="T64" fmla="*/ 2147483647 w 190"/>
                  <a:gd name="T65" fmla="*/ 2147483647 h 234"/>
                  <a:gd name="T66" fmla="*/ 2147483647 w 190"/>
                  <a:gd name="T67" fmla="*/ 2147483647 h 234"/>
                  <a:gd name="T68" fmla="*/ 2147483647 w 190"/>
                  <a:gd name="T69" fmla="*/ 2147483647 h 234"/>
                  <a:gd name="T70" fmla="*/ 2147483647 w 190"/>
                  <a:gd name="T71" fmla="*/ 2147483647 h 234"/>
                  <a:gd name="T72" fmla="*/ 2147483647 w 190"/>
                  <a:gd name="T73" fmla="*/ 2147483647 h 234"/>
                  <a:gd name="T74" fmla="*/ 2147483647 w 190"/>
                  <a:gd name="T75" fmla="*/ 2147483647 h 234"/>
                  <a:gd name="T76" fmla="*/ 2147483647 w 190"/>
                  <a:gd name="T77" fmla="*/ 2147483647 h 234"/>
                  <a:gd name="T78" fmla="*/ 2147483647 w 190"/>
                  <a:gd name="T79" fmla="*/ 2147483647 h 234"/>
                  <a:gd name="T80" fmla="*/ 2147483647 w 190"/>
                  <a:gd name="T81" fmla="*/ 2147483647 h 234"/>
                  <a:gd name="T82" fmla="*/ 2147483647 w 190"/>
                  <a:gd name="T83" fmla="*/ 2147483647 h 234"/>
                  <a:gd name="T84" fmla="*/ 2147483647 w 190"/>
                  <a:gd name="T85" fmla="*/ 2147483647 h 234"/>
                  <a:gd name="T86" fmla="*/ 2147483647 w 190"/>
                  <a:gd name="T87" fmla="*/ 2147483647 h 234"/>
                  <a:gd name="T88" fmla="*/ 2147483647 w 190"/>
                  <a:gd name="T89" fmla="*/ 2147483647 h 234"/>
                  <a:gd name="T90" fmla="*/ 2147483647 w 190"/>
                  <a:gd name="T91" fmla="*/ 0 h 234"/>
                  <a:gd name="T92" fmla="*/ 2147483647 w 190"/>
                  <a:gd name="T93" fmla="*/ 2147483647 h 234"/>
                  <a:gd name="T94" fmla="*/ 2147483647 w 190"/>
                  <a:gd name="T95" fmla="*/ 2147483647 h 234"/>
                  <a:gd name="T96" fmla="*/ 2147483647 w 190"/>
                  <a:gd name="T97" fmla="*/ 2147483647 h 234"/>
                  <a:gd name="T98" fmla="*/ 2147483647 w 190"/>
                  <a:gd name="T99" fmla="*/ 2147483647 h 234"/>
                  <a:gd name="T100" fmla="*/ 2147483647 w 190"/>
                  <a:gd name="T101" fmla="*/ 2147483647 h 234"/>
                  <a:gd name="T102" fmla="*/ 2147483647 w 190"/>
                  <a:gd name="T103" fmla="*/ 2147483647 h 234"/>
                  <a:gd name="T104" fmla="*/ 2147483647 w 190"/>
                  <a:gd name="T105" fmla="*/ 2147483647 h 234"/>
                  <a:gd name="T106" fmla="*/ 2147483647 w 190"/>
                  <a:gd name="T107" fmla="*/ 2147483647 h 234"/>
                  <a:gd name="T108" fmla="*/ 2147483647 w 190"/>
                  <a:gd name="T109" fmla="*/ 2147483647 h 234"/>
                  <a:gd name="T110" fmla="*/ 2147483647 w 190"/>
                  <a:gd name="T111" fmla="*/ 2147483647 h 234"/>
                  <a:gd name="T112" fmla="*/ 0 w 190"/>
                  <a:gd name="T113" fmla="*/ 0 h 234"/>
                  <a:gd name="T114" fmla="*/ 190 w 190"/>
                  <a:gd name="T11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T112" t="T113" r="T114" b="T115"/>
                <a:pathLst>
                  <a:path w="190" h="234">
                    <a:moveTo>
                      <a:pt x="110" y="58"/>
                    </a:moveTo>
                    <a:lnTo>
                      <a:pt x="110" y="58"/>
                    </a:lnTo>
                    <a:lnTo>
                      <a:pt x="124" y="60"/>
                    </a:lnTo>
                    <a:lnTo>
                      <a:pt x="130" y="62"/>
                    </a:lnTo>
                    <a:lnTo>
                      <a:pt x="124" y="64"/>
                    </a:lnTo>
                    <a:lnTo>
                      <a:pt x="122" y="66"/>
                    </a:lnTo>
                    <a:lnTo>
                      <a:pt x="124" y="66"/>
                    </a:lnTo>
                    <a:lnTo>
                      <a:pt x="126" y="72"/>
                    </a:lnTo>
                    <a:lnTo>
                      <a:pt x="124" y="72"/>
                    </a:lnTo>
                    <a:lnTo>
                      <a:pt x="122" y="74"/>
                    </a:lnTo>
                    <a:lnTo>
                      <a:pt x="122" y="80"/>
                    </a:lnTo>
                    <a:lnTo>
                      <a:pt x="134" y="78"/>
                    </a:lnTo>
                    <a:lnTo>
                      <a:pt x="144" y="76"/>
                    </a:lnTo>
                    <a:lnTo>
                      <a:pt x="144" y="78"/>
                    </a:lnTo>
                    <a:lnTo>
                      <a:pt x="142" y="78"/>
                    </a:lnTo>
                    <a:lnTo>
                      <a:pt x="140" y="82"/>
                    </a:lnTo>
                    <a:lnTo>
                      <a:pt x="140" y="86"/>
                    </a:lnTo>
                    <a:lnTo>
                      <a:pt x="138" y="90"/>
                    </a:lnTo>
                    <a:lnTo>
                      <a:pt x="138" y="92"/>
                    </a:lnTo>
                    <a:lnTo>
                      <a:pt x="136" y="96"/>
                    </a:lnTo>
                    <a:lnTo>
                      <a:pt x="130" y="98"/>
                    </a:lnTo>
                    <a:lnTo>
                      <a:pt x="128" y="102"/>
                    </a:lnTo>
                    <a:lnTo>
                      <a:pt x="124" y="106"/>
                    </a:lnTo>
                    <a:lnTo>
                      <a:pt x="140" y="118"/>
                    </a:lnTo>
                    <a:lnTo>
                      <a:pt x="150" y="122"/>
                    </a:lnTo>
                    <a:lnTo>
                      <a:pt x="154" y="124"/>
                    </a:lnTo>
                    <a:lnTo>
                      <a:pt x="154" y="128"/>
                    </a:lnTo>
                    <a:lnTo>
                      <a:pt x="152" y="128"/>
                    </a:lnTo>
                    <a:lnTo>
                      <a:pt x="150" y="128"/>
                    </a:lnTo>
                    <a:lnTo>
                      <a:pt x="146" y="128"/>
                    </a:lnTo>
                    <a:lnTo>
                      <a:pt x="150" y="134"/>
                    </a:lnTo>
                    <a:lnTo>
                      <a:pt x="152" y="136"/>
                    </a:lnTo>
                    <a:lnTo>
                      <a:pt x="142" y="136"/>
                    </a:lnTo>
                    <a:lnTo>
                      <a:pt x="144" y="136"/>
                    </a:lnTo>
                    <a:lnTo>
                      <a:pt x="142" y="138"/>
                    </a:lnTo>
                    <a:lnTo>
                      <a:pt x="152" y="144"/>
                    </a:lnTo>
                    <a:lnTo>
                      <a:pt x="170" y="152"/>
                    </a:lnTo>
                    <a:lnTo>
                      <a:pt x="178" y="156"/>
                    </a:lnTo>
                    <a:lnTo>
                      <a:pt x="180" y="158"/>
                    </a:lnTo>
                    <a:lnTo>
                      <a:pt x="178" y="160"/>
                    </a:lnTo>
                    <a:lnTo>
                      <a:pt x="170" y="162"/>
                    </a:lnTo>
                    <a:lnTo>
                      <a:pt x="164" y="164"/>
                    </a:lnTo>
                    <a:lnTo>
                      <a:pt x="162" y="166"/>
                    </a:lnTo>
                    <a:lnTo>
                      <a:pt x="162" y="168"/>
                    </a:lnTo>
                    <a:lnTo>
                      <a:pt x="170" y="174"/>
                    </a:lnTo>
                    <a:lnTo>
                      <a:pt x="180" y="178"/>
                    </a:lnTo>
                    <a:lnTo>
                      <a:pt x="182" y="180"/>
                    </a:lnTo>
                    <a:lnTo>
                      <a:pt x="178" y="182"/>
                    </a:lnTo>
                    <a:lnTo>
                      <a:pt x="180" y="184"/>
                    </a:lnTo>
                    <a:lnTo>
                      <a:pt x="178" y="186"/>
                    </a:lnTo>
                    <a:lnTo>
                      <a:pt x="176" y="186"/>
                    </a:lnTo>
                    <a:lnTo>
                      <a:pt x="176" y="188"/>
                    </a:lnTo>
                    <a:lnTo>
                      <a:pt x="176" y="190"/>
                    </a:lnTo>
                    <a:lnTo>
                      <a:pt x="174" y="190"/>
                    </a:lnTo>
                    <a:lnTo>
                      <a:pt x="172" y="190"/>
                    </a:lnTo>
                    <a:lnTo>
                      <a:pt x="172" y="192"/>
                    </a:lnTo>
                    <a:lnTo>
                      <a:pt x="186" y="200"/>
                    </a:lnTo>
                    <a:lnTo>
                      <a:pt x="190" y="202"/>
                    </a:lnTo>
                    <a:lnTo>
                      <a:pt x="186" y="204"/>
                    </a:lnTo>
                    <a:lnTo>
                      <a:pt x="172" y="204"/>
                    </a:lnTo>
                    <a:lnTo>
                      <a:pt x="166" y="206"/>
                    </a:lnTo>
                    <a:lnTo>
                      <a:pt x="164" y="206"/>
                    </a:lnTo>
                    <a:lnTo>
                      <a:pt x="166" y="208"/>
                    </a:lnTo>
                    <a:lnTo>
                      <a:pt x="170" y="212"/>
                    </a:lnTo>
                    <a:lnTo>
                      <a:pt x="170" y="216"/>
                    </a:lnTo>
                    <a:lnTo>
                      <a:pt x="168" y="218"/>
                    </a:lnTo>
                    <a:lnTo>
                      <a:pt x="164" y="222"/>
                    </a:lnTo>
                    <a:lnTo>
                      <a:pt x="166" y="224"/>
                    </a:lnTo>
                    <a:lnTo>
                      <a:pt x="164" y="226"/>
                    </a:lnTo>
                    <a:lnTo>
                      <a:pt x="164" y="234"/>
                    </a:lnTo>
                    <a:lnTo>
                      <a:pt x="150" y="232"/>
                    </a:lnTo>
                    <a:lnTo>
                      <a:pt x="140" y="232"/>
                    </a:lnTo>
                    <a:lnTo>
                      <a:pt x="134" y="232"/>
                    </a:lnTo>
                    <a:lnTo>
                      <a:pt x="130" y="232"/>
                    </a:lnTo>
                    <a:lnTo>
                      <a:pt x="126" y="234"/>
                    </a:lnTo>
                    <a:lnTo>
                      <a:pt x="118" y="234"/>
                    </a:lnTo>
                    <a:lnTo>
                      <a:pt x="120" y="234"/>
                    </a:lnTo>
                    <a:lnTo>
                      <a:pt x="114" y="232"/>
                    </a:lnTo>
                    <a:lnTo>
                      <a:pt x="106" y="232"/>
                    </a:lnTo>
                    <a:lnTo>
                      <a:pt x="92" y="232"/>
                    </a:lnTo>
                    <a:lnTo>
                      <a:pt x="92" y="234"/>
                    </a:lnTo>
                    <a:lnTo>
                      <a:pt x="88" y="230"/>
                    </a:lnTo>
                    <a:lnTo>
                      <a:pt x="80" y="230"/>
                    </a:lnTo>
                    <a:lnTo>
                      <a:pt x="68" y="228"/>
                    </a:lnTo>
                    <a:lnTo>
                      <a:pt x="66" y="224"/>
                    </a:lnTo>
                    <a:lnTo>
                      <a:pt x="68" y="228"/>
                    </a:lnTo>
                    <a:lnTo>
                      <a:pt x="60" y="226"/>
                    </a:lnTo>
                    <a:lnTo>
                      <a:pt x="54" y="224"/>
                    </a:lnTo>
                    <a:lnTo>
                      <a:pt x="48" y="222"/>
                    </a:lnTo>
                    <a:lnTo>
                      <a:pt x="36" y="218"/>
                    </a:lnTo>
                    <a:lnTo>
                      <a:pt x="26" y="212"/>
                    </a:lnTo>
                    <a:lnTo>
                      <a:pt x="26" y="210"/>
                    </a:lnTo>
                    <a:lnTo>
                      <a:pt x="32" y="208"/>
                    </a:lnTo>
                    <a:lnTo>
                      <a:pt x="42" y="206"/>
                    </a:lnTo>
                    <a:lnTo>
                      <a:pt x="62" y="202"/>
                    </a:lnTo>
                    <a:lnTo>
                      <a:pt x="72" y="198"/>
                    </a:lnTo>
                    <a:lnTo>
                      <a:pt x="76" y="194"/>
                    </a:lnTo>
                    <a:lnTo>
                      <a:pt x="76" y="192"/>
                    </a:lnTo>
                    <a:lnTo>
                      <a:pt x="72" y="194"/>
                    </a:lnTo>
                    <a:lnTo>
                      <a:pt x="70" y="192"/>
                    </a:lnTo>
                    <a:lnTo>
                      <a:pt x="68" y="196"/>
                    </a:lnTo>
                    <a:lnTo>
                      <a:pt x="62" y="196"/>
                    </a:lnTo>
                    <a:lnTo>
                      <a:pt x="56" y="198"/>
                    </a:lnTo>
                    <a:lnTo>
                      <a:pt x="54" y="194"/>
                    </a:lnTo>
                    <a:lnTo>
                      <a:pt x="54" y="198"/>
                    </a:lnTo>
                    <a:lnTo>
                      <a:pt x="52" y="200"/>
                    </a:lnTo>
                    <a:lnTo>
                      <a:pt x="50" y="198"/>
                    </a:lnTo>
                    <a:lnTo>
                      <a:pt x="46" y="198"/>
                    </a:lnTo>
                    <a:lnTo>
                      <a:pt x="46" y="200"/>
                    </a:lnTo>
                    <a:lnTo>
                      <a:pt x="46" y="204"/>
                    </a:lnTo>
                    <a:lnTo>
                      <a:pt x="44" y="204"/>
                    </a:lnTo>
                    <a:lnTo>
                      <a:pt x="42" y="202"/>
                    </a:lnTo>
                    <a:lnTo>
                      <a:pt x="40" y="198"/>
                    </a:lnTo>
                    <a:lnTo>
                      <a:pt x="38" y="198"/>
                    </a:lnTo>
                    <a:lnTo>
                      <a:pt x="36" y="198"/>
                    </a:lnTo>
                    <a:lnTo>
                      <a:pt x="36" y="200"/>
                    </a:lnTo>
                    <a:lnTo>
                      <a:pt x="36" y="202"/>
                    </a:lnTo>
                    <a:lnTo>
                      <a:pt x="32" y="200"/>
                    </a:lnTo>
                    <a:lnTo>
                      <a:pt x="30" y="206"/>
                    </a:lnTo>
                    <a:lnTo>
                      <a:pt x="26" y="200"/>
                    </a:lnTo>
                    <a:lnTo>
                      <a:pt x="24" y="200"/>
                    </a:lnTo>
                    <a:lnTo>
                      <a:pt x="22" y="202"/>
                    </a:lnTo>
                    <a:lnTo>
                      <a:pt x="20" y="202"/>
                    </a:lnTo>
                    <a:lnTo>
                      <a:pt x="16" y="202"/>
                    </a:lnTo>
                    <a:lnTo>
                      <a:pt x="16" y="200"/>
                    </a:lnTo>
                    <a:lnTo>
                      <a:pt x="16" y="198"/>
                    </a:lnTo>
                    <a:lnTo>
                      <a:pt x="18" y="196"/>
                    </a:lnTo>
                    <a:lnTo>
                      <a:pt x="16" y="194"/>
                    </a:lnTo>
                    <a:lnTo>
                      <a:pt x="12" y="196"/>
                    </a:lnTo>
                    <a:lnTo>
                      <a:pt x="10" y="200"/>
                    </a:lnTo>
                    <a:lnTo>
                      <a:pt x="8" y="198"/>
                    </a:lnTo>
                    <a:lnTo>
                      <a:pt x="8" y="194"/>
                    </a:lnTo>
                    <a:lnTo>
                      <a:pt x="6" y="194"/>
                    </a:lnTo>
                    <a:lnTo>
                      <a:pt x="4" y="194"/>
                    </a:lnTo>
                    <a:lnTo>
                      <a:pt x="4" y="192"/>
                    </a:lnTo>
                    <a:lnTo>
                      <a:pt x="4" y="190"/>
                    </a:lnTo>
                    <a:lnTo>
                      <a:pt x="2" y="190"/>
                    </a:lnTo>
                    <a:lnTo>
                      <a:pt x="0" y="188"/>
                    </a:lnTo>
                    <a:lnTo>
                      <a:pt x="2" y="186"/>
                    </a:lnTo>
                    <a:lnTo>
                      <a:pt x="6" y="184"/>
                    </a:lnTo>
                    <a:lnTo>
                      <a:pt x="12" y="182"/>
                    </a:lnTo>
                    <a:lnTo>
                      <a:pt x="32" y="178"/>
                    </a:lnTo>
                    <a:lnTo>
                      <a:pt x="64" y="176"/>
                    </a:lnTo>
                    <a:lnTo>
                      <a:pt x="64" y="174"/>
                    </a:lnTo>
                    <a:lnTo>
                      <a:pt x="70" y="170"/>
                    </a:lnTo>
                    <a:lnTo>
                      <a:pt x="68" y="170"/>
                    </a:lnTo>
                    <a:lnTo>
                      <a:pt x="62" y="174"/>
                    </a:lnTo>
                    <a:lnTo>
                      <a:pt x="56" y="176"/>
                    </a:lnTo>
                    <a:lnTo>
                      <a:pt x="52" y="176"/>
                    </a:lnTo>
                    <a:lnTo>
                      <a:pt x="54" y="172"/>
                    </a:lnTo>
                    <a:lnTo>
                      <a:pt x="52" y="174"/>
                    </a:lnTo>
                    <a:lnTo>
                      <a:pt x="56" y="170"/>
                    </a:lnTo>
                    <a:lnTo>
                      <a:pt x="64" y="164"/>
                    </a:lnTo>
                    <a:lnTo>
                      <a:pt x="60" y="164"/>
                    </a:lnTo>
                    <a:lnTo>
                      <a:pt x="54" y="164"/>
                    </a:lnTo>
                    <a:lnTo>
                      <a:pt x="48" y="162"/>
                    </a:lnTo>
                    <a:lnTo>
                      <a:pt x="44" y="162"/>
                    </a:lnTo>
                    <a:lnTo>
                      <a:pt x="42" y="162"/>
                    </a:lnTo>
                    <a:lnTo>
                      <a:pt x="40" y="162"/>
                    </a:lnTo>
                    <a:lnTo>
                      <a:pt x="40" y="160"/>
                    </a:lnTo>
                    <a:lnTo>
                      <a:pt x="42" y="158"/>
                    </a:lnTo>
                    <a:lnTo>
                      <a:pt x="40" y="156"/>
                    </a:lnTo>
                    <a:lnTo>
                      <a:pt x="36" y="152"/>
                    </a:lnTo>
                    <a:lnTo>
                      <a:pt x="38" y="150"/>
                    </a:lnTo>
                    <a:lnTo>
                      <a:pt x="42" y="148"/>
                    </a:lnTo>
                    <a:lnTo>
                      <a:pt x="52" y="146"/>
                    </a:lnTo>
                    <a:lnTo>
                      <a:pt x="64" y="142"/>
                    </a:lnTo>
                    <a:lnTo>
                      <a:pt x="74" y="138"/>
                    </a:lnTo>
                    <a:lnTo>
                      <a:pt x="70" y="138"/>
                    </a:lnTo>
                    <a:lnTo>
                      <a:pt x="68" y="140"/>
                    </a:lnTo>
                    <a:lnTo>
                      <a:pt x="66" y="142"/>
                    </a:lnTo>
                    <a:lnTo>
                      <a:pt x="60" y="138"/>
                    </a:lnTo>
                    <a:lnTo>
                      <a:pt x="56" y="142"/>
                    </a:lnTo>
                    <a:lnTo>
                      <a:pt x="54" y="142"/>
                    </a:lnTo>
                    <a:lnTo>
                      <a:pt x="50" y="140"/>
                    </a:lnTo>
                    <a:lnTo>
                      <a:pt x="48" y="140"/>
                    </a:lnTo>
                    <a:lnTo>
                      <a:pt x="46" y="140"/>
                    </a:lnTo>
                    <a:lnTo>
                      <a:pt x="46" y="142"/>
                    </a:lnTo>
                    <a:lnTo>
                      <a:pt x="42" y="142"/>
                    </a:lnTo>
                    <a:lnTo>
                      <a:pt x="40" y="140"/>
                    </a:lnTo>
                    <a:lnTo>
                      <a:pt x="38" y="140"/>
                    </a:lnTo>
                    <a:lnTo>
                      <a:pt x="40" y="136"/>
                    </a:lnTo>
                    <a:lnTo>
                      <a:pt x="42" y="134"/>
                    </a:lnTo>
                    <a:lnTo>
                      <a:pt x="40" y="132"/>
                    </a:lnTo>
                    <a:lnTo>
                      <a:pt x="36" y="132"/>
                    </a:lnTo>
                    <a:lnTo>
                      <a:pt x="34" y="130"/>
                    </a:lnTo>
                    <a:lnTo>
                      <a:pt x="34" y="128"/>
                    </a:lnTo>
                    <a:lnTo>
                      <a:pt x="42" y="124"/>
                    </a:lnTo>
                    <a:lnTo>
                      <a:pt x="58" y="120"/>
                    </a:lnTo>
                    <a:lnTo>
                      <a:pt x="70" y="114"/>
                    </a:lnTo>
                    <a:lnTo>
                      <a:pt x="80" y="108"/>
                    </a:lnTo>
                    <a:lnTo>
                      <a:pt x="76" y="110"/>
                    </a:lnTo>
                    <a:lnTo>
                      <a:pt x="72" y="110"/>
                    </a:lnTo>
                    <a:lnTo>
                      <a:pt x="70" y="110"/>
                    </a:lnTo>
                    <a:lnTo>
                      <a:pt x="70" y="108"/>
                    </a:lnTo>
                    <a:lnTo>
                      <a:pt x="70" y="106"/>
                    </a:lnTo>
                    <a:lnTo>
                      <a:pt x="68" y="106"/>
                    </a:lnTo>
                    <a:lnTo>
                      <a:pt x="64" y="108"/>
                    </a:lnTo>
                    <a:lnTo>
                      <a:pt x="62" y="110"/>
                    </a:lnTo>
                    <a:lnTo>
                      <a:pt x="60" y="110"/>
                    </a:lnTo>
                    <a:lnTo>
                      <a:pt x="54" y="104"/>
                    </a:lnTo>
                    <a:lnTo>
                      <a:pt x="46" y="98"/>
                    </a:lnTo>
                    <a:lnTo>
                      <a:pt x="42" y="90"/>
                    </a:lnTo>
                    <a:lnTo>
                      <a:pt x="40" y="84"/>
                    </a:lnTo>
                    <a:lnTo>
                      <a:pt x="38" y="80"/>
                    </a:lnTo>
                    <a:lnTo>
                      <a:pt x="36" y="78"/>
                    </a:lnTo>
                    <a:lnTo>
                      <a:pt x="38" y="78"/>
                    </a:lnTo>
                    <a:lnTo>
                      <a:pt x="64" y="80"/>
                    </a:lnTo>
                    <a:lnTo>
                      <a:pt x="52" y="76"/>
                    </a:lnTo>
                    <a:lnTo>
                      <a:pt x="40" y="74"/>
                    </a:lnTo>
                    <a:lnTo>
                      <a:pt x="44" y="74"/>
                    </a:lnTo>
                    <a:lnTo>
                      <a:pt x="52" y="76"/>
                    </a:lnTo>
                    <a:lnTo>
                      <a:pt x="62" y="76"/>
                    </a:lnTo>
                    <a:lnTo>
                      <a:pt x="74" y="76"/>
                    </a:lnTo>
                    <a:lnTo>
                      <a:pt x="76" y="74"/>
                    </a:lnTo>
                    <a:lnTo>
                      <a:pt x="76" y="72"/>
                    </a:lnTo>
                    <a:lnTo>
                      <a:pt x="74" y="72"/>
                    </a:lnTo>
                    <a:lnTo>
                      <a:pt x="70" y="72"/>
                    </a:lnTo>
                    <a:lnTo>
                      <a:pt x="66" y="72"/>
                    </a:lnTo>
                    <a:lnTo>
                      <a:pt x="66" y="70"/>
                    </a:lnTo>
                    <a:lnTo>
                      <a:pt x="62" y="64"/>
                    </a:lnTo>
                    <a:lnTo>
                      <a:pt x="60" y="62"/>
                    </a:lnTo>
                    <a:lnTo>
                      <a:pt x="62" y="60"/>
                    </a:lnTo>
                    <a:lnTo>
                      <a:pt x="64" y="60"/>
                    </a:lnTo>
                    <a:lnTo>
                      <a:pt x="76" y="60"/>
                    </a:lnTo>
                    <a:lnTo>
                      <a:pt x="84" y="60"/>
                    </a:lnTo>
                    <a:lnTo>
                      <a:pt x="88" y="58"/>
                    </a:lnTo>
                    <a:lnTo>
                      <a:pt x="88" y="56"/>
                    </a:lnTo>
                    <a:lnTo>
                      <a:pt x="86" y="56"/>
                    </a:lnTo>
                    <a:lnTo>
                      <a:pt x="82" y="56"/>
                    </a:lnTo>
                    <a:lnTo>
                      <a:pt x="78" y="56"/>
                    </a:lnTo>
                    <a:lnTo>
                      <a:pt x="80" y="54"/>
                    </a:lnTo>
                    <a:lnTo>
                      <a:pt x="80" y="52"/>
                    </a:lnTo>
                    <a:lnTo>
                      <a:pt x="76" y="52"/>
                    </a:lnTo>
                    <a:lnTo>
                      <a:pt x="74" y="52"/>
                    </a:lnTo>
                    <a:lnTo>
                      <a:pt x="72" y="52"/>
                    </a:lnTo>
                    <a:lnTo>
                      <a:pt x="72" y="50"/>
                    </a:lnTo>
                    <a:lnTo>
                      <a:pt x="70" y="48"/>
                    </a:lnTo>
                    <a:lnTo>
                      <a:pt x="70" y="44"/>
                    </a:lnTo>
                    <a:lnTo>
                      <a:pt x="80" y="46"/>
                    </a:lnTo>
                    <a:lnTo>
                      <a:pt x="84" y="46"/>
                    </a:lnTo>
                    <a:lnTo>
                      <a:pt x="86" y="46"/>
                    </a:lnTo>
                    <a:lnTo>
                      <a:pt x="86" y="42"/>
                    </a:lnTo>
                    <a:lnTo>
                      <a:pt x="88" y="42"/>
                    </a:lnTo>
                    <a:lnTo>
                      <a:pt x="90" y="44"/>
                    </a:lnTo>
                    <a:lnTo>
                      <a:pt x="90" y="42"/>
                    </a:lnTo>
                    <a:lnTo>
                      <a:pt x="90" y="40"/>
                    </a:lnTo>
                    <a:lnTo>
                      <a:pt x="86" y="38"/>
                    </a:lnTo>
                    <a:lnTo>
                      <a:pt x="80" y="32"/>
                    </a:lnTo>
                    <a:lnTo>
                      <a:pt x="74" y="28"/>
                    </a:lnTo>
                    <a:lnTo>
                      <a:pt x="74" y="26"/>
                    </a:lnTo>
                    <a:lnTo>
                      <a:pt x="74" y="24"/>
                    </a:lnTo>
                    <a:lnTo>
                      <a:pt x="78" y="22"/>
                    </a:lnTo>
                    <a:lnTo>
                      <a:pt x="80" y="20"/>
                    </a:lnTo>
                    <a:lnTo>
                      <a:pt x="80" y="22"/>
                    </a:lnTo>
                    <a:lnTo>
                      <a:pt x="84" y="28"/>
                    </a:lnTo>
                    <a:lnTo>
                      <a:pt x="88" y="30"/>
                    </a:lnTo>
                    <a:lnTo>
                      <a:pt x="90" y="26"/>
                    </a:lnTo>
                    <a:lnTo>
                      <a:pt x="90" y="22"/>
                    </a:lnTo>
                    <a:lnTo>
                      <a:pt x="90" y="10"/>
                    </a:lnTo>
                    <a:lnTo>
                      <a:pt x="92" y="2"/>
                    </a:lnTo>
                    <a:lnTo>
                      <a:pt x="94" y="0"/>
                    </a:lnTo>
                    <a:lnTo>
                      <a:pt x="94" y="2"/>
                    </a:lnTo>
                    <a:lnTo>
                      <a:pt x="96" y="2"/>
                    </a:lnTo>
                    <a:lnTo>
                      <a:pt x="96" y="6"/>
                    </a:lnTo>
                    <a:lnTo>
                      <a:pt x="94" y="16"/>
                    </a:lnTo>
                    <a:lnTo>
                      <a:pt x="94" y="22"/>
                    </a:lnTo>
                    <a:lnTo>
                      <a:pt x="96" y="24"/>
                    </a:lnTo>
                    <a:lnTo>
                      <a:pt x="98" y="22"/>
                    </a:lnTo>
                    <a:lnTo>
                      <a:pt x="102" y="20"/>
                    </a:lnTo>
                    <a:lnTo>
                      <a:pt x="104" y="22"/>
                    </a:lnTo>
                    <a:lnTo>
                      <a:pt x="104" y="24"/>
                    </a:lnTo>
                    <a:lnTo>
                      <a:pt x="104" y="28"/>
                    </a:lnTo>
                    <a:lnTo>
                      <a:pt x="102" y="28"/>
                    </a:lnTo>
                    <a:lnTo>
                      <a:pt x="100" y="32"/>
                    </a:lnTo>
                    <a:lnTo>
                      <a:pt x="100" y="34"/>
                    </a:lnTo>
                    <a:lnTo>
                      <a:pt x="104" y="32"/>
                    </a:lnTo>
                    <a:lnTo>
                      <a:pt x="108" y="30"/>
                    </a:lnTo>
                    <a:lnTo>
                      <a:pt x="110" y="32"/>
                    </a:lnTo>
                    <a:lnTo>
                      <a:pt x="110" y="36"/>
                    </a:lnTo>
                    <a:lnTo>
                      <a:pt x="110" y="38"/>
                    </a:lnTo>
                    <a:lnTo>
                      <a:pt x="112" y="40"/>
                    </a:lnTo>
                    <a:lnTo>
                      <a:pt x="114" y="42"/>
                    </a:lnTo>
                    <a:lnTo>
                      <a:pt x="114" y="44"/>
                    </a:lnTo>
                    <a:lnTo>
                      <a:pt x="108" y="50"/>
                    </a:lnTo>
                    <a:lnTo>
                      <a:pt x="102" y="52"/>
                    </a:lnTo>
                    <a:lnTo>
                      <a:pt x="98" y="54"/>
                    </a:lnTo>
                    <a:lnTo>
                      <a:pt x="98" y="56"/>
                    </a:lnTo>
                    <a:lnTo>
                      <a:pt x="110" y="58"/>
                    </a:lnTo>
                    <a:close/>
                    <a:moveTo>
                      <a:pt x="108" y="74"/>
                    </a:moveTo>
                    <a:lnTo>
                      <a:pt x="108" y="74"/>
                    </a:lnTo>
                    <a:lnTo>
                      <a:pt x="108" y="76"/>
                    </a:lnTo>
                    <a:lnTo>
                      <a:pt x="106" y="76"/>
                    </a:lnTo>
                    <a:lnTo>
                      <a:pt x="110" y="80"/>
                    </a:lnTo>
                    <a:lnTo>
                      <a:pt x="114" y="80"/>
                    </a:lnTo>
                    <a:lnTo>
                      <a:pt x="120" y="80"/>
                    </a:lnTo>
                    <a:lnTo>
                      <a:pt x="114" y="76"/>
                    </a:lnTo>
                    <a:lnTo>
                      <a:pt x="110" y="74"/>
                    </a:lnTo>
                    <a:lnTo>
                      <a:pt x="108" y="74"/>
                    </a:lnTo>
                    <a:close/>
                    <a:moveTo>
                      <a:pt x="72" y="174"/>
                    </a:moveTo>
                    <a:lnTo>
                      <a:pt x="70" y="174"/>
                    </a:lnTo>
                    <a:lnTo>
                      <a:pt x="72" y="174"/>
                    </a:lnTo>
                    <a:close/>
                    <a:moveTo>
                      <a:pt x="70" y="222"/>
                    </a:moveTo>
                    <a:lnTo>
                      <a:pt x="70" y="222"/>
                    </a:lnTo>
                    <a:lnTo>
                      <a:pt x="72" y="226"/>
                    </a:lnTo>
                    <a:lnTo>
                      <a:pt x="76" y="220"/>
                    </a:lnTo>
                    <a:lnTo>
                      <a:pt x="76" y="216"/>
                    </a:lnTo>
                    <a:lnTo>
                      <a:pt x="74" y="214"/>
                    </a:lnTo>
                    <a:lnTo>
                      <a:pt x="78" y="216"/>
                    </a:lnTo>
                    <a:lnTo>
                      <a:pt x="80" y="210"/>
                    </a:lnTo>
                    <a:lnTo>
                      <a:pt x="78" y="210"/>
                    </a:lnTo>
                    <a:lnTo>
                      <a:pt x="72" y="218"/>
                    </a:lnTo>
                    <a:lnTo>
                      <a:pt x="70" y="222"/>
                    </a:lnTo>
                    <a:close/>
                    <a:moveTo>
                      <a:pt x="78" y="80"/>
                    </a:moveTo>
                    <a:lnTo>
                      <a:pt x="78" y="80"/>
                    </a:lnTo>
                    <a:lnTo>
                      <a:pt x="72" y="82"/>
                    </a:lnTo>
                    <a:lnTo>
                      <a:pt x="78" y="82"/>
                    </a:lnTo>
                    <a:lnTo>
                      <a:pt x="78" y="80"/>
                    </a:lnTo>
                    <a:close/>
                    <a:moveTo>
                      <a:pt x="72" y="164"/>
                    </a:moveTo>
                    <a:lnTo>
                      <a:pt x="72" y="164"/>
                    </a:lnTo>
                    <a:lnTo>
                      <a:pt x="70" y="164"/>
                    </a:lnTo>
                    <a:lnTo>
                      <a:pt x="72" y="164"/>
                    </a:lnTo>
                    <a:close/>
                  </a:path>
                </a:pathLst>
              </a:custGeom>
              <a:solidFill>
                <a:srgbClr val="13280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94" name="Group 39">
                <a:extLst>
                  <a:ext uri="{FF2B5EF4-FFF2-40B4-BE49-F238E27FC236}">
                    <a16:creationId xmlns:a16="http://schemas.microsoft.com/office/drawing/2014/main" id="{E5422704-814B-31D2-54FA-C43465811C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66479" y="6359593"/>
                <a:ext cx="118741" cy="352357"/>
                <a:chOff x="1676" y="8644"/>
                <a:chExt cx="89" cy="299"/>
              </a:xfrm>
            </p:grpSpPr>
            <p:sp>
              <p:nvSpPr>
                <p:cNvPr id="99" name="AutoShape 40">
                  <a:extLst>
                    <a:ext uri="{FF2B5EF4-FFF2-40B4-BE49-F238E27FC236}">
                      <a16:creationId xmlns:a16="http://schemas.microsoft.com/office/drawing/2014/main" id="{0744CB7C-76C8-00AA-B747-A826E43BFA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6" y="8665"/>
                  <a:ext cx="55" cy="203"/>
                </a:xfrm>
                <a:custGeom>
                  <a:avLst/>
                  <a:gdLst>
                    <a:gd name="T0" fmla="*/ 18 w 62"/>
                    <a:gd name="T1" fmla="*/ 184 h 204"/>
                    <a:gd name="T2" fmla="*/ 2 w 62"/>
                    <a:gd name="T3" fmla="*/ 154 h 204"/>
                    <a:gd name="T4" fmla="*/ 0 w 62"/>
                    <a:gd name="T5" fmla="*/ 144 h 204"/>
                    <a:gd name="T6" fmla="*/ 2 w 62"/>
                    <a:gd name="T7" fmla="*/ 140 h 204"/>
                    <a:gd name="T8" fmla="*/ 14 w 62"/>
                    <a:gd name="T9" fmla="*/ 128 h 204"/>
                    <a:gd name="T10" fmla="*/ 18 w 62"/>
                    <a:gd name="T11" fmla="*/ 120 h 204"/>
                    <a:gd name="T12" fmla="*/ 18 w 62"/>
                    <a:gd name="T13" fmla="*/ 112 h 204"/>
                    <a:gd name="T14" fmla="*/ 16 w 62"/>
                    <a:gd name="T15" fmla="*/ 98 h 204"/>
                    <a:gd name="T16" fmla="*/ 16 w 62"/>
                    <a:gd name="T17" fmla="*/ 80 h 204"/>
                    <a:gd name="T18" fmla="*/ 20 w 62"/>
                    <a:gd name="T19" fmla="*/ 66 h 204"/>
                    <a:gd name="T20" fmla="*/ 22 w 62"/>
                    <a:gd name="T21" fmla="*/ 56 h 204"/>
                    <a:gd name="T22" fmla="*/ 20 w 62"/>
                    <a:gd name="T23" fmla="*/ 36 h 204"/>
                    <a:gd name="T24" fmla="*/ 20 w 62"/>
                    <a:gd name="T25" fmla="*/ 28 h 204"/>
                    <a:gd name="T26" fmla="*/ 24 w 62"/>
                    <a:gd name="T27" fmla="*/ 18 h 204"/>
                    <a:gd name="T28" fmla="*/ 26 w 62"/>
                    <a:gd name="T29" fmla="*/ 10 h 204"/>
                    <a:gd name="T30" fmla="*/ 30 w 62"/>
                    <a:gd name="T31" fmla="*/ 2 h 204"/>
                    <a:gd name="T32" fmla="*/ 34 w 62"/>
                    <a:gd name="T33" fmla="*/ 0 h 204"/>
                    <a:gd name="T34" fmla="*/ 34 w 62"/>
                    <a:gd name="T35" fmla="*/ 6 h 204"/>
                    <a:gd name="T36" fmla="*/ 32 w 62"/>
                    <a:gd name="T37" fmla="*/ 46 h 204"/>
                    <a:gd name="T38" fmla="*/ 32 w 62"/>
                    <a:gd name="T39" fmla="*/ 60 h 204"/>
                    <a:gd name="T40" fmla="*/ 30 w 62"/>
                    <a:gd name="T41" fmla="*/ 68 h 204"/>
                    <a:gd name="T42" fmla="*/ 40 w 62"/>
                    <a:gd name="T43" fmla="*/ 70 h 204"/>
                    <a:gd name="T44" fmla="*/ 50 w 62"/>
                    <a:gd name="T45" fmla="*/ 68 h 204"/>
                    <a:gd name="T46" fmla="*/ 56 w 62"/>
                    <a:gd name="T47" fmla="*/ 64 h 204"/>
                    <a:gd name="T48" fmla="*/ 56 w 62"/>
                    <a:gd name="T49" fmla="*/ 60 h 204"/>
                    <a:gd name="T50" fmla="*/ 62 w 62"/>
                    <a:gd name="T51" fmla="*/ 88 h 204"/>
                    <a:gd name="T52" fmla="*/ 60 w 62"/>
                    <a:gd name="T53" fmla="*/ 98 h 204"/>
                    <a:gd name="T54" fmla="*/ 54 w 62"/>
                    <a:gd name="T55" fmla="*/ 118 h 204"/>
                    <a:gd name="T56" fmla="*/ 52 w 62"/>
                    <a:gd name="T57" fmla="*/ 136 h 204"/>
                    <a:gd name="T58" fmla="*/ 54 w 62"/>
                    <a:gd name="T59" fmla="*/ 144 h 204"/>
                    <a:gd name="T60" fmla="*/ 58 w 62"/>
                    <a:gd name="T61" fmla="*/ 156 h 204"/>
                    <a:gd name="T62" fmla="*/ 58 w 62"/>
                    <a:gd name="T63" fmla="*/ 164 h 204"/>
                    <a:gd name="T64" fmla="*/ 58 w 62"/>
                    <a:gd name="T65" fmla="*/ 180 h 204"/>
                    <a:gd name="T66" fmla="*/ 60 w 62"/>
                    <a:gd name="T67" fmla="*/ 194 h 204"/>
                    <a:gd name="T68" fmla="*/ 58 w 62"/>
                    <a:gd name="T69" fmla="*/ 202 h 204"/>
                    <a:gd name="T70" fmla="*/ 52 w 62"/>
                    <a:gd name="T71" fmla="*/ 204 h 204"/>
                    <a:gd name="T72" fmla="*/ 48 w 62"/>
                    <a:gd name="T73" fmla="*/ 200 h 204"/>
                    <a:gd name="T74" fmla="*/ 40 w 62"/>
                    <a:gd name="T75" fmla="*/ 194 h 204"/>
                    <a:gd name="T76" fmla="*/ 36 w 62"/>
                    <a:gd name="T77" fmla="*/ 192 h 204"/>
                    <a:gd name="T78" fmla="*/ 24 w 62"/>
                    <a:gd name="T79" fmla="*/ 188 h 204"/>
                    <a:gd name="T80" fmla="*/ 18 w 62"/>
                    <a:gd name="T81" fmla="*/ 184 h 204"/>
                    <a:gd name="T82" fmla="*/ 0 w 62"/>
                    <a:gd name="T83" fmla="*/ 0 h 204"/>
                    <a:gd name="T84" fmla="*/ 62 w 62"/>
                    <a:gd name="T85" fmla="*/ 20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T82" t="T83" r="T84" b="T85"/>
                  <a:pathLst>
                    <a:path w="62" h="204">
                      <a:moveTo>
                        <a:pt x="18" y="184"/>
                      </a:moveTo>
                      <a:lnTo>
                        <a:pt x="18" y="184"/>
                      </a:lnTo>
                      <a:lnTo>
                        <a:pt x="8" y="168"/>
                      </a:lnTo>
                      <a:lnTo>
                        <a:pt x="2" y="154"/>
                      </a:lnTo>
                      <a:lnTo>
                        <a:pt x="0" y="148"/>
                      </a:lnTo>
                      <a:lnTo>
                        <a:pt x="0" y="144"/>
                      </a:lnTo>
                      <a:lnTo>
                        <a:pt x="2" y="140"/>
                      </a:lnTo>
                      <a:lnTo>
                        <a:pt x="6" y="136"/>
                      </a:lnTo>
                      <a:lnTo>
                        <a:pt x="14" y="128"/>
                      </a:lnTo>
                      <a:lnTo>
                        <a:pt x="18" y="120"/>
                      </a:lnTo>
                      <a:lnTo>
                        <a:pt x="18" y="116"/>
                      </a:lnTo>
                      <a:lnTo>
                        <a:pt x="18" y="112"/>
                      </a:lnTo>
                      <a:lnTo>
                        <a:pt x="16" y="98"/>
                      </a:lnTo>
                      <a:lnTo>
                        <a:pt x="16" y="88"/>
                      </a:lnTo>
                      <a:lnTo>
                        <a:pt x="16" y="80"/>
                      </a:lnTo>
                      <a:lnTo>
                        <a:pt x="20" y="66"/>
                      </a:lnTo>
                      <a:lnTo>
                        <a:pt x="22" y="56"/>
                      </a:lnTo>
                      <a:lnTo>
                        <a:pt x="20" y="44"/>
                      </a:lnTo>
                      <a:lnTo>
                        <a:pt x="20" y="36"/>
                      </a:lnTo>
                      <a:lnTo>
                        <a:pt x="20" y="28"/>
                      </a:lnTo>
                      <a:lnTo>
                        <a:pt x="20" y="24"/>
                      </a:lnTo>
                      <a:lnTo>
                        <a:pt x="24" y="18"/>
                      </a:lnTo>
                      <a:lnTo>
                        <a:pt x="26" y="14"/>
                      </a:lnTo>
                      <a:lnTo>
                        <a:pt x="26" y="10"/>
                      </a:lnTo>
                      <a:lnTo>
                        <a:pt x="30" y="2"/>
                      </a:lnTo>
                      <a:lnTo>
                        <a:pt x="32" y="0"/>
                      </a:lnTo>
                      <a:lnTo>
                        <a:pt x="34" y="0"/>
                      </a:lnTo>
                      <a:lnTo>
                        <a:pt x="34" y="6"/>
                      </a:lnTo>
                      <a:lnTo>
                        <a:pt x="34" y="22"/>
                      </a:lnTo>
                      <a:lnTo>
                        <a:pt x="32" y="46"/>
                      </a:lnTo>
                      <a:lnTo>
                        <a:pt x="32" y="60"/>
                      </a:lnTo>
                      <a:lnTo>
                        <a:pt x="30" y="68"/>
                      </a:lnTo>
                      <a:lnTo>
                        <a:pt x="34" y="70"/>
                      </a:lnTo>
                      <a:lnTo>
                        <a:pt x="40" y="70"/>
                      </a:lnTo>
                      <a:lnTo>
                        <a:pt x="50" y="68"/>
                      </a:lnTo>
                      <a:lnTo>
                        <a:pt x="54" y="66"/>
                      </a:lnTo>
                      <a:lnTo>
                        <a:pt x="56" y="64"/>
                      </a:lnTo>
                      <a:lnTo>
                        <a:pt x="56" y="60"/>
                      </a:lnTo>
                      <a:lnTo>
                        <a:pt x="60" y="74"/>
                      </a:lnTo>
                      <a:lnTo>
                        <a:pt x="62" y="88"/>
                      </a:lnTo>
                      <a:lnTo>
                        <a:pt x="62" y="94"/>
                      </a:lnTo>
                      <a:lnTo>
                        <a:pt x="60" y="98"/>
                      </a:lnTo>
                      <a:lnTo>
                        <a:pt x="54" y="118"/>
                      </a:lnTo>
                      <a:lnTo>
                        <a:pt x="54" y="128"/>
                      </a:lnTo>
                      <a:lnTo>
                        <a:pt x="52" y="136"/>
                      </a:lnTo>
                      <a:lnTo>
                        <a:pt x="54" y="144"/>
                      </a:lnTo>
                      <a:lnTo>
                        <a:pt x="56" y="150"/>
                      </a:lnTo>
                      <a:lnTo>
                        <a:pt x="58" y="156"/>
                      </a:lnTo>
                      <a:lnTo>
                        <a:pt x="58" y="164"/>
                      </a:lnTo>
                      <a:lnTo>
                        <a:pt x="56" y="172"/>
                      </a:lnTo>
                      <a:lnTo>
                        <a:pt x="58" y="180"/>
                      </a:lnTo>
                      <a:lnTo>
                        <a:pt x="60" y="186"/>
                      </a:lnTo>
                      <a:lnTo>
                        <a:pt x="60" y="194"/>
                      </a:lnTo>
                      <a:lnTo>
                        <a:pt x="58" y="202"/>
                      </a:lnTo>
                      <a:lnTo>
                        <a:pt x="56" y="204"/>
                      </a:lnTo>
                      <a:lnTo>
                        <a:pt x="52" y="204"/>
                      </a:lnTo>
                      <a:lnTo>
                        <a:pt x="48" y="200"/>
                      </a:lnTo>
                      <a:lnTo>
                        <a:pt x="44" y="196"/>
                      </a:lnTo>
                      <a:lnTo>
                        <a:pt x="40" y="194"/>
                      </a:lnTo>
                      <a:lnTo>
                        <a:pt x="36" y="192"/>
                      </a:lnTo>
                      <a:lnTo>
                        <a:pt x="30" y="192"/>
                      </a:lnTo>
                      <a:lnTo>
                        <a:pt x="24" y="188"/>
                      </a:lnTo>
                      <a:lnTo>
                        <a:pt x="18" y="184"/>
                      </a:lnTo>
                      <a:close/>
                    </a:path>
                  </a:pathLst>
                </a:custGeom>
                <a:solidFill>
                  <a:srgbClr val="20391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" name="AutoShape 41">
                  <a:extLst>
                    <a:ext uri="{FF2B5EF4-FFF2-40B4-BE49-F238E27FC236}">
                      <a16:creationId xmlns:a16="http://schemas.microsoft.com/office/drawing/2014/main" id="{8608761E-52A7-F30D-8A8E-02A83AD8D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1" y="8644"/>
                  <a:ext cx="69" cy="299"/>
                </a:xfrm>
                <a:custGeom>
                  <a:avLst/>
                  <a:gdLst>
                    <a:gd name="T0" fmla="*/ 60 w 80"/>
                    <a:gd name="T1" fmla="*/ 240 h 300"/>
                    <a:gd name="T2" fmla="*/ 48 w 80"/>
                    <a:gd name="T3" fmla="*/ 290 h 300"/>
                    <a:gd name="T4" fmla="*/ 18 w 80"/>
                    <a:gd name="T5" fmla="*/ 218 h 300"/>
                    <a:gd name="T6" fmla="*/ 20 w 80"/>
                    <a:gd name="T7" fmla="*/ 204 h 300"/>
                    <a:gd name="T8" fmla="*/ 24 w 80"/>
                    <a:gd name="T9" fmla="*/ 234 h 300"/>
                    <a:gd name="T10" fmla="*/ 36 w 80"/>
                    <a:gd name="T11" fmla="*/ 214 h 300"/>
                    <a:gd name="T12" fmla="*/ 12 w 80"/>
                    <a:gd name="T13" fmla="*/ 166 h 300"/>
                    <a:gd name="T14" fmla="*/ 20 w 80"/>
                    <a:gd name="T15" fmla="*/ 174 h 300"/>
                    <a:gd name="T16" fmla="*/ 26 w 80"/>
                    <a:gd name="T17" fmla="*/ 182 h 300"/>
                    <a:gd name="T18" fmla="*/ 26 w 80"/>
                    <a:gd name="T19" fmla="*/ 194 h 300"/>
                    <a:gd name="T20" fmla="*/ 38 w 80"/>
                    <a:gd name="T21" fmla="*/ 218 h 300"/>
                    <a:gd name="T22" fmla="*/ 38 w 80"/>
                    <a:gd name="T23" fmla="*/ 262 h 300"/>
                    <a:gd name="T24" fmla="*/ 32 w 80"/>
                    <a:gd name="T25" fmla="*/ 162 h 300"/>
                    <a:gd name="T26" fmla="*/ 24 w 80"/>
                    <a:gd name="T27" fmla="*/ 150 h 300"/>
                    <a:gd name="T28" fmla="*/ 30 w 80"/>
                    <a:gd name="T29" fmla="*/ 158 h 300"/>
                    <a:gd name="T30" fmla="*/ 40 w 80"/>
                    <a:gd name="T31" fmla="*/ 156 h 300"/>
                    <a:gd name="T32" fmla="*/ 26 w 80"/>
                    <a:gd name="T33" fmla="*/ 126 h 300"/>
                    <a:gd name="T34" fmla="*/ 20 w 80"/>
                    <a:gd name="T35" fmla="*/ 114 h 300"/>
                    <a:gd name="T36" fmla="*/ 18 w 80"/>
                    <a:gd name="T37" fmla="*/ 104 h 300"/>
                    <a:gd name="T38" fmla="*/ 24 w 80"/>
                    <a:gd name="T39" fmla="*/ 100 h 300"/>
                    <a:gd name="T40" fmla="*/ 28 w 80"/>
                    <a:gd name="T41" fmla="*/ 140 h 300"/>
                    <a:gd name="T42" fmla="*/ 40 w 80"/>
                    <a:gd name="T43" fmla="*/ 116 h 300"/>
                    <a:gd name="T44" fmla="*/ 36 w 80"/>
                    <a:gd name="T45" fmla="*/ 80 h 300"/>
                    <a:gd name="T46" fmla="*/ 34 w 80"/>
                    <a:gd name="T47" fmla="*/ 66 h 300"/>
                    <a:gd name="T48" fmla="*/ 40 w 80"/>
                    <a:gd name="T49" fmla="*/ 74 h 300"/>
                    <a:gd name="T50" fmla="*/ 44 w 80"/>
                    <a:gd name="T51" fmla="*/ 86 h 300"/>
                    <a:gd name="T52" fmla="*/ 50 w 80"/>
                    <a:gd name="T53" fmla="*/ 154 h 300"/>
                    <a:gd name="T54" fmla="*/ 50 w 80"/>
                    <a:gd name="T55" fmla="*/ 108 h 300"/>
                    <a:gd name="T56" fmla="*/ 56 w 80"/>
                    <a:gd name="T57" fmla="*/ 102 h 300"/>
                    <a:gd name="T58" fmla="*/ 58 w 80"/>
                    <a:gd name="T59" fmla="*/ 90 h 300"/>
                    <a:gd name="T60" fmla="*/ 64 w 80"/>
                    <a:gd name="T61" fmla="*/ 84 h 300"/>
                    <a:gd name="T62" fmla="*/ 70 w 80"/>
                    <a:gd name="T63" fmla="*/ 76 h 300"/>
                    <a:gd name="T64" fmla="*/ 50 w 80"/>
                    <a:gd name="T65" fmla="*/ 114 h 300"/>
                    <a:gd name="T66" fmla="*/ 58 w 80"/>
                    <a:gd name="T67" fmla="*/ 122 h 300"/>
                    <a:gd name="T68" fmla="*/ 80 w 80"/>
                    <a:gd name="T69" fmla="*/ 92 h 300"/>
                    <a:gd name="T70" fmla="*/ 46 w 80"/>
                    <a:gd name="T71" fmla="*/ 180 h 300"/>
                    <a:gd name="T72" fmla="*/ 62 w 80"/>
                    <a:gd name="T73" fmla="*/ 234 h 300"/>
                    <a:gd name="T74" fmla="*/ 58 w 80"/>
                    <a:gd name="T75" fmla="*/ 224 h 300"/>
                    <a:gd name="T76" fmla="*/ 54 w 80"/>
                    <a:gd name="T77" fmla="*/ 208 h 300"/>
                    <a:gd name="T78" fmla="*/ 60 w 80"/>
                    <a:gd name="T79" fmla="*/ 228 h 300"/>
                    <a:gd name="T80" fmla="*/ 64 w 80"/>
                    <a:gd name="T81" fmla="*/ 182 h 300"/>
                    <a:gd name="T82" fmla="*/ 68 w 80"/>
                    <a:gd name="T83" fmla="*/ 194 h 300"/>
                    <a:gd name="T84" fmla="*/ 70 w 80"/>
                    <a:gd name="T85" fmla="*/ 204 h 300"/>
                    <a:gd name="T86" fmla="*/ 64 w 80"/>
                    <a:gd name="T87" fmla="*/ 216 h 300"/>
                    <a:gd name="T88" fmla="*/ 14 w 80"/>
                    <a:gd name="T89" fmla="*/ 56 h 300"/>
                    <a:gd name="T90" fmla="*/ 22 w 80"/>
                    <a:gd name="T91" fmla="*/ 70 h 300"/>
                    <a:gd name="T92" fmla="*/ 14 w 80"/>
                    <a:gd name="T93" fmla="*/ 36 h 300"/>
                    <a:gd name="T94" fmla="*/ 10 w 80"/>
                    <a:gd name="T95" fmla="*/ 42 h 300"/>
                    <a:gd name="T96" fmla="*/ 14 w 80"/>
                    <a:gd name="T97" fmla="*/ 50 h 300"/>
                    <a:gd name="T98" fmla="*/ 38 w 80"/>
                    <a:gd name="T99" fmla="*/ 58 h 300"/>
                    <a:gd name="T100" fmla="*/ 40 w 80"/>
                    <a:gd name="T101" fmla="*/ 66 h 300"/>
                    <a:gd name="T102" fmla="*/ 38 w 80"/>
                    <a:gd name="T103" fmla="*/ 38 h 300"/>
                    <a:gd name="T104" fmla="*/ 36 w 80"/>
                    <a:gd name="T105" fmla="*/ 50 h 300"/>
                    <a:gd name="T106" fmla="*/ 20 w 80"/>
                    <a:gd name="T107" fmla="*/ 218 h 300"/>
                    <a:gd name="T108" fmla="*/ 20 w 80"/>
                    <a:gd name="T109" fmla="*/ 218 h 300"/>
                    <a:gd name="T110" fmla="*/ 60 w 80"/>
                    <a:gd name="T111" fmla="*/ 28 h 300"/>
                    <a:gd name="T112" fmla="*/ 60 w 80"/>
                    <a:gd name="T113" fmla="*/ 2 h 300"/>
                    <a:gd name="T114" fmla="*/ 68 w 80"/>
                    <a:gd name="T115" fmla="*/ 8 h 300"/>
                    <a:gd name="T116" fmla="*/ 62 w 80"/>
                    <a:gd name="T117" fmla="*/ 26 h 300"/>
                    <a:gd name="T118" fmla="*/ 0 w 80"/>
                    <a:gd name="T119" fmla="*/ 0 h 300"/>
                    <a:gd name="T120" fmla="*/ 80 w 80"/>
                    <a:gd name="T121" fmla="*/ 300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T118" t="T119" r="T120" b="T121"/>
                  <a:pathLst>
                    <a:path w="80" h="300">
                      <a:moveTo>
                        <a:pt x="64" y="216"/>
                      </a:moveTo>
                      <a:lnTo>
                        <a:pt x="64" y="216"/>
                      </a:lnTo>
                      <a:lnTo>
                        <a:pt x="64" y="224"/>
                      </a:lnTo>
                      <a:lnTo>
                        <a:pt x="64" y="232"/>
                      </a:lnTo>
                      <a:lnTo>
                        <a:pt x="64" y="238"/>
                      </a:lnTo>
                      <a:lnTo>
                        <a:pt x="60" y="240"/>
                      </a:lnTo>
                      <a:lnTo>
                        <a:pt x="58" y="244"/>
                      </a:lnTo>
                      <a:lnTo>
                        <a:pt x="52" y="244"/>
                      </a:lnTo>
                      <a:lnTo>
                        <a:pt x="48" y="252"/>
                      </a:lnTo>
                      <a:lnTo>
                        <a:pt x="46" y="262"/>
                      </a:lnTo>
                      <a:lnTo>
                        <a:pt x="46" y="282"/>
                      </a:lnTo>
                      <a:lnTo>
                        <a:pt x="48" y="290"/>
                      </a:lnTo>
                      <a:lnTo>
                        <a:pt x="48" y="294"/>
                      </a:lnTo>
                      <a:lnTo>
                        <a:pt x="44" y="298"/>
                      </a:lnTo>
                      <a:lnTo>
                        <a:pt x="36" y="300"/>
                      </a:lnTo>
                      <a:lnTo>
                        <a:pt x="30" y="258"/>
                      </a:lnTo>
                      <a:lnTo>
                        <a:pt x="24" y="238"/>
                      </a:lnTo>
                      <a:lnTo>
                        <a:pt x="18" y="218"/>
                      </a:lnTo>
                      <a:lnTo>
                        <a:pt x="16" y="216"/>
                      </a:lnTo>
                      <a:lnTo>
                        <a:pt x="14" y="216"/>
                      </a:lnTo>
                      <a:lnTo>
                        <a:pt x="18" y="216"/>
                      </a:lnTo>
                      <a:lnTo>
                        <a:pt x="20" y="216"/>
                      </a:lnTo>
                      <a:lnTo>
                        <a:pt x="22" y="212"/>
                      </a:lnTo>
                      <a:lnTo>
                        <a:pt x="22" y="208"/>
                      </a:lnTo>
                      <a:lnTo>
                        <a:pt x="20" y="204"/>
                      </a:lnTo>
                      <a:lnTo>
                        <a:pt x="14" y="192"/>
                      </a:lnTo>
                      <a:lnTo>
                        <a:pt x="4" y="182"/>
                      </a:lnTo>
                      <a:lnTo>
                        <a:pt x="0" y="178"/>
                      </a:lnTo>
                      <a:lnTo>
                        <a:pt x="0" y="180"/>
                      </a:lnTo>
                      <a:lnTo>
                        <a:pt x="4" y="190"/>
                      </a:lnTo>
                      <a:lnTo>
                        <a:pt x="14" y="210"/>
                      </a:lnTo>
                      <a:lnTo>
                        <a:pt x="24" y="234"/>
                      </a:lnTo>
                      <a:lnTo>
                        <a:pt x="26" y="238"/>
                      </a:lnTo>
                      <a:lnTo>
                        <a:pt x="28" y="236"/>
                      </a:lnTo>
                      <a:lnTo>
                        <a:pt x="28" y="224"/>
                      </a:lnTo>
                      <a:lnTo>
                        <a:pt x="30" y="220"/>
                      </a:lnTo>
                      <a:lnTo>
                        <a:pt x="34" y="218"/>
                      </a:lnTo>
                      <a:lnTo>
                        <a:pt x="36" y="214"/>
                      </a:lnTo>
                      <a:lnTo>
                        <a:pt x="34" y="210"/>
                      </a:lnTo>
                      <a:lnTo>
                        <a:pt x="28" y="198"/>
                      </a:lnTo>
                      <a:lnTo>
                        <a:pt x="22" y="186"/>
                      </a:lnTo>
                      <a:lnTo>
                        <a:pt x="16" y="176"/>
                      </a:lnTo>
                      <a:lnTo>
                        <a:pt x="10" y="164"/>
                      </a:lnTo>
                      <a:lnTo>
                        <a:pt x="12" y="166"/>
                      </a:lnTo>
                      <a:lnTo>
                        <a:pt x="16" y="168"/>
                      </a:lnTo>
                      <a:lnTo>
                        <a:pt x="14" y="166"/>
                      </a:lnTo>
                      <a:lnTo>
                        <a:pt x="12" y="162"/>
                      </a:lnTo>
                      <a:lnTo>
                        <a:pt x="16" y="168"/>
                      </a:lnTo>
                      <a:lnTo>
                        <a:pt x="20" y="174"/>
                      </a:lnTo>
                      <a:lnTo>
                        <a:pt x="22" y="172"/>
                      </a:lnTo>
                      <a:lnTo>
                        <a:pt x="24" y="170"/>
                      </a:lnTo>
                      <a:lnTo>
                        <a:pt x="22" y="184"/>
                      </a:lnTo>
                      <a:lnTo>
                        <a:pt x="26" y="180"/>
                      </a:lnTo>
                      <a:lnTo>
                        <a:pt x="26" y="182"/>
                      </a:lnTo>
                      <a:lnTo>
                        <a:pt x="24" y="184"/>
                      </a:lnTo>
                      <a:lnTo>
                        <a:pt x="22" y="186"/>
                      </a:lnTo>
                      <a:lnTo>
                        <a:pt x="24" y="190"/>
                      </a:lnTo>
                      <a:lnTo>
                        <a:pt x="26" y="196"/>
                      </a:lnTo>
                      <a:lnTo>
                        <a:pt x="26" y="194"/>
                      </a:lnTo>
                      <a:lnTo>
                        <a:pt x="28" y="194"/>
                      </a:lnTo>
                      <a:lnTo>
                        <a:pt x="32" y="202"/>
                      </a:lnTo>
                      <a:lnTo>
                        <a:pt x="36" y="210"/>
                      </a:lnTo>
                      <a:lnTo>
                        <a:pt x="38" y="214"/>
                      </a:lnTo>
                      <a:lnTo>
                        <a:pt x="38" y="218"/>
                      </a:lnTo>
                      <a:lnTo>
                        <a:pt x="36" y="222"/>
                      </a:lnTo>
                      <a:lnTo>
                        <a:pt x="30" y="224"/>
                      </a:lnTo>
                      <a:lnTo>
                        <a:pt x="30" y="244"/>
                      </a:lnTo>
                      <a:lnTo>
                        <a:pt x="32" y="252"/>
                      </a:lnTo>
                      <a:lnTo>
                        <a:pt x="34" y="256"/>
                      </a:lnTo>
                      <a:lnTo>
                        <a:pt x="38" y="262"/>
                      </a:lnTo>
                      <a:lnTo>
                        <a:pt x="40" y="250"/>
                      </a:lnTo>
                      <a:lnTo>
                        <a:pt x="42" y="240"/>
                      </a:lnTo>
                      <a:lnTo>
                        <a:pt x="38" y="218"/>
                      </a:lnTo>
                      <a:lnTo>
                        <a:pt x="36" y="196"/>
                      </a:lnTo>
                      <a:lnTo>
                        <a:pt x="34" y="186"/>
                      </a:lnTo>
                      <a:lnTo>
                        <a:pt x="36" y="174"/>
                      </a:lnTo>
                      <a:lnTo>
                        <a:pt x="32" y="162"/>
                      </a:lnTo>
                      <a:lnTo>
                        <a:pt x="28" y="156"/>
                      </a:lnTo>
                      <a:lnTo>
                        <a:pt x="22" y="152"/>
                      </a:lnTo>
                      <a:lnTo>
                        <a:pt x="18" y="150"/>
                      </a:lnTo>
                      <a:lnTo>
                        <a:pt x="20" y="152"/>
                      </a:lnTo>
                      <a:lnTo>
                        <a:pt x="24" y="152"/>
                      </a:lnTo>
                      <a:lnTo>
                        <a:pt x="26" y="152"/>
                      </a:lnTo>
                      <a:lnTo>
                        <a:pt x="24" y="150"/>
                      </a:lnTo>
                      <a:lnTo>
                        <a:pt x="22" y="150"/>
                      </a:lnTo>
                      <a:lnTo>
                        <a:pt x="24" y="150"/>
                      </a:lnTo>
                      <a:lnTo>
                        <a:pt x="26" y="152"/>
                      </a:lnTo>
                      <a:lnTo>
                        <a:pt x="28" y="154"/>
                      </a:lnTo>
                      <a:lnTo>
                        <a:pt x="30" y="158"/>
                      </a:lnTo>
                      <a:lnTo>
                        <a:pt x="32" y="156"/>
                      </a:lnTo>
                      <a:lnTo>
                        <a:pt x="34" y="154"/>
                      </a:lnTo>
                      <a:lnTo>
                        <a:pt x="34" y="168"/>
                      </a:lnTo>
                      <a:lnTo>
                        <a:pt x="38" y="164"/>
                      </a:lnTo>
                      <a:lnTo>
                        <a:pt x="40" y="160"/>
                      </a:lnTo>
                      <a:lnTo>
                        <a:pt x="40" y="156"/>
                      </a:lnTo>
                      <a:lnTo>
                        <a:pt x="38" y="152"/>
                      </a:lnTo>
                      <a:lnTo>
                        <a:pt x="32" y="150"/>
                      </a:lnTo>
                      <a:lnTo>
                        <a:pt x="28" y="148"/>
                      </a:lnTo>
                      <a:lnTo>
                        <a:pt x="26" y="144"/>
                      </a:lnTo>
                      <a:lnTo>
                        <a:pt x="26" y="140"/>
                      </a:lnTo>
                      <a:lnTo>
                        <a:pt x="26" y="132"/>
                      </a:lnTo>
                      <a:lnTo>
                        <a:pt x="26" y="126"/>
                      </a:lnTo>
                      <a:lnTo>
                        <a:pt x="28" y="124"/>
                      </a:lnTo>
                      <a:lnTo>
                        <a:pt x="28" y="122"/>
                      </a:lnTo>
                      <a:lnTo>
                        <a:pt x="26" y="116"/>
                      </a:lnTo>
                      <a:lnTo>
                        <a:pt x="20" y="114"/>
                      </a:lnTo>
                      <a:lnTo>
                        <a:pt x="22" y="114"/>
                      </a:lnTo>
                      <a:lnTo>
                        <a:pt x="26" y="116"/>
                      </a:lnTo>
                      <a:lnTo>
                        <a:pt x="22" y="110"/>
                      </a:lnTo>
                      <a:lnTo>
                        <a:pt x="18" y="104"/>
                      </a:lnTo>
                      <a:lnTo>
                        <a:pt x="24" y="106"/>
                      </a:lnTo>
                      <a:lnTo>
                        <a:pt x="22" y="100"/>
                      </a:lnTo>
                      <a:lnTo>
                        <a:pt x="24" y="94"/>
                      </a:lnTo>
                      <a:lnTo>
                        <a:pt x="24" y="98"/>
                      </a:lnTo>
                      <a:lnTo>
                        <a:pt x="24" y="100"/>
                      </a:lnTo>
                      <a:lnTo>
                        <a:pt x="24" y="96"/>
                      </a:lnTo>
                      <a:lnTo>
                        <a:pt x="26" y="94"/>
                      </a:lnTo>
                      <a:lnTo>
                        <a:pt x="26" y="106"/>
                      </a:lnTo>
                      <a:lnTo>
                        <a:pt x="26" y="118"/>
                      </a:lnTo>
                      <a:lnTo>
                        <a:pt x="28" y="128"/>
                      </a:lnTo>
                      <a:lnTo>
                        <a:pt x="28" y="140"/>
                      </a:lnTo>
                      <a:lnTo>
                        <a:pt x="30" y="144"/>
                      </a:lnTo>
                      <a:lnTo>
                        <a:pt x="32" y="146"/>
                      </a:lnTo>
                      <a:lnTo>
                        <a:pt x="38" y="148"/>
                      </a:lnTo>
                      <a:lnTo>
                        <a:pt x="40" y="150"/>
                      </a:lnTo>
                      <a:lnTo>
                        <a:pt x="42" y="140"/>
                      </a:lnTo>
                      <a:lnTo>
                        <a:pt x="42" y="132"/>
                      </a:lnTo>
                      <a:lnTo>
                        <a:pt x="40" y="116"/>
                      </a:lnTo>
                      <a:lnTo>
                        <a:pt x="30" y="82"/>
                      </a:lnTo>
                      <a:lnTo>
                        <a:pt x="24" y="64"/>
                      </a:lnTo>
                      <a:lnTo>
                        <a:pt x="32" y="84"/>
                      </a:lnTo>
                      <a:lnTo>
                        <a:pt x="32" y="86"/>
                      </a:lnTo>
                      <a:lnTo>
                        <a:pt x="34" y="84"/>
                      </a:lnTo>
                      <a:lnTo>
                        <a:pt x="36" y="80"/>
                      </a:lnTo>
                      <a:lnTo>
                        <a:pt x="38" y="74"/>
                      </a:lnTo>
                      <a:lnTo>
                        <a:pt x="38" y="72"/>
                      </a:lnTo>
                      <a:lnTo>
                        <a:pt x="36" y="72"/>
                      </a:lnTo>
                      <a:lnTo>
                        <a:pt x="34" y="68"/>
                      </a:lnTo>
                      <a:lnTo>
                        <a:pt x="32" y="66"/>
                      </a:lnTo>
                      <a:lnTo>
                        <a:pt x="34" y="66"/>
                      </a:lnTo>
                      <a:lnTo>
                        <a:pt x="32" y="62"/>
                      </a:lnTo>
                      <a:lnTo>
                        <a:pt x="32" y="58"/>
                      </a:lnTo>
                      <a:lnTo>
                        <a:pt x="32" y="60"/>
                      </a:lnTo>
                      <a:lnTo>
                        <a:pt x="32" y="62"/>
                      </a:lnTo>
                      <a:lnTo>
                        <a:pt x="32" y="64"/>
                      </a:lnTo>
                      <a:lnTo>
                        <a:pt x="38" y="70"/>
                      </a:lnTo>
                      <a:lnTo>
                        <a:pt x="40" y="74"/>
                      </a:lnTo>
                      <a:lnTo>
                        <a:pt x="40" y="76"/>
                      </a:lnTo>
                      <a:lnTo>
                        <a:pt x="36" y="80"/>
                      </a:lnTo>
                      <a:lnTo>
                        <a:pt x="36" y="90"/>
                      </a:lnTo>
                      <a:lnTo>
                        <a:pt x="38" y="96"/>
                      </a:lnTo>
                      <a:lnTo>
                        <a:pt x="42" y="100"/>
                      </a:lnTo>
                      <a:lnTo>
                        <a:pt x="44" y="86"/>
                      </a:lnTo>
                      <a:lnTo>
                        <a:pt x="44" y="96"/>
                      </a:lnTo>
                      <a:lnTo>
                        <a:pt x="44" y="120"/>
                      </a:lnTo>
                      <a:lnTo>
                        <a:pt x="44" y="140"/>
                      </a:lnTo>
                      <a:lnTo>
                        <a:pt x="46" y="160"/>
                      </a:lnTo>
                      <a:lnTo>
                        <a:pt x="50" y="154"/>
                      </a:lnTo>
                      <a:lnTo>
                        <a:pt x="50" y="148"/>
                      </a:lnTo>
                      <a:lnTo>
                        <a:pt x="52" y="142"/>
                      </a:lnTo>
                      <a:lnTo>
                        <a:pt x="50" y="138"/>
                      </a:lnTo>
                      <a:lnTo>
                        <a:pt x="48" y="126"/>
                      </a:lnTo>
                      <a:lnTo>
                        <a:pt x="46" y="116"/>
                      </a:lnTo>
                      <a:lnTo>
                        <a:pt x="48" y="112"/>
                      </a:lnTo>
                      <a:lnTo>
                        <a:pt x="50" y="108"/>
                      </a:lnTo>
                      <a:lnTo>
                        <a:pt x="54" y="106"/>
                      </a:lnTo>
                      <a:lnTo>
                        <a:pt x="54" y="102"/>
                      </a:lnTo>
                      <a:lnTo>
                        <a:pt x="56" y="102"/>
                      </a:lnTo>
                      <a:lnTo>
                        <a:pt x="60" y="98"/>
                      </a:lnTo>
                      <a:lnTo>
                        <a:pt x="60" y="94"/>
                      </a:lnTo>
                      <a:lnTo>
                        <a:pt x="58" y="92"/>
                      </a:lnTo>
                      <a:lnTo>
                        <a:pt x="56" y="90"/>
                      </a:lnTo>
                      <a:lnTo>
                        <a:pt x="58" y="90"/>
                      </a:lnTo>
                      <a:lnTo>
                        <a:pt x="60" y="92"/>
                      </a:lnTo>
                      <a:lnTo>
                        <a:pt x="60" y="86"/>
                      </a:lnTo>
                      <a:lnTo>
                        <a:pt x="60" y="80"/>
                      </a:lnTo>
                      <a:lnTo>
                        <a:pt x="62" y="80"/>
                      </a:lnTo>
                      <a:lnTo>
                        <a:pt x="64" y="84"/>
                      </a:lnTo>
                      <a:lnTo>
                        <a:pt x="64" y="80"/>
                      </a:lnTo>
                      <a:lnTo>
                        <a:pt x="66" y="76"/>
                      </a:lnTo>
                      <a:lnTo>
                        <a:pt x="68" y="76"/>
                      </a:lnTo>
                      <a:lnTo>
                        <a:pt x="68" y="78"/>
                      </a:lnTo>
                      <a:lnTo>
                        <a:pt x="68" y="76"/>
                      </a:lnTo>
                      <a:lnTo>
                        <a:pt x="70" y="76"/>
                      </a:lnTo>
                      <a:lnTo>
                        <a:pt x="66" y="80"/>
                      </a:lnTo>
                      <a:lnTo>
                        <a:pt x="62" y="94"/>
                      </a:lnTo>
                      <a:lnTo>
                        <a:pt x="60" y="100"/>
                      </a:lnTo>
                      <a:lnTo>
                        <a:pt x="56" y="104"/>
                      </a:lnTo>
                      <a:lnTo>
                        <a:pt x="50" y="114"/>
                      </a:lnTo>
                      <a:lnTo>
                        <a:pt x="50" y="120"/>
                      </a:lnTo>
                      <a:lnTo>
                        <a:pt x="52" y="126"/>
                      </a:lnTo>
                      <a:lnTo>
                        <a:pt x="54" y="134"/>
                      </a:lnTo>
                      <a:lnTo>
                        <a:pt x="54" y="140"/>
                      </a:lnTo>
                      <a:lnTo>
                        <a:pt x="54" y="136"/>
                      </a:lnTo>
                      <a:lnTo>
                        <a:pt x="58" y="122"/>
                      </a:lnTo>
                      <a:lnTo>
                        <a:pt x="60" y="114"/>
                      </a:lnTo>
                      <a:lnTo>
                        <a:pt x="64" y="104"/>
                      </a:lnTo>
                      <a:lnTo>
                        <a:pt x="70" y="96"/>
                      </a:lnTo>
                      <a:lnTo>
                        <a:pt x="72" y="92"/>
                      </a:lnTo>
                      <a:lnTo>
                        <a:pt x="76" y="90"/>
                      </a:lnTo>
                      <a:lnTo>
                        <a:pt x="80" y="90"/>
                      </a:lnTo>
                      <a:lnTo>
                        <a:pt x="80" y="92"/>
                      </a:lnTo>
                      <a:lnTo>
                        <a:pt x="76" y="102"/>
                      </a:lnTo>
                      <a:lnTo>
                        <a:pt x="68" y="118"/>
                      </a:lnTo>
                      <a:lnTo>
                        <a:pt x="60" y="134"/>
                      </a:lnTo>
                      <a:lnTo>
                        <a:pt x="56" y="148"/>
                      </a:lnTo>
                      <a:lnTo>
                        <a:pt x="52" y="158"/>
                      </a:lnTo>
                      <a:lnTo>
                        <a:pt x="46" y="180"/>
                      </a:lnTo>
                      <a:lnTo>
                        <a:pt x="46" y="200"/>
                      </a:lnTo>
                      <a:lnTo>
                        <a:pt x="46" y="220"/>
                      </a:lnTo>
                      <a:lnTo>
                        <a:pt x="50" y="240"/>
                      </a:lnTo>
                      <a:lnTo>
                        <a:pt x="58" y="238"/>
                      </a:lnTo>
                      <a:lnTo>
                        <a:pt x="60" y="236"/>
                      </a:lnTo>
                      <a:lnTo>
                        <a:pt x="60" y="234"/>
                      </a:lnTo>
                      <a:lnTo>
                        <a:pt x="62" y="234"/>
                      </a:lnTo>
                      <a:lnTo>
                        <a:pt x="60" y="230"/>
                      </a:lnTo>
                      <a:lnTo>
                        <a:pt x="58" y="228"/>
                      </a:lnTo>
                      <a:lnTo>
                        <a:pt x="56" y="228"/>
                      </a:lnTo>
                      <a:lnTo>
                        <a:pt x="58" y="228"/>
                      </a:lnTo>
                      <a:lnTo>
                        <a:pt x="58" y="224"/>
                      </a:lnTo>
                      <a:lnTo>
                        <a:pt x="54" y="220"/>
                      </a:lnTo>
                      <a:lnTo>
                        <a:pt x="52" y="218"/>
                      </a:lnTo>
                      <a:lnTo>
                        <a:pt x="54" y="216"/>
                      </a:lnTo>
                      <a:lnTo>
                        <a:pt x="54" y="212"/>
                      </a:lnTo>
                      <a:lnTo>
                        <a:pt x="54" y="208"/>
                      </a:lnTo>
                      <a:lnTo>
                        <a:pt x="56" y="210"/>
                      </a:lnTo>
                      <a:lnTo>
                        <a:pt x="58" y="212"/>
                      </a:lnTo>
                      <a:lnTo>
                        <a:pt x="58" y="208"/>
                      </a:lnTo>
                      <a:lnTo>
                        <a:pt x="56" y="216"/>
                      </a:lnTo>
                      <a:lnTo>
                        <a:pt x="56" y="222"/>
                      </a:lnTo>
                      <a:lnTo>
                        <a:pt x="58" y="226"/>
                      </a:lnTo>
                      <a:lnTo>
                        <a:pt x="60" y="228"/>
                      </a:lnTo>
                      <a:lnTo>
                        <a:pt x="62" y="230"/>
                      </a:lnTo>
                      <a:lnTo>
                        <a:pt x="62" y="218"/>
                      </a:lnTo>
                      <a:lnTo>
                        <a:pt x="64" y="206"/>
                      </a:lnTo>
                      <a:lnTo>
                        <a:pt x="64" y="194"/>
                      </a:lnTo>
                      <a:lnTo>
                        <a:pt x="64" y="182"/>
                      </a:lnTo>
                      <a:lnTo>
                        <a:pt x="66" y="184"/>
                      </a:lnTo>
                      <a:lnTo>
                        <a:pt x="68" y="188"/>
                      </a:lnTo>
                      <a:lnTo>
                        <a:pt x="66" y="184"/>
                      </a:lnTo>
                      <a:lnTo>
                        <a:pt x="66" y="182"/>
                      </a:lnTo>
                      <a:lnTo>
                        <a:pt x="68" y="188"/>
                      </a:lnTo>
                      <a:lnTo>
                        <a:pt x="68" y="194"/>
                      </a:lnTo>
                      <a:lnTo>
                        <a:pt x="72" y="192"/>
                      </a:lnTo>
                      <a:lnTo>
                        <a:pt x="68" y="198"/>
                      </a:lnTo>
                      <a:lnTo>
                        <a:pt x="64" y="204"/>
                      </a:lnTo>
                      <a:lnTo>
                        <a:pt x="70" y="204"/>
                      </a:lnTo>
                      <a:lnTo>
                        <a:pt x="66" y="206"/>
                      </a:lnTo>
                      <a:lnTo>
                        <a:pt x="64" y="206"/>
                      </a:lnTo>
                      <a:lnTo>
                        <a:pt x="62" y="210"/>
                      </a:lnTo>
                      <a:lnTo>
                        <a:pt x="62" y="216"/>
                      </a:lnTo>
                      <a:lnTo>
                        <a:pt x="64" y="216"/>
                      </a:lnTo>
                      <a:close/>
                      <a:moveTo>
                        <a:pt x="42" y="106"/>
                      </a:moveTo>
                      <a:lnTo>
                        <a:pt x="42" y="104"/>
                      </a:lnTo>
                      <a:lnTo>
                        <a:pt x="40" y="106"/>
                      </a:lnTo>
                      <a:lnTo>
                        <a:pt x="42" y="106"/>
                      </a:lnTo>
                      <a:close/>
                      <a:moveTo>
                        <a:pt x="14" y="56"/>
                      </a:moveTo>
                      <a:lnTo>
                        <a:pt x="14" y="56"/>
                      </a:lnTo>
                      <a:lnTo>
                        <a:pt x="16" y="64"/>
                      </a:lnTo>
                      <a:lnTo>
                        <a:pt x="22" y="72"/>
                      </a:lnTo>
                      <a:lnTo>
                        <a:pt x="22" y="70"/>
                      </a:lnTo>
                      <a:lnTo>
                        <a:pt x="20" y="68"/>
                      </a:lnTo>
                      <a:lnTo>
                        <a:pt x="16" y="68"/>
                      </a:lnTo>
                      <a:lnTo>
                        <a:pt x="14" y="64"/>
                      </a:lnTo>
                      <a:lnTo>
                        <a:pt x="14" y="50"/>
                      </a:lnTo>
                      <a:lnTo>
                        <a:pt x="14" y="44"/>
                      </a:lnTo>
                      <a:lnTo>
                        <a:pt x="14" y="36"/>
                      </a:lnTo>
                      <a:lnTo>
                        <a:pt x="12" y="40"/>
                      </a:lnTo>
                      <a:lnTo>
                        <a:pt x="12" y="36"/>
                      </a:lnTo>
                      <a:lnTo>
                        <a:pt x="12" y="40"/>
                      </a:lnTo>
                      <a:lnTo>
                        <a:pt x="12" y="44"/>
                      </a:lnTo>
                      <a:lnTo>
                        <a:pt x="10" y="42"/>
                      </a:lnTo>
                      <a:lnTo>
                        <a:pt x="14" y="48"/>
                      </a:lnTo>
                      <a:lnTo>
                        <a:pt x="10" y="48"/>
                      </a:lnTo>
                      <a:lnTo>
                        <a:pt x="14" y="50"/>
                      </a:lnTo>
                      <a:lnTo>
                        <a:pt x="14" y="52"/>
                      </a:lnTo>
                      <a:lnTo>
                        <a:pt x="14" y="56"/>
                      </a:lnTo>
                      <a:close/>
                      <a:moveTo>
                        <a:pt x="38" y="58"/>
                      </a:moveTo>
                      <a:lnTo>
                        <a:pt x="38" y="58"/>
                      </a:lnTo>
                      <a:lnTo>
                        <a:pt x="42" y="68"/>
                      </a:lnTo>
                      <a:lnTo>
                        <a:pt x="48" y="76"/>
                      </a:lnTo>
                      <a:lnTo>
                        <a:pt x="46" y="72"/>
                      </a:lnTo>
                      <a:lnTo>
                        <a:pt x="44" y="70"/>
                      </a:lnTo>
                      <a:lnTo>
                        <a:pt x="42" y="70"/>
                      </a:lnTo>
                      <a:lnTo>
                        <a:pt x="40" y="66"/>
                      </a:lnTo>
                      <a:lnTo>
                        <a:pt x="40" y="52"/>
                      </a:lnTo>
                      <a:lnTo>
                        <a:pt x="38" y="38"/>
                      </a:lnTo>
                      <a:lnTo>
                        <a:pt x="38" y="42"/>
                      </a:lnTo>
                      <a:lnTo>
                        <a:pt x="38" y="40"/>
                      </a:lnTo>
                      <a:lnTo>
                        <a:pt x="38" y="38"/>
                      </a:lnTo>
                      <a:lnTo>
                        <a:pt x="36" y="46"/>
                      </a:lnTo>
                      <a:lnTo>
                        <a:pt x="34" y="44"/>
                      </a:lnTo>
                      <a:lnTo>
                        <a:pt x="38" y="52"/>
                      </a:lnTo>
                      <a:lnTo>
                        <a:pt x="36" y="50"/>
                      </a:lnTo>
                      <a:lnTo>
                        <a:pt x="40" y="52"/>
                      </a:lnTo>
                      <a:lnTo>
                        <a:pt x="40" y="56"/>
                      </a:lnTo>
                      <a:lnTo>
                        <a:pt x="40" y="58"/>
                      </a:lnTo>
                      <a:lnTo>
                        <a:pt x="38" y="58"/>
                      </a:lnTo>
                      <a:close/>
                      <a:moveTo>
                        <a:pt x="20" y="218"/>
                      </a:moveTo>
                      <a:lnTo>
                        <a:pt x="20" y="218"/>
                      </a:lnTo>
                      <a:lnTo>
                        <a:pt x="18" y="208"/>
                      </a:lnTo>
                      <a:lnTo>
                        <a:pt x="14" y="196"/>
                      </a:lnTo>
                      <a:lnTo>
                        <a:pt x="14" y="202"/>
                      </a:lnTo>
                      <a:lnTo>
                        <a:pt x="14" y="208"/>
                      </a:lnTo>
                      <a:lnTo>
                        <a:pt x="20" y="218"/>
                      </a:lnTo>
                      <a:close/>
                      <a:moveTo>
                        <a:pt x="36" y="172"/>
                      </a:moveTo>
                      <a:lnTo>
                        <a:pt x="38" y="166"/>
                      </a:lnTo>
                      <a:lnTo>
                        <a:pt x="36" y="168"/>
                      </a:lnTo>
                      <a:lnTo>
                        <a:pt x="36" y="172"/>
                      </a:lnTo>
                      <a:close/>
                      <a:moveTo>
                        <a:pt x="60" y="28"/>
                      </a:moveTo>
                      <a:lnTo>
                        <a:pt x="60" y="28"/>
                      </a:lnTo>
                      <a:lnTo>
                        <a:pt x="60" y="24"/>
                      </a:lnTo>
                      <a:lnTo>
                        <a:pt x="62" y="18"/>
                      </a:lnTo>
                      <a:lnTo>
                        <a:pt x="62" y="8"/>
                      </a:lnTo>
                      <a:lnTo>
                        <a:pt x="62" y="6"/>
                      </a:lnTo>
                      <a:lnTo>
                        <a:pt x="60" y="2"/>
                      </a:lnTo>
                      <a:lnTo>
                        <a:pt x="58" y="0"/>
                      </a:lnTo>
                      <a:lnTo>
                        <a:pt x="60" y="2"/>
                      </a:lnTo>
                      <a:lnTo>
                        <a:pt x="62" y="4"/>
                      </a:lnTo>
                      <a:lnTo>
                        <a:pt x="62" y="0"/>
                      </a:lnTo>
                      <a:lnTo>
                        <a:pt x="64" y="10"/>
                      </a:lnTo>
                      <a:lnTo>
                        <a:pt x="66" y="10"/>
                      </a:lnTo>
                      <a:lnTo>
                        <a:pt x="68" y="8"/>
                      </a:lnTo>
                      <a:lnTo>
                        <a:pt x="62" y="20"/>
                      </a:lnTo>
                      <a:lnTo>
                        <a:pt x="64" y="20"/>
                      </a:lnTo>
                      <a:lnTo>
                        <a:pt x="62" y="22"/>
                      </a:lnTo>
                      <a:lnTo>
                        <a:pt x="60" y="26"/>
                      </a:lnTo>
                      <a:lnTo>
                        <a:pt x="62" y="26"/>
                      </a:lnTo>
                      <a:lnTo>
                        <a:pt x="60" y="28"/>
                      </a:lnTo>
                      <a:close/>
                    </a:path>
                  </a:pathLst>
                </a:custGeom>
                <a:solidFill>
                  <a:srgbClr val="A2703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AutoShape 42">
                  <a:extLst>
                    <a:ext uri="{FF2B5EF4-FFF2-40B4-BE49-F238E27FC236}">
                      <a16:creationId xmlns:a16="http://schemas.microsoft.com/office/drawing/2014/main" id="{E45A08FD-739B-FD57-D047-7C2A473F3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6" y="8652"/>
                  <a:ext cx="89" cy="220"/>
                </a:xfrm>
                <a:custGeom>
                  <a:avLst/>
                  <a:gdLst>
                    <a:gd name="T0" fmla="*/ 80 w 102"/>
                    <a:gd name="T1" fmla="*/ 124 h 220"/>
                    <a:gd name="T2" fmla="*/ 66 w 102"/>
                    <a:gd name="T3" fmla="*/ 132 h 220"/>
                    <a:gd name="T4" fmla="*/ 66 w 102"/>
                    <a:gd name="T5" fmla="*/ 148 h 220"/>
                    <a:gd name="T6" fmla="*/ 76 w 102"/>
                    <a:gd name="T7" fmla="*/ 164 h 220"/>
                    <a:gd name="T8" fmla="*/ 82 w 102"/>
                    <a:gd name="T9" fmla="*/ 186 h 220"/>
                    <a:gd name="T10" fmla="*/ 72 w 102"/>
                    <a:gd name="T11" fmla="*/ 204 h 220"/>
                    <a:gd name="T12" fmla="*/ 56 w 102"/>
                    <a:gd name="T13" fmla="*/ 214 h 220"/>
                    <a:gd name="T14" fmla="*/ 44 w 102"/>
                    <a:gd name="T15" fmla="*/ 218 h 220"/>
                    <a:gd name="T16" fmla="*/ 40 w 102"/>
                    <a:gd name="T17" fmla="*/ 208 h 220"/>
                    <a:gd name="T18" fmla="*/ 26 w 102"/>
                    <a:gd name="T19" fmla="*/ 210 h 220"/>
                    <a:gd name="T20" fmla="*/ 16 w 102"/>
                    <a:gd name="T21" fmla="*/ 210 h 220"/>
                    <a:gd name="T22" fmla="*/ 4 w 102"/>
                    <a:gd name="T23" fmla="*/ 198 h 220"/>
                    <a:gd name="T24" fmla="*/ 0 w 102"/>
                    <a:gd name="T25" fmla="*/ 154 h 220"/>
                    <a:gd name="T26" fmla="*/ 8 w 102"/>
                    <a:gd name="T27" fmla="*/ 138 h 220"/>
                    <a:gd name="T28" fmla="*/ 16 w 102"/>
                    <a:gd name="T29" fmla="*/ 138 h 220"/>
                    <a:gd name="T30" fmla="*/ 14 w 102"/>
                    <a:gd name="T31" fmla="*/ 126 h 220"/>
                    <a:gd name="T32" fmla="*/ 18 w 102"/>
                    <a:gd name="T33" fmla="*/ 128 h 220"/>
                    <a:gd name="T34" fmla="*/ 32 w 102"/>
                    <a:gd name="T35" fmla="*/ 146 h 220"/>
                    <a:gd name="T36" fmla="*/ 44 w 102"/>
                    <a:gd name="T37" fmla="*/ 136 h 220"/>
                    <a:gd name="T38" fmla="*/ 40 w 102"/>
                    <a:gd name="T39" fmla="*/ 94 h 220"/>
                    <a:gd name="T40" fmla="*/ 30 w 102"/>
                    <a:gd name="T41" fmla="*/ 114 h 220"/>
                    <a:gd name="T42" fmla="*/ 10 w 102"/>
                    <a:gd name="T43" fmla="*/ 110 h 220"/>
                    <a:gd name="T44" fmla="*/ 8 w 102"/>
                    <a:gd name="T45" fmla="*/ 94 h 220"/>
                    <a:gd name="T46" fmla="*/ 16 w 102"/>
                    <a:gd name="T47" fmla="*/ 70 h 220"/>
                    <a:gd name="T48" fmla="*/ 32 w 102"/>
                    <a:gd name="T49" fmla="*/ 74 h 220"/>
                    <a:gd name="T50" fmla="*/ 44 w 102"/>
                    <a:gd name="T51" fmla="*/ 82 h 220"/>
                    <a:gd name="T52" fmla="*/ 46 w 102"/>
                    <a:gd name="T53" fmla="*/ 88 h 220"/>
                    <a:gd name="T54" fmla="*/ 46 w 102"/>
                    <a:gd name="T55" fmla="*/ 78 h 220"/>
                    <a:gd name="T56" fmla="*/ 44 w 102"/>
                    <a:gd name="T57" fmla="*/ 74 h 220"/>
                    <a:gd name="T58" fmla="*/ 42 w 102"/>
                    <a:gd name="T59" fmla="*/ 72 h 220"/>
                    <a:gd name="T60" fmla="*/ 42 w 102"/>
                    <a:gd name="T61" fmla="*/ 54 h 220"/>
                    <a:gd name="T62" fmla="*/ 16 w 102"/>
                    <a:gd name="T63" fmla="*/ 34 h 220"/>
                    <a:gd name="T64" fmla="*/ 26 w 102"/>
                    <a:gd name="T65" fmla="*/ 20 h 220"/>
                    <a:gd name="T66" fmla="*/ 46 w 102"/>
                    <a:gd name="T67" fmla="*/ 4 h 220"/>
                    <a:gd name="T68" fmla="*/ 48 w 102"/>
                    <a:gd name="T69" fmla="*/ 2 h 220"/>
                    <a:gd name="T70" fmla="*/ 50 w 102"/>
                    <a:gd name="T71" fmla="*/ 8 h 220"/>
                    <a:gd name="T72" fmla="*/ 54 w 102"/>
                    <a:gd name="T73" fmla="*/ 6 h 220"/>
                    <a:gd name="T74" fmla="*/ 68 w 102"/>
                    <a:gd name="T75" fmla="*/ 26 h 220"/>
                    <a:gd name="T76" fmla="*/ 62 w 102"/>
                    <a:gd name="T77" fmla="*/ 14 h 220"/>
                    <a:gd name="T78" fmla="*/ 68 w 102"/>
                    <a:gd name="T79" fmla="*/ 12 h 220"/>
                    <a:gd name="T80" fmla="*/ 68 w 102"/>
                    <a:gd name="T81" fmla="*/ 18 h 220"/>
                    <a:gd name="T82" fmla="*/ 86 w 102"/>
                    <a:gd name="T83" fmla="*/ 50 h 220"/>
                    <a:gd name="T84" fmla="*/ 92 w 102"/>
                    <a:gd name="T85" fmla="*/ 52 h 220"/>
                    <a:gd name="T86" fmla="*/ 102 w 102"/>
                    <a:gd name="T87" fmla="*/ 64 h 220"/>
                    <a:gd name="T88" fmla="*/ 92 w 102"/>
                    <a:gd name="T89" fmla="*/ 64 h 220"/>
                    <a:gd name="T90" fmla="*/ 90 w 102"/>
                    <a:gd name="T91" fmla="*/ 74 h 220"/>
                    <a:gd name="T92" fmla="*/ 94 w 102"/>
                    <a:gd name="T93" fmla="*/ 88 h 220"/>
                    <a:gd name="T94" fmla="*/ 80 w 102"/>
                    <a:gd name="T95" fmla="*/ 116 h 220"/>
                    <a:gd name="T96" fmla="*/ 36 w 102"/>
                    <a:gd name="T97" fmla="*/ 148 h 220"/>
                    <a:gd name="T98" fmla="*/ 36 w 102"/>
                    <a:gd name="T99" fmla="*/ 148 h 220"/>
                    <a:gd name="T100" fmla="*/ 18 w 102"/>
                    <a:gd name="T101" fmla="*/ 44 h 220"/>
                    <a:gd name="T102" fmla="*/ 18 w 102"/>
                    <a:gd name="T103" fmla="*/ 46 h 220"/>
                    <a:gd name="T104" fmla="*/ 20 w 102"/>
                    <a:gd name="T105" fmla="*/ 60 h 220"/>
                    <a:gd name="T106" fmla="*/ 26 w 102"/>
                    <a:gd name="T107" fmla="*/ 18 h 220"/>
                    <a:gd name="T108" fmla="*/ 44 w 102"/>
                    <a:gd name="T109" fmla="*/ 204 h 220"/>
                    <a:gd name="T110" fmla="*/ 38 w 102"/>
                    <a:gd name="T111" fmla="*/ 206 h 220"/>
                    <a:gd name="T112" fmla="*/ 0 w 102"/>
                    <a:gd name="T113" fmla="*/ 0 h 220"/>
                    <a:gd name="T114" fmla="*/ 102 w 102"/>
                    <a:gd name="T115" fmla="*/ 220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T112" t="T113" r="T114" b="T115"/>
                  <a:pathLst>
                    <a:path w="102" h="220">
                      <a:moveTo>
                        <a:pt x="80" y="116"/>
                      </a:moveTo>
                      <a:lnTo>
                        <a:pt x="80" y="116"/>
                      </a:lnTo>
                      <a:lnTo>
                        <a:pt x="82" y="118"/>
                      </a:lnTo>
                      <a:lnTo>
                        <a:pt x="82" y="120"/>
                      </a:lnTo>
                      <a:lnTo>
                        <a:pt x="80" y="122"/>
                      </a:lnTo>
                      <a:lnTo>
                        <a:pt x="76" y="122"/>
                      </a:lnTo>
                      <a:lnTo>
                        <a:pt x="80" y="124"/>
                      </a:lnTo>
                      <a:lnTo>
                        <a:pt x="78" y="126"/>
                      </a:lnTo>
                      <a:lnTo>
                        <a:pt x="72" y="130"/>
                      </a:lnTo>
                      <a:lnTo>
                        <a:pt x="74" y="132"/>
                      </a:lnTo>
                      <a:lnTo>
                        <a:pt x="72" y="136"/>
                      </a:lnTo>
                      <a:lnTo>
                        <a:pt x="70" y="136"/>
                      </a:lnTo>
                      <a:lnTo>
                        <a:pt x="68" y="136"/>
                      </a:lnTo>
                      <a:lnTo>
                        <a:pt x="66" y="132"/>
                      </a:lnTo>
                      <a:lnTo>
                        <a:pt x="62" y="134"/>
                      </a:lnTo>
                      <a:lnTo>
                        <a:pt x="64" y="138"/>
                      </a:lnTo>
                      <a:lnTo>
                        <a:pt x="66" y="140"/>
                      </a:lnTo>
                      <a:lnTo>
                        <a:pt x="66" y="144"/>
                      </a:lnTo>
                      <a:lnTo>
                        <a:pt x="66" y="148"/>
                      </a:lnTo>
                      <a:lnTo>
                        <a:pt x="72" y="150"/>
                      </a:lnTo>
                      <a:lnTo>
                        <a:pt x="74" y="150"/>
                      </a:lnTo>
                      <a:lnTo>
                        <a:pt x="74" y="152"/>
                      </a:lnTo>
                      <a:lnTo>
                        <a:pt x="72" y="158"/>
                      </a:lnTo>
                      <a:lnTo>
                        <a:pt x="72" y="164"/>
                      </a:lnTo>
                      <a:lnTo>
                        <a:pt x="76" y="164"/>
                      </a:lnTo>
                      <a:lnTo>
                        <a:pt x="76" y="166"/>
                      </a:lnTo>
                      <a:lnTo>
                        <a:pt x="76" y="172"/>
                      </a:lnTo>
                      <a:lnTo>
                        <a:pt x="76" y="178"/>
                      </a:lnTo>
                      <a:lnTo>
                        <a:pt x="74" y="180"/>
                      </a:lnTo>
                      <a:lnTo>
                        <a:pt x="76" y="178"/>
                      </a:lnTo>
                      <a:lnTo>
                        <a:pt x="80" y="184"/>
                      </a:lnTo>
                      <a:lnTo>
                        <a:pt x="82" y="186"/>
                      </a:lnTo>
                      <a:lnTo>
                        <a:pt x="80" y="196"/>
                      </a:lnTo>
                      <a:lnTo>
                        <a:pt x="78" y="196"/>
                      </a:lnTo>
                      <a:lnTo>
                        <a:pt x="76" y="198"/>
                      </a:lnTo>
                      <a:lnTo>
                        <a:pt x="78" y="198"/>
                      </a:lnTo>
                      <a:lnTo>
                        <a:pt x="76" y="200"/>
                      </a:lnTo>
                      <a:lnTo>
                        <a:pt x="74" y="200"/>
                      </a:lnTo>
                      <a:lnTo>
                        <a:pt x="72" y="204"/>
                      </a:lnTo>
                      <a:lnTo>
                        <a:pt x="60" y="214"/>
                      </a:lnTo>
                      <a:lnTo>
                        <a:pt x="58" y="212"/>
                      </a:lnTo>
                      <a:lnTo>
                        <a:pt x="56" y="214"/>
                      </a:lnTo>
                      <a:lnTo>
                        <a:pt x="60" y="216"/>
                      </a:lnTo>
                      <a:lnTo>
                        <a:pt x="58" y="218"/>
                      </a:lnTo>
                      <a:lnTo>
                        <a:pt x="54" y="218"/>
                      </a:lnTo>
                      <a:lnTo>
                        <a:pt x="54" y="220"/>
                      </a:lnTo>
                      <a:lnTo>
                        <a:pt x="52" y="220"/>
                      </a:lnTo>
                      <a:lnTo>
                        <a:pt x="44" y="218"/>
                      </a:lnTo>
                      <a:lnTo>
                        <a:pt x="42" y="220"/>
                      </a:lnTo>
                      <a:lnTo>
                        <a:pt x="40" y="218"/>
                      </a:lnTo>
                      <a:lnTo>
                        <a:pt x="38" y="218"/>
                      </a:lnTo>
                      <a:lnTo>
                        <a:pt x="42" y="214"/>
                      </a:lnTo>
                      <a:lnTo>
                        <a:pt x="40" y="208"/>
                      </a:lnTo>
                      <a:lnTo>
                        <a:pt x="36" y="212"/>
                      </a:lnTo>
                      <a:lnTo>
                        <a:pt x="34" y="214"/>
                      </a:lnTo>
                      <a:lnTo>
                        <a:pt x="32" y="214"/>
                      </a:lnTo>
                      <a:lnTo>
                        <a:pt x="30" y="212"/>
                      </a:lnTo>
                      <a:lnTo>
                        <a:pt x="28" y="208"/>
                      </a:lnTo>
                      <a:lnTo>
                        <a:pt x="26" y="208"/>
                      </a:lnTo>
                      <a:lnTo>
                        <a:pt x="26" y="210"/>
                      </a:lnTo>
                      <a:lnTo>
                        <a:pt x="24" y="210"/>
                      </a:lnTo>
                      <a:lnTo>
                        <a:pt x="20" y="210"/>
                      </a:lnTo>
                      <a:lnTo>
                        <a:pt x="22" y="210"/>
                      </a:lnTo>
                      <a:lnTo>
                        <a:pt x="18" y="212"/>
                      </a:lnTo>
                      <a:lnTo>
                        <a:pt x="16" y="210"/>
                      </a:lnTo>
                      <a:lnTo>
                        <a:pt x="14" y="212"/>
                      </a:lnTo>
                      <a:lnTo>
                        <a:pt x="12" y="208"/>
                      </a:lnTo>
                      <a:lnTo>
                        <a:pt x="8" y="206"/>
                      </a:lnTo>
                      <a:lnTo>
                        <a:pt x="4" y="202"/>
                      </a:lnTo>
                      <a:lnTo>
                        <a:pt x="4" y="198"/>
                      </a:lnTo>
                      <a:lnTo>
                        <a:pt x="4" y="194"/>
                      </a:lnTo>
                      <a:lnTo>
                        <a:pt x="4" y="186"/>
                      </a:lnTo>
                      <a:lnTo>
                        <a:pt x="4" y="176"/>
                      </a:lnTo>
                      <a:lnTo>
                        <a:pt x="0" y="168"/>
                      </a:lnTo>
                      <a:lnTo>
                        <a:pt x="0" y="160"/>
                      </a:lnTo>
                      <a:lnTo>
                        <a:pt x="0" y="154"/>
                      </a:lnTo>
                      <a:lnTo>
                        <a:pt x="4" y="148"/>
                      </a:lnTo>
                      <a:lnTo>
                        <a:pt x="6" y="148"/>
                      </a:lnTo>
                      <a:lnTo>
                        <a:pt x="6" y="146"/>
                      </a:lnTo>
                      <a:lnTo>
                        <a:pt x="8" y="146"/>
                      </a:lnTo>
                      <a:lnTo>
                        <a:pt x="8" y="140"/>
                      </a:lnTo>
                      <a:lnTo>
                        <a:pt x="8" y="138"/>
                      </a:lnTo>
                      <a:lnTo>
                        <a:pt x="6" y="134"/>
                      </a:lnTo>
                      <a:lnTo>
                        <a:pt x="12" y="134"/>
                      </a:lnTo>
                      <a:lnTo>
                        <a:pt x="14" y="134"/>
                      </a:lnTo>
                      <a:lnTo>
                        <a:pt x="16" y="132"/>
                      </a:lnTo>
                      <a:lnTo>
                        <a:pt x="16" y="136"/>
                      </a:lnTo>
                      <a:lnTo>
                        <a:pt x="16" y="138"/>
                      </a:lnTo>
                      <a:lnTo>
                        <a:pt x="16" y="140"/>
                      </a:lnTo>
                      <a:lnTo>
                        <a:pt x="16" y="142"/>
                      </a:lnTo>
                      <a:lnTo>
                        <a:pt x="24" y="142"/>
                      </a:lnTo>
                      <a:lnTo>
                        <a:pt x="26" y="140"/>
                      </a:lnTo>
                      <a:lnTo>
                        <a:pt x="24" y="136"/>
                      </a:lnTo>
                      <a:lnTo>
                        <a:pt x="22" y="132"/>
                      </a:lnTo>
                      <a:lnTo>
                        <a:pt x="14" y="126"/>
                      </a:lnTo>
                      <a:lnTo>
                        <a:pt x="12" y="124"/>
                      </a:lnTo>
                      <a:lnTo>
                        <a:pt x="14" y="124"/>
                      </a:lnTo>
                      <a:lnTo>
                        <a:pt x="16" y="124"/>
                      </a:lnTo>
                      <a:lnTo>
                        <a:pt x="18" y="126"/>
                      </a:lnTo>
                      <a:lnTo>
                        <a:pt x="16" y="128"/>
                      </a:lnTo>
                      <a:lnTo>
                        <a:pt x="18" y="128"/>
                      </a:lnTo>
                      <a:lnTo>
                        <a:pt x="18" y="126"/>
                      </a:lnTo>
                      <a:lnTo>
                        <a:pt x="22" y="124"/>
                      </a:lnTo>
                      <a:lnTo>
                        <a:pt x="28" y="128"/>
                      </a:lnTo>
                      <a:lnTo>
                        <a:pt x="34" y="136"/>
                      </a:lnTo>
                      <a:lnTo>
                        <a:pt x="34" y="138"/>
                      </a:lnTo>
                      <a:lnTo>
                        <a:pt x="34" y="142"/>
                      </a:lnTo>
                      <a:lnTo>
                        <a:pt x="32" y="146"/>
                      </a:lnTo>
                      <a:lnTo>
                        <a:pt x="32" y="142"/>
                      </a:lnTo>
                      <a:lnTo>
                        <a:pt x="34" y="140"/>
                      </a:lnTo>
                      <a:lnTo>
                        <a:pt x="36" y="138"/>
                      </a:lnTo>
                      <a:lnTo>
                        <a:pt x="36" y="140"/>
                      </a:lnTo>
                      <a:lnTo>
                        <a:pt x="38" y="146"/>
                      </a:lnTo>
                      <a:lnTo>
                        <a:pt x="40" y="142"/>
                      </a:lnTo>
                      <a:lnTo>
                        <a:pt x="44" y="136"/>
                      </a:lnTo>
                      <a:lnTo>
                        <a:pt x="46" y="126"/>
                      </a:lnTo>
                      <a:lnTo>
                        <a:pt x="46" y="116"/>
                      </a:lnTo>
                      <a:lnTo>
                        <a:pt x="46" y="100"/>
                      </a:lnTo>
                      <a:lnTo>
                        <a:pt x="44" y="96"/>
                      </a:lnTo>
                      <a:lnTo>
                        <a:pt x="42" y="94"/>
                      </a:lnTo>
                      <a:lnTo>
                        <a:pt x="40" y="94"/>
                      </a:lnTo>
                      <a:lnTo>
                        <a:pt x="42" y="100"/>
                      </a:lnTo>
                      <a:lnTo>
                        <a:pt x="40" y="104"/>
                      </a:lnTo>
                      <a:lnTo>
                        <a:pt x="40" y="106"/>
                      </a:lnTo>
                      <a:lnTo>
                        <a:pt x="38" y="108"/>
                      </a:lnTo>
                      <a:lnTo>
                        <a:pt x="32" y="108"/>
                      </a:lnTo>
                      <a:lnTo>
                        <a:pt x="30" y="108"/>
                      </a:lnTo>
                      <a:lnTo>
                        <a:pt x="30" y="114"/>
                      </a:lnTo>
                      <a:lnTo>
                        <a:pt x="30" y="116"/>
                      </a:lnTo>
                      <a:lnTo>
                        <a:pt x="28" y="118"/>
                      </a:lnTo>
                      <a:lnTo>
                        <a:pt x="24" y="116"/>
                      </a:lnTo>
                      <a:lnTo>
                        <a:pt x="20" y="112"/>
                      </a:lnTo>
                      <a:lnTo>
                        <a:pt x="16" y="108"/>
                      </a:lnTo>
                      <a:lnTo>
                        <a:pt x="12" y="110"/>
                      </a:lnTo>
                      <a:lnTo>
                        <a:pt x="10" y="110"/>
                      </a:lnTo>
                      <a:lnTo>
                        <a:pt x="8" y="106"/>
                      </a:lnTo>
                      <a:lnTo>
                        <a:pt x="8" y="100"/>
                      </a:lnTo>
                      <a:lnTo>
                        <a:pt x="6" y="98"/>
                      </a:lnTo>
                      <a:lnTo>
                        <a:pt x="4" y="96"/>
                      </a:lnTo>
                      <a:lnTo>
                        <a:pt x="8" y="96"/>
                      </a:lnTo>
                      <a:lnTo>
                        <a:pt x="10" y="96"/>
                      </a:lnTo>
                      <a:lnTo>
                        <a:pt x="8" y="94"/>
                      </a:lnTo>
                      <a:lnTo>
                        <a:pt x="6" y="90"/>
                      </a:lnTo>
                      <a:lnTo>
                        <a:pt x="6" y="84"/>
                      </a:lnTo>
                      <a:lnTo>
                        <a:pt x="8" y="72"/>
                      </a:lnTo>
                      <a:lnTo>
                        <a:pt x="16" y="74"/>
                      </a:lnTo>
                      <a:lnTo>
                        <a:pt x="16" y="70"/>
                      </a:lnTo>
                      <a:lnTo>
                        <a:pt x="20" y="64"/>
                      </a:lnTo>
                      <a:lnTo>
                        <a:pt x="22" y="64"/>
                      </a:lnTo>
                      <a:lnTo>
                        <a:pt x="24" y="64"/>
                      </a:lnTo>
                      <a:lnTo>
                        <a:pt x="26" y="66"/>
                      </a:lnTo>
                      <a:lnTo>
                        <a:pt x="28" y="70"/>
                      </a:lnTo>
                      <a:lnTo>
                        <a:pt x="28" y="72"/>
                      </a:lnTo>
                      <a:lnTo>
                        <a:pt x="32" y="74"/>
                      </a:lnTo>
                      <a:lnTo>
                        <a:pt x="34" y="76"/>
                      </a:lnTo>
                      <a:lnTo>
                        <a:pt x="38" y="74"/>
                      </a:lnTo>
                      <a:lnTo>
                        <a:pt x="38" y="78"/>
                      </a:lnTo>
                      <a:lnTo>
                        <a:pt x="38" y="82"/>
                      </a:lnTo>
                      <a:lnTo>
                        <a:pt x="42" y="82"/>
                      </a:lnTo>
                      <a:lnTo>
                        <a:pt x="44" y="82"/>
                      </a:lnTo>
                      <a:lnTo>
                        <a:pt x="42" y="86"/>
                      </a:lnTo>
                      <a:lnTo>
                        <a:pt x="40" y="90"/>
                      </a:lnTo>
                      <a:lnTo>
                        <a:pt x="40" y="92"/>
                      </a:lnTo>
                      <a:lnTo>
                        <a:pt x="42" y="92"/>
                      </a:lnTo>
                      <a:lnTo>
                        <a:pt x="44" y="88"/>
                      </a:lnTo>
                      <a:lnTo>
                        <a:pt x="46" y="88"/>
                      </a:lnTo>
                      <a:lnTo>
                        <a:pt x="46" y="82"/>
                      </a:lnTo>
                      <a:lnTo>
                        <a:pt x="46" y="80"/>
                      </a:lnTo>
                      <a:lnTo>
                        <a:pt x="46" y="78"/>
                      </a:lnTo>
                      <a:lnTo>
                        <a:pt x="48" y="78"/>
                      </a:lnTo>
                      <a:lnTo>
                        <a:pt x="46" y="78"/>
                      </a:lnTo>
                      <a:lnTo>
                        <a:pt x="46" y="76"/>
                      </a:lnTo>
                      <a:lnTo>
                        <a:pt x="48" y="76"/>
                      </a:lnTo>
                      <a:lnTo>
                        <a:pt x="44" y="76"/>
                      </a:lnTo>
                      <a:lnTo>
                        <a:pt x="44" y="74"/>
                      </a:lnTo>
                      <a:lnTo>
                        <a:pt x="42" y="74"/>
                      </a:lnTo>
                      <a:lnTo>
                        <a:pt x="42" y="72"/>
                      </a:lnTo>
                      <a:lnTo>
                        <a:pt x="44" y="72"/>
                      </a:lnTo>
                      <a:lnTo>
                        <a:pt x="42" y="72"/>
                      </a:lnTo>
                      <a:lnTo>
                        <a:pt x="44" y="64"/>
                      </a:lnTo>
                      <a:lnTo>
                        <a:pt x="44" y="62"/>
                      </a:lnTo>
                      <a:lnTo>
                        <a:pt x="44" y="64"/>
                      </a:lnTo>
                      <a:lnTo>
                        <a:pt x="44" y="56"/>
                      </a:lnTo>
                      <a:lnTo>
                        <a:pt x="42" y="54"/>
                      </a:lnTo>
                      <a:lnTo>
                        <a:pt x="38" y="50"/>
                      </a:lnTo>
                      <a:lnTo>
                        <a:pt x="32" y="52"/>
                      </a:lnTo>
                      <a:lnTo>
                        <a:pt x="26" y="52"/>
                      </a:lnTo>
                      <a:lnTo>
                        <a:pt x="18" y="50"/>
                      </a:lnTo>
                      <a:lnTo>
                        <a:pt x="16" y="40"/>
                      </a:lnTo>
                      <a:lnTo>
                        <a:pt x="16" y="34"/>
                      </a:lnTo>
                      <a:lnTo>
                        <a:pt x="18" y="30"/>
                      </a:lnTo>
                      <a:lnTo>
                        <a:pt x="12" y="26"/>
                      </a:lnTo>
                      <a:lnTo>
                        <a:pt x="14" y="26"/>
                      </a:lnTo>
                      <a:lnTo>
                        <a:pt x="18" y="24"/>
                      </a:lnTo>
                      <a:lnTo>
                        <a:pt x="20" y="24"/>
                      </a:lnTo>
                      <a:lnTo>
                        <a:pt x="26" y="20"/>
                      </a:lnTo>
                      <a:lnTo>
                        <a:pt x="30" y="14"/>
                      </a:lnTo>
                      <a:lnTo>
                        <a:pt x="32" y="10"/>
                      </a:lnTo>
                      <a:lnTo>
                        <a:pt x="34" y="10"/>
                      </a:lnTo>
                      <a:lnTo>
                        <a:pt x="36" y="8"/>
                      </a:lnTo>
                      <a:lnTo>
                        <a:pt x="42" y="8"/>
                      </a:lnTo>
                      <a:lnTo>
                        <a:pt x="46" y="6"/>
                      </a:lnTo>
                      <a:lnTo>
                        <a:pt x="46" y="4"/>
                      </a:lnTo>
                      <a:lnTo>
                        <a:pt x="46" y="0"/>
                      </a:lnTo>
                      <a:lnTo>
                        <a:pt x="48" y="4"/>
                      </a:lnTo>
                      <a:lnTo>
                        <a:pt x="48" y="2"/>
                      </a:lnTo>
                      <a:lnTo>
                        <a:pt x="48" y="4"/>
                      </a:lnTo>
                      <a:lnTo>
                        <a:pt x="48" y="2"/>
                      </a:lnTo>
                      <a:lnTo>
                        <a:pt x="50" y="8"/>
                      </a:lnTo>
                      <a:lnTo>
                        <a:pt x="50" y="6"/>
                      </a:lnTo>
                      <a:lnTo>
                        <a:pt x="50" y="8"/>
                      </a:lnTo>
                      <a:lnTo>
                        <a:pt x="52" y="6"/>
                      </a:lnTo>
                      <a:lnTo>
                        <a:pt x="52" y="4"/>
                      </a:lnTo>
                      <a:lnTo>
                        <a:pt x="54" y="6"/>
                      </a:lnTo>
                      <a:lnTo>
                        <a:pt x="62" y="10"/>
                      </a:lnTo>
                      <a:lnTo>
                        <a:pt x="58" y="14"/>
                      </a:lnTo>
                      <a:lnTo>
                        <a:pt x="58" y="16"/>
                      </a:lnTo>
                      <a:lnTo>
                        <a:pt x="58" y="22"/>
                      </a:lnTo>
                      <a:lnTo>
                        <a:pt x="62" y="26"/>
                      </a:lnTo>
                      <a:lnTo>
                        <a:pt x="66" y="28"/>
                      </a:lnTo>
                      <a:lnTo>
                        <a:pt x="68" y="26"/>
                      </a:lnTo>
                      <a:lnTo>
                        <a:pt x="66" y="20"/>
                      </a:lnTo>
                      <a:lnTo>
                        <a:pt x="64" y="16"/>
                      </a:lnTo>
                      <a:lnTo>
                        <a:pt x="60" y="16"/>
                      </a:lnTo>
                      <a:lnTo>
                        <a:pt x="62" y="14"/>
                      </a:lnTo>
                      <a:lnTo>
                        <a:pt x="66" y="12"/>
                      </a:lnTo>
                      <a:lnTo>
                        <a:pt x="62" y="10"/>
                      </a:lnTo>
                      <a:lnTo>
                        <a:pt x="66" y="10"/>
                      </a:lnTo>
                      <a:lnTo>
                        <a:pt x="68" y="10"/>
                      </a:lnTo>
                      <a:lnTo>
                        <a:pt x="68" y="12"/>
                      </a:lnTo>
                      <a:lnTo>
                        <a:pt x="70" y="14"/>
                      </a:lnTo>
                      <a:lnTo>
                        <a:pt x="70" y="16"/>
                      </a:lnTo>
                      <a:lnTo>
                        <a:pt x="68" y="18"/>
                      </a:lnTo>
                      <a:lnTo>
                        <a:pt x="70" y="16"/>
                      </a:lnTo>
                      <a:lnTo>
                        <a:pt x="80" y="26"/>
                      </a:lnTo>
                      <a:lnTo>
                        <a:pt x="88" y="30"/>
                      </a:lnTo>
                      <a:lnTo>
                        <a:pt x="90" y="34"/>
                      </a:lnTo>
                      <a:lnTo>
                        <a:pt x="90" y="38"/>
                      </a:lnTo>
                      <a:lnTo>
                        <a:pt x="86" y="50"/>
                      </a:lnTo>
                      <a:lnTo>
                        <a:pt x="86" y="52"/>
                      </a:lnTo>
                      <a:lnTo>
                        <a:pt x="90" y="52"/>
                      </a:lnTo>
                      <a:lnTo>
                        <a:pt x="92" y="52"/>
                      </a:lnTo>
                      <a:lnTo>
                        <a:pt x="98" y="60"/>
                      </a:lnTo>
                      <a:lnTo>
                        <a:pt x="100" y="62"/>
                      </a:lnTo>
                      <a:lnTo>
                        <a:pt x="102" y="64"/>
                      </a:lnTo>
                      <a:lnTo>
                        <a:pt x="102" y="66"/>
                      </a:lnTo>
                      <a:lnTo>
                        <a:pt x="98" y="72"/>
                      </a:lnTo>
                      <a:lnTo>
                        <a:pt x="94" y="72"/>
                      </a:lnTo>
                      <a:lnTo>
                        <a:pt x="94" y="66"/>
                      </a:lnTo>
                      <a:lnTo>
                        <a:pt x="92" y="64"/>
                      </a:lnTo>
                      <a:lnTo>
                        <a:pt x="90" y="62"/>
                      </a:lnTo>
                      <a:lnTo>
                        <a:pt x="88" y="62"/>
                      </a:lnTo>
                      <a:lnTo>
                        <a:pt x="86" y="64"/>
                      </a:lnTo>
                      <a:lnTo>
                        <a:pt x="84" y="66"/>
                      </a:lnTo>
                      <a:lnTo>
                        <a:pt x="86" y="70"/>
                      </a:lnTo>
                      <a:lnTo>
                        <a:pt x="88" y="74"/>
                      </a:lnTo>
                      <a:lnTo>
                        <a:pt x="90" y="74"/>
                      </a:lnTo>
                      <a:lnTo>
                        <a:pt x="88" y="76"/>
                      </a:lnTo>
                      <a:lnTo>
                        <a:pt x="90" y="76"/>
                      </a:lnTo>
                      <a:lnTo>
                        <a:pt x="88" y="76"/>
                      </a:lnTo>
                      <a:lnTo>
                        <a:pt x="94" y="82"/>
                      </a:lnTo>
                      <a:lnTo>
                        <a:pt x="94" y="88"/>
                      </a:lnTo>
                      <a:lnTo>
                        <a:pt x="92" y="90"/>
                      </a:lnTo>
                      <a:lnTo>
                        <a:pt x="88" y="96"/>
                      </a:lnTo>
                      <a:lnTo>
                        <a:pt x="82" y="104"/>
                      </a:lnTo>
                      <a:lnTo>
                        <a:pt x="78" y="110"/>
                      </a:lnTo>
                      <a:lnTo>
                        <a:pt x="78" y="114"/>
                      </a:lnTo>
                      <a:lnTo>
                        <a:pt x="80" y="116"/>
                      </a:lnTo>
                      <a:close/>
                      <a:moveTo>
                        <a:pt x="42" y="148"/>
                      </a:moveTo>
                      <a:lnTo>
                        <a:pt x="42" y="148"/>
                      </a:lnTo>
                      <a:lnTo>
                        <a:pt x="40" y="146"/>
                      </a:lnTo>
                      <a:lnTo>
                        <a:pt x="38" y="146"/>
                      </a:lnTo>
                      <a:lnTo>
                        <a:pt x="36" y="148"/>
                      </a:lnTo>
                      <a:lnTo>
                        <a:pt x="42" y="150"/>
                      </a:lnTo>
                      <a:lnTo>
                        <a:pt x="42" y="148"/>
                      </a:lnTo>
                      <a:close/>
                      <a:moveTo>
                        <a:pt x="36" y="148"/>
                      </a:moveTo>
                      <a:lnTo>
                        <a:pt x="36" y="148"/>
                      </a:lnTo>
                      <a:lnTo>
                        <a:pt x="36" y="150"/>
                      </a:lnTo>
                      <a:lnTo>
                        <a:pt x="36" y="148"/>
                      </a:lnTo>
                      <a:close/>
                      <a:moveTo>
                        <a:pt x="92" y="84"/>
                      </a:moveTo>
                      <a:lnTo>
                        <a:pt x="92" y="84"/>
                      </a:lnTo>
                      <a:lnTo>
                        <a:pt x="92" y="86"/>
                      </a:lnTo>
                      <a:lnTo>
                        <a:pt x="92" y="84"/>
                      </a:lnTo>
                      <a:close/>
                      <a:moveTo>
                        <a:pt x="18" y="44"/>
                      </a:moveTo>
                      <a:lnTo>
                        <a:pt x="18" y="44"/>
                      </a:lnTo>
                      <a:lnTo>
                        <a:pt x="14" y="42"/>
                      </a:lnTo>
                      <a:lnTo>
                        <a:pt x="12" y="44"/>
                      </a:lnTo>
                      <a:lnTo>
                        <a:pt x="14" y="48"/>
                      </a:lnTo>
                      <a:lnTo>
                        <a:pt x="18" y="48"/>
                      </a:lnTo>
                      <a:lnTo>
                        <a:pt x="18" y="46"/>
                      </a:lnTo>
                      <a:lnTo>
                        <a:pt x="18" y="44"/>
                      </a:lnTo>
                      <a:close/>
                      <a:moveTo>
                        <a:pt x="20" y="54"/>
                      </a:moveTo>
                      <a:lnTo>
                        <a:pt x="20" y="54"/>
                      </a:lnTo>
                      <a:lnTo>
                        <a:pt x="18" y="54"/>
                      </a:lnTo>
                      <a:lnTo>
                        <a:pt x="18" y="56"/>
                      </a:lnTo>
                      <a:lnTo>
                        <a:pt x="20" y="60"/>
                      </a:lnTo>
                      <a:lnTo>
                        <a:pt x="20" y="58"/>
                      </a:lnTo>
                      <a:lnTo>
                        <a:pt x="22" y="56"/>
                      </a:lnTo>
                      <a:lnTo>
                        <a:pt x="24" y="54"/>
                      </a:lnTo>
                      <a:lnTo>
                        <a:pt x="20" y="54"/>
                      </a:lnTo>
                      <a:close/>
                      <a:moveTo>
                        <a:pt x="28" y="14"/>
                      </a:moveTo>
                      <a:lnTo>
                        <a:pt x="28" y="14"/>
                      </a:lnTo>
                      <a:lnTo>
                        <a:pt x="26" y="18"/>
                      </a:lnTo>
                      <a:lnTo>
                        <a:pt x="28" y="18"/>
                      </a:lnTo>
                      <a:lnTo>
                        <a:pt x="28" y="14"/>
                      </a:lnTo>
                      <a:close/>
                      <a:moveTo>
                        <a:pt x="42" y="206"/>
                      </a:moveTo>
                      <a:lnTo>
                        <a:pt x="42" y="206"/>
                      </a:lnTo>
                      <a:lnTo>
                        <a:pt x="44" y="204"/>
                      </a:lnTo>
                      <a:lnTo>
                        <a:pt x="42" y="204"/>
                      </a:lnTo>
                      <a:lnTo>
                        <a:pt x="40" y="204"/>
                      </a:lnTo>
                      <a:lnTo>
                        <a:pt x="34" y="208"/>
                      </a:lnTo>
                      <a:lnTo>
                        <a:pt x="36" y="208"/>
                      </a:lnTo>
                      <a:lnTo>
                        <a:pt x="38" y="208"/>
                      </a:lnTo>
                      <a:lnTo>
                        <a:pt x="38" y="206"/>
                      </a:lnTo>
                      <a:lnTo>
                        <a:pt x="40" y="206"/>
                      </a:lnTo>
                      <a:lnTo>
                        <a:pt x="42" y="206"/>
                      </a:lnTo>
                      <a:close/>
                    </a:path>
                  </a:pathLst>
                </a:custGeom>
                <a:solidFill>
                  <a:srgbClr val="265117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" name="AutoShape 43">
                <a:extLst>
                  <a:ext uri="{FF2B5EF4-FFF2-40B4-BE49-F238E27FC236}">
                    <a16:creationId xmlns:a16="http://schemas.microsoft.com/office/drawing/2014/main" id="{B60F22C8-7163-66F2-51BA-2C42509A5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082365" y="6321883"/>
                <a:ext cx="232145" cy="287542"/>
              </a:xfrm>
              <a:custGeom>
                <a:avLst/>
                <a:gdLst>
                  <a:gd name="T0" fmla="*/ 2147483647 w 198"/>
                  <a:gd name="T1" fmla="*/ 2147483647 h 244"/>
                  <a:gd name="T2" fmla="*/ 2147483647 w 198"/>
                  <a:gd name="T3" fmla="*/ 2147483647 h 244"/>
                  <a:gd name="T4" fmla="*/ 2147483647 w 198"/>
                  <a:gd name="T5" fmla="*/ 2147483647 h 244"/>
                  <a:gd name="T6" fmla="*/ 2147483647 w 198"/>
                  <a:gd name="T7" fmla="*/ 2147483647 h 244"/>
                  <a:gd name="T8" fmla="*/ 2147483647 w 198"/>
                  <a:gd name="T9" fmla="*/ 2147483647 h 244"/>
                  <a:gd name="T10" fmla="*/ 2147483647 w 198"/>
                  <a:gd name="T11" fmla="*/ 2147483647 h 244"/>
                  <a:gd name="T12" fmla="*/ 2147483647 w 198"/>
                  <a:gd name="T13" fmla="*/ 2147483647 h 244"/>
                  <a:gd name="T14" fmla="*/ 2147483647 w 198"/>
                  <a:gd name="T15" fmla="*/ 2147483647 h 244"/>
                  <a:gd name="T16" fmla="*/ 2147483647 w 198"/>
                  <a:gd name="T17" fmla="*/ 2147483647 h 244"/>
                  <a:gd name="T18" fmla="*/ 2147483647 w 198"/>
                  <a:gd name="T19" fmla="*/ 2147483647 h 244"/>
                  <a:gd name="T20" fmla="*/ 2147483647 w 198"/>
                  <a:gd name="T21" fmla="*/ 2147483647 h 244"/>
                  <a:gd name="T22" fmla="*/ 2147483647 w 198"/>
                  <a:gd name="T23" fmla="*/ 2147483647 h 244"/>
                  <a:gd name="T24" fmla="*/ 2147483647 w 198"/>
                  <a:gd name="T25" fmla="*/ 2147483647 h 244"/>
                  <a:gd name="T26" fmla="*/ 2147483647 w 198"/>
                  <a:gd name="T27" fmla="*/ 2147483647 h 244"/>
                  <a:gd name="T28" fmla="*/ 2147483647 w 198"/>
                  <a:gd name="T29" fmla="*/ 2147483647 h 244"/>
                  <a:gd name="T30" fmla="*/ 2147483647 w 198"/>
                  <a:gd name="T31" fmla="*/ 2147483647 h 244"/>
                  <a:gd name="T32" fmla="*/ 2147483647 w 198"/>
                  <a:gd name="T33" fmla="*/ 2147483647 h 244"/>
                  <a:gd name="T34" fmla="*/ 2147483647 w 198"/>
                  <a:gd name="T35" fmla="*/ 2147483647 h 244"/>
                  <a:gd name="T36" fmla="*/ 2147483647 w 198"/>
                  <a:gd name="T37" fmla="*/ 2147483647 h 244"/>
                  <a:gd name="T38" fmla="*/ 2147483647 w 198"/>
                  <a:gd name="T39" fmla="*/ 2147483647 h 244"/>
                  <a:gd name="T40" fmla="*/ 2147483647 w 198"/>
                  <a:gd name="T41" fmla="*/ 2147483647 h 244"/>
                  <a:gd name="T42" fmla="*/ 2147483647 w 198"/>
                  <a:gd name="T43" fmla="*/ 2147483647 h 244"/>
                  <a:gd name="T44" fmla="*/ 2147483647 w 198"/>
                  <a:gd name="T45" fmla="*/ 2147483647 h 244"/>
                  <a:gd name="T46" fmla="*/ 2147483647 w 198"/>
                  <a:gd name="T47" fmla="*/ 2147483647 h 244"/>
                  <a:gd name="T48" fmla="*/ 2147483647 w 198"/>
                  <a:gd name="T49" fmla="*/ 2147483647 h 244"/>
                  <a:gd name="T50" fmla="*/ 2147483647 w 198"/>
                  <a:gd name="T51" fmla="*/ 2147483647 h 244"/>
                  <a:gd name="T52" fmla="*/ 2147483647 w 198"/>
                  <a:gd name="T53" fmla="*/ 2147483647 h 244"/>
                  <a:gd name="T54" fmla="*/ 2147483647 w 198"/>
                  <a:gd name="T55" fmla="*/ 2147483647 h 244"/>
                  <a:gd name="T56" fmla="*/ 2147483647 w 198"/>
                  <a:gd name="T57" fmla="*/ 2147483647 h 244"/>
                  <a:gd name="T58" fmla="*/ 2147483647 w 198"/>
                  <a:gd name="T59" fmla="*/ 2147483647 h 244"/>
                  <a:gd name="T60" fmla="*/ 2147483647 w 198"/>
                  <a:gd name="T61" fmla="*/ 2147483647 h 244"/>
                  <a:gd name="T62" fmla="*/ 2147483647 w 198"/>
                  <a:gd name="T63" fmla="*/ 2147483647 h 244"/>
                  <a:gd name="T64" fmla="*/ 2147483647 w 198"/>
                  <a:gd name="T65" fmla="*/ 0 h 244"/>
                  <a:gd name="T66" fmla="*/ 2147483647 w 198"/>
                  <a:gd name="T67" fmla="*/ 2147483647 h 244"/>
                  <a:gd name="T68" fmla="*/ 2147483647 w 198"/>
                  <a:gd name="T69" fmla="*/ 2147483647 h 244"/>
                  <a:gd name="T70" fmla="*/ 2147483647 w 198"/>
                  <a:gd name="T71" fmla="*/ 2147483647 h 244"/>
                  <a:gd name="T72" fmla="*/ 2147483647 w 198"/>
                  <a:gd name="T73" fmla="*/ 2147483647 h 244"/>
                  <a:gd name="T74" fmla="*/ 2147483647 w 198"/>
                  <a:gd name="T75" fmla="*/ 2147483647 h 244"/>
                  <a:gd name="T76" fmla="*/ 2147483647 w 198"/>
                  <a:gd name="T77" fmla="*/ 2147483647 h 244"/>
                  <a:gd name="T78" fmla="*/ 2147483647 w 198"/>
                  <a:gd name="T79" fmla="*/ 2147483647 h 244"/>
                  <a:gd name="T80" fmla="*/ 2147483647 w 198"/>
                  <a:gd name="T81" fmla="*/ 2147483647 h 244"/>
                  <a:gd name="T82" fmla="*/ 2147483647 w 198"/>
                  <a:gd name="T83" fmla="*/ 2147483647 h 244"/>
                  <a:gd name="T84" fmla="*/ 2147483647 w 198"/>
                  <a:gd name="T85" fmla="*/ 2147483647 h 244"/>
                  <a:gd name="T86" fmla="*/ 2147483647 w 198"/>
                  <a:gd name="T87" fmla="*/ 2147483647 h 244"/>
                  <a:gd name="T88" fmla="*/ 2147483647 w 198"/>
                  <a:gd name="T89" fmla="*/ 2147483647 h 244"/>
                  <a:gd name="T90" fmla="*/ 2147483647 w 198"/>
                  <a:gd name="T91" fmla="*/ 2147483647 h 244"/>
                  <a:gd name="T92" fmla="*/ 2147483647 w 198"/>
                  <a:gd name="T93" fmla="*/ 2147483647 h 244"/>
                  <a:gd name="T94" fmla="*/ 2147483647 w 198"/>
                  <a:gd name="T95" fmla="*/ 2147483647 h 244"/>
                  <a:gd name="T96" fmla="*/ 2147483647 w 198"/>
                  <a:gd name="T97" fmla="*/ 2147483647 h 244"/>
                  <a:gd name="T98" fmla="*/ 2147483647 w 198"/>
                  <a:gd name="T99" fmla="*/ 2147483647 h 244"/>
                  <a:gd name="T100" fmla="*/ 2147483647 w 198"/>
                  <a:gd name="T101" fmla="*/ 2147483647 h 244"/>
                  <a:gd name="T102" fmla="*/ 2147483647 w 198"/>
                  <a:gd name="T103" fmla="*/ 2147483647 h 244"/>
                  <a:gd name="T104" fmla="*/ 2147483647 w 198"/>
                  <a:gd name="T105" fmla="*/ 2147483647 h 244"/>
                  <a:gd name="T106" fmla="*/ 2147483647 w 198"/>
                  <a:gd name="T107" fmla="*/ 2147483647 h 244"/>
                  <a:gd name="T108" fmla="*/ 2147483647 w 198"/>
                  <a:gd name="T109" fmla="*/ 2147483647 h 244"/>
                  <a:gd name="T110" fmla="*/ 2147483647 w 198"/>
                  <a:gd name="T111" fmla="*/ 2147483647 h 244"/>
                  <a:gd name="T112" fmla="*/ 2147483647 w 198"/>
                  <a:gd name="T113" fmla="*/ 2147483647 h 244"/>
                  <a:gd name="T114" fmla="*/ 0 w 198"/>
                  <a:gd name="T115" fmla="*/ 0 h 244"/>
                  <a:gd name="T116" fmla="*/ 198 w 198"/>
                  <a:gd name="T1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T114" t="T115" r="T116" b="T117"/>
                <a:pathLst>
                  <a:path w="198" h="244">
                    <a:moveTo>
                      <a:pt x="82" y="186"/>
                    </a:moveTo>
                    <a:lnTo>
                      <a:pt x="82" y="186"/>
                    </a:lnTo>
                    <a:lnTo>
                      <a:pt x="82" y="188"/>
                    </a:lnTo>
                    <a:lnTo>
                      <a:pt x="80" y="190"/>
                    </a:lnTo>
                    <a:lnTo>
                      <a:pt x="74" y="190"/>
                    </a:lnTo>
                    <a:lnTo>
                      <a:pt x="78" y="188"/>
                    </a:lnTo>
                    <a:lnTo>
                      <a:pt x="82" y="186"/>
                    </a:lnTo>
                    <a:close/>
                    <a:moveTo>
                      <a:pt x="68" y="192"/>
                    </a:moveTo>
                    <a:lnTo>
                      <a:pt x="68" y="192"/>
                    </a:lnTo>
                    <a:lnTo>
                      <a:pt x="32" y="194"/>
                    </a:lnTo>
                    <a:lnTo>
                      <a:pt x="14" y="198"/>
                    </a:lnTo>
                    <a:lnTo>
                      <a:pt x="6" y="200"/>
                    </a:lnTo>
                    <a:lnTo>
                      <a:pt x="2" y="202"/>
                    </a:lnTo>
                    <a:lnTo>
                      <a:pt x="0" y="206"/>
                    </a:lnTo>
                    <a:lnTo>
                      <a:pt x="2" y="206"/>
                    </a:lnTo>
                    <a:lnTo>
                      <a:pt x="4" y="208"/>
                    </a:lnTo>
                    <a:lnTo>
                      <a:pt x="4" y="212"/>
                    </a:lnTo>
                    <a:lnTo>
                      <a:pt x="6" y="212"/>
                    </a:lnTo>
                    <a:lnTo>
                      <a:pt x="8" y="210"/>
                    </a:lnTo>
                    <a:lnTo>
                      <a:pt x="8" y="212"/>
                    </a:lnTo>
                    <a:lnTo>
                      <a:pt x="10" y="216"/>
                    </a:lnTo>
                    <a:lnTo>
                      <a:pt x="12" y="212"/>
                    </a:lnTo>
                    <a:lnTo>
                      <a:pt x="14" y="212"/>
                    </a:lnTo>
                    <a:lnTo>
                      <a:pt x="16" y="212"/>
                    </a:lnTo>
                    <a:lnTo>
                      <a:pt x="18" y="214"/>
                    </a:lnTo>
                    <a:lnTo>
                      <a:pt x="18" y="216"/>
                    </a:lnTo>
                    <a:lnTo>
                      <a:pt x="16" y="218"/>
                    </a:lnTo>
                    <a:lnTo>
                      <a:pt x="16" y="220"/>
                    </a:lnTo>
                    <a:lnTo>
                      <a:pt x="20" y="220"/>
                    </a:lnTo>
                    <a:lnTo>
                      <a:pt x="22" y="218"/>
                    </a:lnTo>
                    <a:lnTo>
                      <a:pt x="24" y="218"/>
                    </a:lnTo>
                    <a:lnTo>
                      <a:pt x="28" y="218"/>
                    </a:lnTo>
                    <a:lnTo>
                      <a:pt x="32" y="224"/>
                    </a:lnTo>
                    <a:lnTo>
                      <a:pt x="32" y="218"/>
                    </a:lnTo>
                    <a:lnTo>
                      <a:pt x="36" y="218"/>
                    </a:lnTo>
                    <a:lnTo>
                      <a:pt x="38" y="218"/>
                    </a:lnTo>
                    <a:lnTo>
                      <a:pt x="38" y="216"/>
                    </a:lnTo>
                    <a:lnTo>
                      <a:pt x="40" y="216"/>
                    </a:lnTo>
                    <a:lnTo>
                      <a:pt x="44" y="218"/>
                    </a:lnTo>
                    <a:lnTo>
                      <a:pt x="46" y="222"/>
                    </a:lnTo>
                    <a:lnTo>
                      <a:pt x="48" y="222"/>
                    </a:lnTo>
                    <a:lnTo>
                      <a:pt x="50" y="218"/>
                    </a:lnTo>
                    <a:lnTo>
                      <a:pt x="52" y="216"/>
                    </a:lnTo>
                    <a:lnTo>
                      <a:pt x="54" y="216"/>
                    </a:lnTo>
                    <a:lnTo>
                      <a:pt x="56" y="212"/>
                    </a:lnTo>
                    <a:lnTo>
                      <a:pt x="58" y="216"/>
                    </a:lnTo>
                    <a:lnTo>
                      <a:pt x="70" y="214"/>
                    </a:lnTo>
                    <a:lnTo>
                      <a:pt x="72" y="210"/>
                    </a:lnTo>
                    <a:lnTo>
                      <a:pt x="74" y="210"/>
                    </a:lnTo>
                    <a:lnTo>
                      <a:pt x="76" y="210"/>
                    </a:lnTo>
                    <a:lnTo>
                      <a:pt x="78" y="208"/>
                    </a:lnTo>
                    <a:lnTo>
                      <a:pt x="78" y="212"/>
                    </a:lnTo>
                    <a:lnTo>
                      <a:pt x="76" y="214"/>
                    </a:lnTo>
                    <a:lnTo>
                      <a:pt x="66" y="220"/>
                    </a:lnTo>
                    <a:lnTo>
                      <a:pt x="52" y="224"/>
                    </a:lnTo>
                    <a:lnTo>
                      <a:pt x="44" y="224"/>
                    </a:lnTo>
                    <a:lnTo>
                      <a:pt x="34" y="226"/>
                    </a:lnTo>
                    <a:lnTo>
                      <a:pt x="28" y="230"/>
                    </a:lnTo>
                    <a:lnTo>
                      <a:pt x="26" y="230"/>
                    </a:lnTo>
                    <a:lnTo>
                      <a:pt x="28" y="232"/>
                    </a:lnTo>
                    <a:lnTo>
                      <a:pt x="32" y="234"/>
                    </a:lnTo>
                    <a:lnTo>
                      <a:pt x="30" y="236"/>
                    </a:lnTo>
                    <a:lnTo>
                      <a:pt x="28" y="238"/>
                    </a:lnTo>
                    <a:lnTo>
                      <a:pt x="74" y="240"/>
                    </a:lnTo>
                    <a:lnTo>
                      <a:pt x="78" y="232"/>
                    </a:lnTo>
                    <a:lnTo>
                      <a:pt x="84" y="226"/>
                    </a:lnTo>
                    <a:lnTo>
                      <a:pt x="80" y="234"/>
                    </a:lnTo>
                    <a:lnTo>
                      <a:pt x="78" y="232"/>
                    </a:lnTo>
                    <a:lnTo>
                      <a:pt x="78" y="236"/>
                    </a:lnTo>
                    <a:lnTo>
                      <a:pt x="78" y="240"/>
                    </a:lnTo>
                    <a:lnTo>
                      <a:pt x="124" y="240"/>
                    </a:lnTo>
                    <a:lnTo>
                      <a:pt x="146" y="240"/>
                    </a:lnTo>
                    <a:lnTo>
                      <a:pt x="170" y="244"/>
                    </a:lnTo>
                    <a:lnTo>
                      <a:pt x="174" y="240"/>
                    </a:lnTo>
                    <a:lnTo>
                      <a:pt x="178" y="236"/>
                    </a:lnTo>
                    <a:lnTo>
                      <a:pt x="178" y="232"/>
                    </a:lnTo>
                    <a:lnTo>
                      <a:pt x="174" y="226"/>
                    </a:lnTo>
                    <a:lnTo>
                      <a:pt x="172" y="224"/>
                    </a:lnTo>
                    <a:lnTo>
                      <a:pt x="174" y="224"/>
                    </a:lnTo>
                    <a:lnTo>
                      <a:pt x="180" y="222"/>
                    </a:lnTo>
                    <a:lnTo>
                      <a:pt x="194" y="222"/>
                    </a:lnTo>
                    <a:lnTo>
                      <a:pt x="198" y="220"/>
                    </a:lnTo>
                    <a:lnTo>
                      <a:pt x="198" y="218"/>
                    </a:lnTo>
                    <a:lnTo>
                      <a:pt x="186" y="212"/>
                    </a:lnTo>
                    <a:lnTo>
                      <a:pt x="172" y="206"/>
                    </a:lnTo>
                    <a:lnTo>
                      <a:pt x="170" y="204"/>
                    </a:lnTo>
                    <a:lnTo>
                      <a:pt x="172" y="202"/>
                    </a:lnTo>
                    <a:lnTo>
                      <a:pt x="184" y="200"/>
                    </a:lnTo>
                    <a:lnTo>
                      <a:pt x="190" y="198"/>
                    </a:lnTo>
                    <a:lnTo>
                      <a:pt x="190" y="196"/>
                    </a:lnTo>
                    <a:lnTo>
                      <a:pt x="188" y="196"/>
                    </a:lnTo>
                    <a:lnTo>
                      <a:pt x="178" y="190"/>
                    </a:lnTo>
                    <a:lnTo>
                      <a:pt x="174" y="186"/>
                    </a:lnTo>
                    <a:lnTo>
                      <a:pt x="170" y="182"/>
                    </a:lnTo>
                    <a:lnTo>
                      <a:pt x="170" y="180"/>
                    </a:lnTo>
                    <a:lnTo>
                      <a:pt x="172" y="178"/>
                    </a:lnTo>
                    <a:lnTo>
                      <a:pt x="178" y="176"/>
                    </a:lnTo>
                    <a:lnTo>
                      <a:pt x="186" y="174"/>
                    </a:lnTo>
                    <a:lnTo>
                      <a:pt x="188" y="172"/>
                    </a:lnTo>
                    <a:lnTo>
                      <a:pt x="186" y="170"/>
                    </a:lnTo>
                    <a:lnTo>
                      <a:pt x="178" y="164"/>
                    </a:lnTo>
                    <a:lnTo>
                      <a:pt x="158" y="156"/>
                    </a:lnTo>
                    <a:lnTo>
                      <a:pt x="148" y="150"/>
                    </a:lnTo>
                    <a:lnTo>
                      <a:pt x="146" y="148"/>
                    </a:lnTo>
                    <a:lnTo>
                      <a:pt x="158" y="148"/>
                    </a:lnTo>
                    <a:lnTo>
                      <a:pt x="160" y="148"/>
                    </a:lnTo>
                    <a:lnTo>
                      <a:pt x="158" y="144"/>
                    </a:lnTo>
                    <a:lnTo>
                      <a:pt x="152" y="140"/>
                    </a:lnTo>
                    <a:lnTo>
                      <a:pt x="156" y="140"/>
                    </a:lnTo>
                    <a:lnTo>
                      <a:pt x="158" y="140"/>
                    </a:lnTo>
                    <a:lnTo>
                      <a:pt x="160" y="138"/>
                    </a:lnTo>
                    <a:lnTo>
                      <a:pt x="160" y="136"/>
                    </a:lnTo>
                    <a:lnTo>
                      <a:pt x="158" y="132"/>
                    </a:lnTo>
                    <a:lnTo>
                      <a:pt x="148" y="126"/>
                    </a:lnTo>
                    <a:lnTo>
                      <a:pt x="124" y="110"/>
                    </a:lnTo>
                    <a:lnTo>
                      <a:pt x="128" y="110"/>
                    </a:lnTo>
                    <a:lnTo>
                      <a:pt x="132" y="110"/>
                    </a:lnTo>
                    <a:lnTo>
                      <a:pt x="132" y="106"/>
                    </a:lnTo>
                    <a:lnTo>
                      <a:pt x="136" y="106"/>
                    </a:lnTo>
                    <a:lnTo>
                      <a:pt x="140" y="106"/>
                    </a:lnTo>
                    <a:lnTo>
                      <a:pt x="142" y="104"/>
                    </a:lnTo>
                    <a:lnTo>
                      <a:pt x="142" y="102"/>
                    </a:lnTo>
                    <a:lnTo>
                      <a:pt x="142" y="98"/>
                    </a:lnTo>
                    <a:lnTo>
                      <a:pt x="140" y="96"/>
                    </a:lnTo>
                    <a:lnTo>
                      <a:pt x="136" y="94"/>
                    </a:lnTo>
                    <a:lnTo>
                      <a:pt x="130" y="92"/>
                    </a:lnTo>
                    <a:lnTo>
                      <a:pt x="116" y="88"/>
                    </a:lnTo>
                    <a:lnTo>
                      <a:pt x="112" y="82"/>
                    </a:lnTo>
                    <a:lnTo>
                      <a:pt x="110" y="82"/>
                    </a:lnTo>
                    <a:lnTo>
                      <a:pt x="112" y="80"/>
                    </a:lnTo>
                    <a:lnTo>
                      <a:pt x="116" y="80"/>
                    </a:lnTo>
                    <a:lnTo>
                      <a:pt x="118" y="80"/>
                    </a:lnTo>
                    <a:lnTo>
                      <a:pt x="124" y="84"/>
                    </a:lnTo>
                    <a:lnTo>
                      <a:pt x="128" y="86"/>
                    </a:lnTo>
                    <a:lnTo>
                      <a:pt x="128" y="84"/>
                    </a:lnTo>
                    <a:lnTo>
                      <a:pt x="126" y="80"/>
                    </a:lnTo>
                    <a:lnTo>
                      <a:pt x="128" y="80"/>
                    </a:lnTo>
                    <a:lnTo>
                      <a:pt x="130" y="78"/>
                    </a:lnTo>
                    <a:lnTo>
                      <a:pt x="132" y="76"/>
                    </a:lnTo>
                    <a:lnTo>
                      <a:pt x="128" y="72"/>
                    </a:lnTo>
                    <a:lnTo>
                      <a:pt x="128" y="70"/>
                    </a:lnTo>
                    <a:lnTo>
                      <a:pt x="130" y="70"/>
                    </a:lnTo>
                    <a:lnTo>
                      <a:pt x="136" y="68"/>
                    </a:lnTo>
                    <a:lnTo>
                      <a:pt x="138" y="66"/>
                    </a:lnTo>
                    <a:lnTo>
                      <a:pt x="134" y="64"/>
                    </a:lnTo>
                    <a:lnTo>
                      <a:pt x="124" y="64"/>
                    </a:lnTo>
                    <a:lnTo>
                      <a:pt x="120" y="64"/>
                    </a:lnTo>
                    <a:lnTo>
                      <a:pt x="114" y="62"/>
                    </a:lnTo>
                    <a:lnTo>
                      <a:pt x="104" y="60"/>
                    </a:lnTo>
                    <a:lnTo>
                      <a:pt x="102" y="58"/>
                    </a:lnTo>
                    <a:lnTo>
                      <a:pt x="106" y="56"/>
                    </a:lnTo>
                    <a:lnTo>
                      <a:pt x="112" y="52"/>
                    </a:lnTo>
                    <a:lnTo>
                      <a:pt x="118" y="48"/>
                    </a:lnTo>
                    <a:lnTo>
                      <a:pt x="118" y="44"/>
                    </a:lnTo>
                    <a:lnTo>
                      <a:pt x="116" y="42"/>
                    </a:lnTo>
                    <a:lnTo>
                      <a:pt x="114" y="40"/>
                    </a:lnTo>
                    <a:lnTo>
                      <a:pt x="114" y="38"/>
                    </a:lnTo>
                    <a:lnTo>
                      <a:pt x="114" y="32"/>
                    </a:lnTo>
                    <a:lnTo>
                      <a:pt x="108" y="36"/>
                    </a:lnTo>
                    <a:lnTo>
                      <a:pt x="106" y="38"/>
                    </a:lnTo>
                    <a:lnTo>
                      <a:pt x="106" y="36"/>
                    </a:lnTo>
                    <a:lnTo>
                      <a:pt x="106" y="28"/>
                    </a:lnTo>
                    <a:lnTo>
                      <a:pt x="106" y="22"/>
                    </a:lnTo>
                    <a:lnTo>
                      <a:pt x="106" y="20"/>
                    </a:lnTo>
                    <a:lnTo>
                      <a:pt x="102" y="22"/>
                    </a:lnTo>
                    <a:lnTo>
                      <a:pt x="100" y="24"/>
                    </a:lnTo>
                    <a:lnTo>
                      <a:pt x="98" y="16"/>
                    </a:lnTo>
                    <a:lnTo>
                      <a:pt x="102" y="4"/>
                    </a:lnTo>
                    <a:lnTo>
                      <a:pt x="100" y="2"/>
                    </a:lnTo>
                    <a:lnTo>
                      <a:pt x="98" y="0"/>
                    </a:lnTo>
                    <a:lnTo>
                      <a:pt x="96" y="0"/>
                    </a:lnTo>
                    <a:lnTo>
                      <a:pt x="94" y="8"/>
                    </a:lnTo>
                    <a:lnTo>
                      <a:pt x="94" y="22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88" y="28"/>
                    </a:lnTo>
                    <a:lnTo>
                      <a:pt x="84" y="22"/>
                    </a:lnTo>
                    <a:lnTo>
                      <a:pt x="82" y="22"/>
                    </a:lnTo>
                    <a:lnTo>
                      <a:pt x="80" y="26"/>
                    </a:lnTo>
                    <a:lnTo>
                      <a:pt x="80" y="28"/>
                    </a:lnTo>
                    <a:lnTo>
                      <a:pt x="82" y="32"/>
                    </a:lnTo>
                    <a:lnTo>
                      <a:pt x="86" y="36"/>
                    </a:lnTo>
                    <a:lnTo>
                      <a:pt x="92" y="40"/>
                    </a:lnTo>
                    <a:lnTo>
                      <a:pt x="94" y="42"/>
                    </a:lnTo>
                    <a:lnTo>
                      <a:pt x="94" y="44"/>
                    </a:lnTo>
                    <a:lnTo>
                      <a:pt x="90" y="46"/>
                    </a:lnTo>
                    <a:lnTo>
                      <a:pt x="90" y="48"/>
                    </a:lnTo>
                    <a:lnTo>
                      <a:pt x="88" y="50"/>
                    </a:lnTo>
                    <a:lnTo>
                      <a:pt x="82" y="48"/>
                    </a:lnTo>
                    <a:lnTo>
                      <a:pt x="74" y="46"/>
                    </a:lnTo>
                    <a:lnTo>
                      <a:pt x="72" y="48"/>
                    </a:lnTo>
                    <a:lnTo>
                      <a:pt x="74" y="50"/>
                    </a:lnTo>
                    <a:lnTo>
                      <a:pt x="76" y="52"/>
                    </a:lnTo>
                    <a:lnTo>
                      <a:pt x="76" y="54"/>
                    </a:lnTo>
                    <a:lnTo>
                      <a:pt x="76" y="56"/>
                    </a:lnTo>
                    <a:lnTo>
                      <a:pt x="80" y="56"/>
                    </a:lnTo>
                    <a:lnTo>
                      <a:pt x="84" y="56"/>
                    </a:lnTo>
                    <a:lnTo>
                      <a:pt x="82" y="58"/>
                    </a:lnTo>
                    <a:lnTo>
                      <a:pt x="82" y="60"/>
                    </a:lnTo>
                    <a:lnTo>
                      <a:pt x="86" y="60"/>
                    </a:lnTo>
                    <a:lnTo>
                      <a:pt x="90" y="60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88" y="64"/>
                    </a:lnTo>
                    <a:lnTo>
                      <a:pt x="80" y="64"/>
                    </a:lnTo>
                    <a:lnTo>
                      <a:pt x="66" y="64"/>
                    </a:lnTo>
                    <a:lnTo>
                      <a:pt x="64" y="64"/>
                    </a:lnTo>
                    <a:lnTo>
                      <a:pt x="62" y="66"/>
                    </a:lnTo>
                    <a:lnTo>
                      <a:pt x="64" y="70"/>
                    </a:lnTo>
                    <a:lnTo>
                      <a:pt x="68" y="76"/>
                    </a:lnTo>
                    <a:lnTo>
                      <a:pt x="70" y="78"/>
                    </a:lnTo>
                    <a:lnTo>
                      <a:pt x="72" y="78"/>
                    </a:lnTo>
                    <a:lnTo>
                      <a:pt x="78" y="76"/>
                    </a:lnTo>
                    <a:lnTo>
                      <a:pt x="80" y="76"/>
                    </a:lnTo>
                    <a:lnTo>
                      <a:pt x="80" y="78"/>
                    </a:lnTo>
                    <a:lnTo>
                      <a:pt x="78" y="80"/>
                    </a:lnTo>
                    <a:lnTo>
                      <a:pt x="76" y="84"/>
                    </a:lnTo>
                    <a:lnTo>
                      <a:pt x="78" y="84"/>
                    </a:lnTo>
                    <a:lnTo>
                      <a:pt x="80" y="86"/>
                    </a:lnTo>
                    <a:lnTo>
                      <a:pt x="82" y="88"/>
                    </a:lnTo>
                    <a:lnTo>
                      <a:pt x="60" y="86"/>
                    </a:lnTo>
                    <a:lnTo>
                      <a:pt x="38" y="84"/>
                    </a:lnTo>
                    <a:lnTo>
                      <a:pt x="40" y="86"/>
                    </a:lnTo>
                    <a:lnTo>
                      <a:pt x="42" y="88"/>
                    </a:lnTo>
                    <a:lnTo>
                      <a:pt x="42" y="90"/>
                    </a:lnTo>
                    <a:lnTo>
                      <a:pt x="44" y="96"/>
                    </a:lnTo>
                    <a:lnTo>
                      <a:pt x="48" y="106"/>
                    </a:lnTo>
                    <a:lnTo>
                      <a:pt x="56" y="112"/>
                    </a:lnTo>
                    <a:lnTo>
                      <a:pt x="62" y="118"/>
                    </a:lnTo>
                    <a:lnTo>
                      <a:pt x="64" y="118"/>
                    </a:lnTo>
                    <a:lnTo>
                      <a:pt x="66" y="118"/>
                    </a:lnTo>
                    <a:lnTo>
                      <a:pt x="72" y="116"/>
                    </a:lnTo>
                    <a:lnTo>
                      <a:pt x="74" y="116"/>
                    </a:lnTo>
                    <a:lnTo>
                      <a:pt x="72" y="118"/>
                    </a:lnTo>
                    <a:lnTo>
                      <a:pt x="74" y="120"/>
                    </a:lnTo>
                    <a:lnTo>
                      <a:pt x="76" y="120"/>
                    </a:lnTo>
                    <a:lnTo>
                      <a:pt x="78" y="118"/>
                    </a:lnTo>
                    <a:lnTo>
                      <a:pt x="84" y="116"/>
                    </a:lnTo>
                    <a:lnTo>
                      <a:pt x="80" y="118"/>
                    </a:lnTo>
                    <a:lnTo>
                      <a:pt x="72" y="124"/>
                    </a:lnTo>
                    <a:lnTo>
                      <a:pt x="60" y="132"/>
                    </a:lnTo>
                    <a:lnTo>
                      <a:pt x="42" y="134"/>
                    </a:lnTo>
                    <a:lnTo>
                      <a:pt x="34" y="138"/>
                    </a:lnTo>
                    <a:lnTo>
                      <a:pt x="34" y="140"/>
                    </a:lnTo>
                    <a:lnTo>
                      <a:pt x="38" y="142"/>
                    </a:lnTo>
                    <a:lnTo>
                      <a:pt x="42" y="144"/>
                    </a:lnTo>
                    <a:lnTo>
                      <a:pt x="42" y="146"/>
                    </a:lnTo>
                    <a:lnTo>
                      <a:pt x="40" y="148"/>
                    </a:lnTo>
                    <a:lnTo>
                      <a:pt x="40" y="150"/>
                    </a:lnTo>
                    <a:lnTo>
                      <a:pt x="40" y="152"/>
                    </a:lnTo>
                    <a:lnTo>
                      <a:pt x="44" y="154"/>
                    </a:lnTo>
                    <a:lnTo>
                      <a:pt x="46" y="154"/>
                    </a:lnTo>
                    <a:lnTo>
                      <a:pt x="48" y="152"/>
                    </a:lnTo>
                    <a:lnTo>
                      <a:pt x="50" y="150"/>
                    </a:lnTo>
                    <a:lnTo>
                      <a:pt x="52" y="150"/>
                    </a:lnTo>
                    <a:lnTo>
                      <a:pt x="56" y="152"/>
                    </a:lnTo>
                    <a:lnTo>
                      <a:pt x="56" y="156"/>
                    </a:lnTo>
                    <a:lnTo>
                      <a:pt x="58" y="156"/>
                    </a:lnTo>
                    <a:lnTo>
                      <a:pt x="58" y="152"/>
                    </a:lnTo>
                    <a:lnTo>
                      <a:pt x="66" y="152"/>
                    </a:lnTo>
                    <a:lnTo>
                      <a:pt x="70" y="150"/>
                    </a:lnTo>
                    <a:lnTo>
                      <a:pt x="72" y="148"/>
                    </a:lnTo>
                    <a:lnTo>
                      <a:pt x="76" y="150"/>
                    </a:lnTo>
                    <a:lnTo>
                      <a:pt x="68" y="154"/>
                    </a:lnTo>
                    <a:lnTo>
                      <a:pt x="54" y="158"/>
                    </a:lnTo>
                    <a:lnTo>
                      <a:pt x="44" y="160"/>
                    </a:lnTo>
                    <a:lnTo>
                      <a:pt x="40" y="162"/>
                    </a:lnTo>
                    <a:lnTo>
                      <a:pt x="38" y="166"/>
                    </a:lnTo>
                    <a:lnTo>
                      <a:pt x="42" y="170"/>
                    </a:lnTo>
                    <a:lnTo>
                      <a:pt x="44" y="172"/>
                    </a:lnTo>
                    <a:lnTo>
                      <a:pt x="40" y="174"/>
                    </a:lnTo>
                    <a:lnTo>
                      <a:pt x="42" y="174"/>
                    </a:lnTo>
                    <a:lnTo>
                      <a:pt x="50" y="178"/>
                    </a:lnTo>
                    <a:lnTo>
                      <a:pt x="58" y="180"/>
                    </a:lnTo>
                    <a:lnTo>
                      <a:pt x="60" y="180"/>
                    </a:lnTo>
                    <a:lnTo>
                      <a:pt x="58" y="178"/>
                    </a:lnTo>
                    <a:lnTo>
                      <a:pt x="62" y="178"/>
                    </a:lnTo>
                    <a:lnTo>
                      <a:pt x="72" y="180"/>
                    </a:lnTo>
                    <a:lnTo>
                      <a:pt x="58" y="188"/>
                    </a:lnTo>
                    <a:lnTo>
                      <a:pt x="52" y="192"/>
                    </a:lnTo>
                    <a:lnTo>
                      <a:pt x="56" y="192"/>
                    </a:lnTo>
                    <a:lnTo>
                      <a:pt x="62" y="190"/>
                    </a:lnTo>
                    <a:lnTo>
                      <a:pt x="66" y="188"/>
                    </a:lnTo>
                    <a:lnTo>
                      <a:pt x="72" y="184"/>
                    </a:lnTo>
                    <a:lnTo>
                      <a:pt x="76" y="182"/>
                    </a:lnTo>
                    <a:lnTo>
                      <a:pt x="70" y="188"/>
                    </a:lnTo>
                    <a:lnTo>
                      <a:pt x="66" y="190"/>
                    </a:lnTo>
                    <a:lnTo>
                      <a:pt x="68" y="192"/>
                    </a:lnTo>
                    <a:close/>
                    <a:moveTo>
                      <a:pt x="76" y="178"/>
                    </a:moveTo>
                    <a:lnTo>
                      <a:pt x="74" y="178"/>
                    </a:lnTo>
                    <a:lnTo>
                      <a:pt x="72" y="178"/>
                    </a:lnTo>
                    <a:lnTo>
                      <a:pt x="76" y="178"/>
                    </a:lnTo>
                    <a:close/>
                  </a:path>
                </a:pathLst>
              </a:custGeom>
              <a:solidFill>
                <a:srgbClr val="475918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" name="AutoShape 44">
                <a:extLst>
                  <a:ext uri="{FF2B5EF4-FFF2-40B4-BE49-F238E27FC236}">
                    <a16:creationId xmlns:a16="http://schemas.microsoft.com/office/drawing/2014/main" id="{F7FFDCCE-28FA-2A73-0ED1-1240F32D5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57352" y="6146294"/>
                <a:ext cx="233479" cy="287542"/>
              </a:xfrm>
              <a:custGeom>
                <a:avLst/>
                <a:gdLst>
                  <a:gd name="T0" fmla="*/ 2147483647 w 198"/>
                  <a:gd name="T1" fmla="*/ 2147483647 h 244"/>
                  <a:gd name="T2" fmla="*/ 2147483647 w 198"/>
                  <a:gd name="T3" fmla="*/ 2147483647 h 244"/>
                  <a:gd name="T4" fmla="*/ 2147483647 w 198"/>
                  <a:gd name="T5" fmla="*/ 2147483647 h 244"/>
                  <a:gd name="T6" fmla="*/ 2147483647 w 198"/>
                  <a:gd name="T7" fmla="*/ 2147483647 h 244"/>
                  <a:gd name="T8" fmla="*/ 2147483647 w 198"/>
                  <a:gd name="T9" fmla="*/ 2147483647 h 244"/>
                  <a:gd name="T10" fmla="*/ 2147483647 w 198"/>
                  <a:gd name="T11" fmla="*/ 2147483647 h 244"/>
                  <a:gd name="T12" fmla="*/ 2147483647 w 198"/>
                  <a:gd name="T13" fmla="*/ 2147483647 h 244"/>
                  <a:gd name="T14" fmla="*/ 2147483647 w 198"/>
                  <a:gd name="T15" fmla="*/ 2147483647 h 244"/>
                  <a:gd name="T16" fmla="*/ 2147483647 w 198"/>
                  <a:gd name="T17" fmla="*/ 2147483647 h 244"/>
                  <a:gd name="T18" fmla="*/ 2147483647 w 198"/>
                  <a:gd name="T19" fmla="*/ 2147483647 h 244"/>
                  <a:gd name="T20" fmla="*/ 2147483647 w 198"/>
                  <a:gd name="T21" fmla="*/ 2147483647 h 244"/>
                  <a:gd name="T22" fmla="*/ 2147483647 w 198"/>
                  <a:gd name="T23" fmla="*/ 2147483647 h 244"/>
                  <a:gd name="T24" fmla="*/ 2147483647 w 198"/>
                  <a:gd name="T25" fmla="*/ 2147483647 h 244"/>
                  <a:gd name="T26" fmla="*/ 2147483647 w 198"/>
                  <a:gd name="T27" fmla="*/ 2147483647 h 244"/>
                  <a:gd name="T28" fmla="*/ 2147483647 w 198"/>
                  <a:gd name="T29" fmla="*/ 2147483647 h 244"/>
                  <a:gd name="T30" fmla="*/ 2147483647 w 198"/>
                  <a:gd name="T31" fmla="*/ 2147483647 h 244"/>
                  <a:gd name="T32" fmla="*/ 2147483647 w 198"/>
                  <a:gd name="T33" fmla="*/ 2147483647 h 244"/>
                  <a:gd name="T34" fmla="*/ 2147483647 w 198"/>
                  <a:gd name="T35" fmla="*/ 2147483647 h 244"/>
                  <a:gd name="T36" fmla="*/ 2147483647 w 198"/>
                  <a:gd name="T37" fmla="*/ 2147483647 h 244"/>
                  <a:gd name="T38" fmla="*/ 2147483647 w 198"/>
                  <a:gd name="T39" fmla="*/ 2147483647 h 244"/>
                  <a:gd name="T40" fmla="*/ 2147483647 w 198"/>
                  <a:gd name="T41" fmla="*/ 2147483647 h 244"/>
                  <a:gd name="T42" fmla="*/ 2147483647 w 198"/>
                  <a:gd name="T43" fmla="*/ 2147483647 h 244"/>
                  <a:gd name="T44" fmla="*/ 2147483647 w 198"/>
                  <a:gd name="T45" fmla="*/ 2147483647 h 244"/>
                  <a:gd name="T46" fmla="*/ 2147483647 w 198"/>
                  <a:gd name="T47" fmla="*/ 2147483647 h 244"/>
                  <a:gd name="T48" fmla="*/ 2147483647 w 198"/>
                  <a:gd name="T49" fmla="*/ 2147483647 h 244"/>
                  <a:gd name="T50" fmla="*/ 2147483647 w 198"/>
                  <a:gd name="T51" fmla="*/ 2147483647 h 244"/>
                  <a:gd name="T52" fmla="*/ 2147483647 w 198"/>
                  <a:gd name="T53" fmla="*/ 2147483647 h 244"/>
                  <a:gd name="T54" fmla="*/ 2147483647 w 198"/>
                  <a:gd name="T55" fmla="*/ 2147483647 h 244"/>
                  <a:gd name="T56" fmla="*/ 2147483647 w 198"/>
                  <a:gd name="T57" fmla="*/ 2147483647 h 244"/>
                  <a:gd name="T58" fmla="*/ 2147483647 w 198"/>
                  <a:gd name="T59" fmla="*/ 2147483647 h 244"/>
                  <a:gd name="T60" fmla="*/ 2147483647 w 198"/>
                  <a:gd name="T61" fmla="*/ 2147483647 h 244"/>
                  <a:gd name="T62" fmla="*/ 2147483647 w 198"/>
                  <a:gd name="T63" fmla="*/ 2147483647 h 244"/>
                  <a:gd name="T64" fmla="*/ 2147483647 w 198"/>
                  <a:gd name="T65" fmla="*/ 0 h 244"/>
                  <a:gd name="T66" fmla="*/ 2147483647 w 198"/>
                  <a:gd name="T67" fmla="*/ 2147483647 h 244"/>
                  <a:gd name="T68" fmla="*/ 2147483647 w 198"/>
                  <a:gd name="T69" fmla="*/ 2147483647 h 244"/>
                  <a:gd name="T70" fmla="*/ 2147483647 w 198"/>
                  <a:gd name="T71" fmla="*/ 2147483647 h 244"/>
                  <a:gd name="T72" fmla="*/ 2147483647 w 198"/>
                  <a:gd name="T73" fmla="*/ 2147483647 h 244"/>
                  <a:gd name="T74" fmla="*/ 2147483647 w 198"/>
                  <a:gd name="T75" fmla="*/ 2147483647 h 244"/>
                  <a:gd name="T76" fmla="*/ 2147483647 w 198"/>
                  <a:gd name="T77" fmla="*/ 2147483647 h 244"/>
                  <a:gd name="T78" fmla="*/ 2147483647 w 198"/>
                  <a:gd name="T79" fmla="*/ 2147483647 h 244"/>
                  <a:gd name="T80" fmla="*/ 2147483647 w 198"/>
                  <a:gd name="T81" fmla="*/ 2147483647 h 244"/>
                  <a:gd name="T82" fmla="*/ 2147483647 w 198"/>
                  <a:gd name="T83" fmla="*/ 2147483647 h 244"/>
                  <a:gd name="T84" fmla="*/ 2147483647 w 198"/>
                  <a:gd name="T85" fmla="*/ 2147483647 h 244"/>
                  <a:gd name="T86" fmla="*/ 2147483647 w 198"/>
                  <a:gd name="T87" fmla="*/ 2147483647 h 244"/>
                  <a:gd name="T88" fmla="*/ 2147483647 w 198"/>
                  <a:gd name="T89" fmla="*/ 2147483647 h 244"/>
                  <a:gd name="T90" fmla="*/ 2147483647 w 198"/>
                  <a:gd name="T91" fmla="*/ 2147483647 h 244"/>
                  <a:gd name="T92" fmla="*/ 2147483647 w 198"/>
                  <a:gd name="T93" fmla="*/ 2147483647 h 244"/>
                  <a:gd name="T94" fmla="*/ 2147483647 w 198"/>
                  <a:gd name="T95" fmla="*/ 2147483647 h 244"/>
                  <a:gd name="T96" fmla="*/ 2147483647 w 198"/>
                  <a:gd name="T97" fmla="*/ 2147483647 h 244"/>
                  <a:gd name="T98" fmla="*/ 2147483647 w 198"/>
                  <a:gd name="T99" fmla="*/ 2147483647 h 244"/>
                  <a:gd name="T100" fmla="*/ 2147483647 w 198"/>
                  <a:gd name="T101" fmla="*/ 2147483647 h 244"/>
                  <a:gd name="T102" fmla="*/ 2147483647 w 198"/>
                  <a:gd name="T103" fmla="*/ 2147483647 h 244"/>
                  <a:gd name="T104" fmla="*/ 2147483647 w 198"/>
                  <a:gd name="T105" fmla="*/ 2147483647 h 244"/>
                  <a:gd name="T106" fmla="*/ 2147483647 w 198"/>
                  <a:gd name="T107" fmla="*/ 2147483647 h 244"/>
                  <a:gd name="T108" fmla="*/ 2147483647 w 198"/>
                  <a:gd name="T109" fmla="*/ 2147483647 h 244"/>
                  <a:gd name="T110" fmla="*/ 2147483647 w 198"/>
                  <a:gd name="T111" fmla="*/ 2147483647 h 244"/>
                  <a:gd name="T112" fmla="*/ 2147483647 w 198"/>
                  <a:gd name="T113" fmla="*/ 2147483647 h 244"/>
                  <a:gd name="T114" fmla="*/ 0 w 198"/>
                  <a:gd name="T115" fmla="*/ 0 h 244"/>
                  <a:gd name="T116" fmla="*/ 198 w 198"/>
                  <a:gd name="T1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T114" t="T115" r="T116" b="T117"/>
                <a:pathLst>
                  <a:path w="198" h="244">
                    <a:moveTo>
                      <a:pt x="82" y="186"/>
                    </a:moveTo>
                    <a:lnTo>
                      <a:pt x="82" y="186"/>
                    </a:lnTo>
                    <a:lnTo>
                      <a:pt x="82" y="188"/>
                    </a:lnTo>
                    <a:lnTo>
                      <a:pt x="80" y="190"/>
                    </a:lnTo>
                    <a:lnTo>
                      <a:pt x="74" y="190"/>
                    </a:lnTo>
                    <a:lnTo>
                      <a:pt x="78" y="188"/>
                    </a:lnTo>
                    <a:lnTo>
                      <a:pt x="82" y="186"/>
                    </a:lnTo>
                    <a:close/>
                    <a:moveTo>
                      <a:pt x="68" y="192"/>
                    </a:moveTo>
                    <a:lnTo>
                      <a:pt x="68" y="192"/>
                    </a:lnTo>
                    <a:lnTo>
                      <a:pt x="32" y="194"/>
                    </a:lnTo>
                    <a:lnTo>
                      <a:pt x="14" y="198"/>
                    </a:lnTo>
                    <a:lnTo>
                      <a:pt x="6" y="200"/>
                    </a:lnTo>
                    <a:lnTo>
                      <a:pt x="2" y="202"/>
                    </a:lnTo>
                    <a:lnTo>
                      <a:pt x="0" y="206"/>
                    </a:lnTo>
                    <a:lnTo>
                      <a:pt x="2" y="206"/>
                    </a:lnTo>
                    <a:lnTo>
                      <a:pt x="4" y="208"/>
                    </a:lnTo>
                    <a:lnTo>
                      <a:pt x="4" y="212"/>
                    </a:lnTo>
                    <a:lnTo>
                      <a:pt x="6" y="212"/>
                    </a:lnTo>
                    <a:lnTo>
                      <a:pt x="8" y="210"/>
                    </a:lnTo>
                    <a:lnTo>
                      <a:pt x="8" y="212"/>
                    </a:lnTo>
                    <a:lnTo>
                      <a:pt x="10" y="216"/>
                    </a:lnTo>
                    <a:lnTo>
                      <a:pt x="12" y="212"/>
                    </a:lnTo>
                    <a:lnTo>
                      <a:pt x="14" y="212"/>
                    </a:lnTo>
                    <a:lnTo>
                      <a:pt x="16" y="212"/>
                    </a:lnTo>
                    <a:lnTo>
                      <a:pt x="18" y="214"/>
                    </a:lnTo>
                    <a:lnTo>
                      <a:pt x="18" y="216"/>
                    </a:lnTo>
                    <a:lnTo>
                      <a:pt x="16" y="218"/>
                    </a:lnTo>
                    <a:lnTo>
                      <a:pt x="16" y="220"/>
                    </a:lnTo>
                    <a:lnTo>
                      <a:pt x="20" y="220"/>
                    </a:lnTo>
                    <a:lnTo>
                      <a:pt x="22" y="218"/>
                    </a:lnTo>
                    <a:lnTo>
                      <a:pt x="24" y="218"/>
                    </a:lnTo>
                    <a:lnTo>
                      <a:pt x="28" y="218"/>
                    </a:lnTo>
                    <a:lnTo>
                      <a:pt x="32" y="224"/>
                    </a:lnTo>
                    <a:lnTo>
                      <a:pt x="32" y="218"/>
                    </a:lnTo>
                    <a:lnTo>
                      <a:pt x="36" y="218"/>
                    </a:lnTo>
                    <a:lnTo>
                      <a:pt x="38" y="218"/>
                    </a:lnTo>
                    <a:lnTo>
                      <a:pt x="38" y="216"/>
                    </a:lnTo>
                    <a:lnTo>
                      <a:pt x="40" y="216"/>
                    </a:lnTo>
                    <a:lnTo>
                      <a:pt x="44" y="218"/>
                    </a:lnTo>
                    <a:lnTo>
                      <a:pt x="46" y="222"/>
                    </a:lnTo>
                    <a:lnTo>
                      <a:pt x="48" y="222"/>
                    </a:lnTo>
                    <a:lnTo>
                      <a:pt x="50" y="218"/>
                    </a:lnTo>
                    <a:lnTo>
                      <a:pt x="52" y="216"/>
                    </a:lnTo>
                    <a:lnTo>
                      <a:pt x="54" y="216"/>
                    </a:lnTo>
                    <a:lnTo>
                      <a:pt x="56" y="212"/>
                    </a:lnTo>
                    <a:lnTo>
                      <a:pt x="58" y="216"/>
                    </a:lnTo>
                    <a:lnTo>
                      <a:pt x="70" y="214"/>
                    </a:lnTo>
                    <a:lnTo>
                      <a:pt x="72" y="210"/>
                    </a:lnTo>
                    <a:lnTo>
                      <a:pt x="74" y="210"/>
                    </a:lnTo>
                    <a:lnTo>
                      <a:pt x="76" y="210"/>
                    </a:lnTo>
                    <a:lnTo>
                      <a:pt x="78" y="208"/>
                    </a:lnTo>
                    <a:lnTo>
                      <a:pt x="78" y="212"/>
                    </a:lnTo>
                    <a:lnTo>
                      <a:pt x="76" y="214"/>
                    </a:lnTo>
                    <a:lnTo>
                      <a:pt x="66" y="220"/>
                    </a:lnTo>
                    <a:lnTo>
                      <a:pt x="52" y="224"/>
                    </a:lnTo>
                    <a:lnTo>
                      <a:pt x="44" y="224"/>
                    </a:lnTo>
                    <a:lnTo>
                      <a:pt x="34" y="226"/>
                    </a:lnTo>
                    <a:lnTo>
                      <a:pt x="28" y="230"/>
                    </a:lnTo>
                    <a:lnTo>
                      <a:pt x="26" y="230"/>
                    </a:lnTo>
                    <a:lnTo>
                      <a:pt x="28" y="232"/>
                    </a:lnTo>
                    <a:lnTo>
                      <a:pt x="32" y="234"/>
                    </a:lnTo>
                    <a:lnTo>
                      <a:pt x="30" y="236"/>
                    </a:lnTo>
                    <a:lnTo>
                      <a:pt x="28" y="238"/>
                    </a:lnTo>
                    <a:lnTo>
                      <a:pt x="74" y="240"/>
                    </a:lnTo>
                    <a:lnTo>
                      <a:pt x="78" y="232"/>
                    </a:lnTo>
                    <a:lnTo>
                      <a:pt x="84" y="226"/>
                    </a:lnTo>
                    <a:lnTo>
                      <a:pt x="80" y="234"/>
                    </a:lnTo>
                    <a:lnTo>
                      <a:pt x="78" y="232"/>
                    </a:lnTo>
                    <a:lnTo>
                      <a:pt x="78" y="236"/>
                    </a:lnTo>
                    <a:lnTo>
                      <a:pt x="78" y="240"/>
                    </a:lnTo>
                    <a:lnTo>
                      <a:pt x="124" y="240"/>
                    </a:lnTo>
                    <a:lnTo>
                      <a:pt x="146" y="240"/>
                    </a:lnTo>
                    <a:lnTo>
                      <a:pt x="170" y="244"/>
                    </a:lnTo>
                    <a:lnTo>
                      <a:pt x="174" y="240"/>
                    </a:lnTo>
                    <a:lnTo>
                      <a:pt x="178" y="236"/>
                    </a:lnTo>
                    <a:lnTo>
                      <a:pt x="178" y="232"/>
                    </a:lnTo>
                    <a:lnTo>
                      <a:pt x="174" y="226"/>
                    </a:lnTo>
                    <a:lnTo>
                      <a:pt x="172" y="224"/>
                    </a:lnTo>
                    <a:lnTo>
                      <a:pt x="174" y="224"/>
                    </a:lnTo>
                    <a:lnTo>
                      <a:pt x="180" y="222"/>
                    </a:lnTo>
                    <a:lnTo>
                      <a:pt x="194" y="222"/>
                    </a:lnTo>
                    <a:lnTo>
                      <a:pt x="198" y="220"/>
                    </a:lnTo>
                    <a:lnTo>
                      <a:pt x="198" y="218"/>
                    </a:lnTo>
                    <a:lnTo>
                      <a:pt x="186" y="212"/>
                    </a:lnTo>
                    <a:lnTo>
                      <a:pt x="172" y="206"/>
                    </a:lnTo>
                    <a:lnTo>
                      <a:pt x="170" y="204"/>
                    </a:lnTo>
                    <a:lnTo>
                      <a:pt x="172" y="202"/>
                    </a:lnTo>
                    <a:lnTo>
                      <a:pt x="184" y="200"/>
                    </a:lnTo>
                    <a:lnTo>
                      <a:pt x="190" y="198"/>
                    </a:lnTo>
                    <a:lnTo>
                      <a:pt x="190" y="196"/>
                    </a:lnTo>
                    <a:lnTo>
                      <a:pt x="188" y="196"/>
                    </a:lnTo>
                    <a:lnTo>
                      <a:pt x="178" y="190"/>
                    </a:lnTo>
                    <a:lnTo>
                      <a:pt x="174" y="186"/>
                    </a:lnTo>
                    <a:lnTo>
                      <a:pt x="170" y="182"/>
                    </a:lnTo>
                    <a:lnTo>
                      <a:pt x="170" y="180"/>
                    </a:lnTo>
                    <a:lnTo>
                      <a:pt x="172" y="178"/>
                    </a:lnTo>
                    <a:lnTo>
                      <a:pt x="178" y="176"/>
                    </a:lnTo>
                    <a:lnTo>
                      <a:pt x="186" y="174"/>
                    </a:lnTo>
                    <a:lnTo>
                      <a:pt x="188" y="172"/>
                    </a:lnTo>
                    <a:lnTo>
                      <a:pt x="186" y="170"/>
                    </a:lnTo>
                    <a:lnTo>
                      <a:pt x="178" y="164"/>
                    </a:lnTo>
                    <a:lnTo>
                      <a:pt x="158" y="156"/>
                    </a:lnTo>
                    <a:lnTo>
                      <a:pt x="148" y="150"/>
                    </a:lnTo>
                    <a:lnTo>
                      <a:pt x="146" y="148"/>
                    </a:lnTo>
                    <a:lnTo>
                      <a:pt x="158" y="148"/>
                    </a:lnTo>
                    <a:lnTo>
                      <a:pt x="160" y="148"/>
                    </a:lnTo>
                    <a:lnTo>
                      <a:pt x="158" y="144"/>
                    </a:lnTo>
                    <a:lnTo>
                      <a:pt x="152" y="140"/>
                    </a:lnTo>
                    <a:lnTo>
                      <a:pt x="156" y="140"/>
                    </a:lnTo>
                    <a:lnTo>
                      <a:pt x="158" y="140"/>
                    </a:lnTo>
                    <a:lnTo>
                      <a:pt x="160" y="138"/>
                    </a:lnTo>
                    <a:lnTo>
                      <a:pt x="160" y="136"/>
                    </a:lnTo>
                    <a:lnTo>
                      <a:pt x="158" y="132"/>
                    </a:lnTo>
                    <a:lnTo>
                      <a:pt x="148" y="126"/>
                    </a:lnTo>
                    <a:lnTo>
                      <a:pt x="124" y="110"/>
                    </a:lnTo>
                    <a:lnTo>
                      <a:pt x="128" y="110"/>
                    </a:lnTo>
                    <a:lnTo>
                      <a:pt x="132" y="110"/>
                    </a:lnTo>
                    <a:lnTo>
                      <a:pt x="132" y="106"/>
                    </a:lnTo>
                    <a:lnTo>
                      <a:pt x="136" y="106"/>
                    </a:lnTo>
                    <a:lnTo>
                      <a:pt x="140" y="106"/>
                    </a:lnTo>
                    <a:lnTo>
                      <a:pt x="142" y="104"/>
                    </a:lnTo>
                    <a:lnTo>
                      <a:pt x="142" y="102"/>
                    </a:lnTo>
                    <a:lnTo>
                      <a:pt x="142" y="98"/>
                    </a:lnTo>
                    <a:lnTo>
                      <a:pt x="140" y="96"/>
                    </a:lnTo>
                    <a:lnTo>
                      <a:pt x="136" y="94"/>
                    </a:lnTo>
                    <a:lnTo>
                      <a:pt x="130" y="92"/>
                    </a:lnTo>
                    <a:lnTo>
                      <a:pt x="116" y="88"/>
                    </a:lnTo>
                    <a:lnTo>
                      <a:pt x="112" y="82"/>
                    </a:lnTo>
                    <a:lnTo>
                      <a:pt x="110" y="82"/>
                    </a:lnTo>
                    <a:lnTo>
                      <a:pt x="112" y="80"/>
                    </a:lnTo>
                    <a:lnTo>
                      <a:pt x="116" y="80"/>
                    </a:lnTo>
                    <a:lnTo>
                      <a:pt x="118" y="80"/>
                    </a:lnTo>
                    <a:lnTo>
                      <a:pt x="124" y="84"/>
                    </a:lnTo>
                    <a:lnTo>
                      <a:pt x="128" y="86"/>
                    </a:lnTo>
                    <a:lnTo>
                      <a:pt x="128" y="84"/>
                    </a:lnTo>
                    <a:lnTo>
                      <a:pt x="126" y="80"/>
                    </a:lnTo>
                    <a:lnTo>
                      <a:pt x="128" y="80"/>
                    </a:lnTo>
                    <a:lnTo>
                      <a:pt x="130" y="78"/>
                    </a:lnTo>
                    <a:lnTo>
                      <a:pt x="132" y="76"/>
                    </a:lnTo>
                    <a:lnTo>
                      <a:pt x="128" y="72"/>
                    </a:lnTo>
                    <a:lnTo>
                      <a:pt x="128" y="70"/>
                    </a:lnTo>
                    <a:lnTo>
                      <a:pt x="130" y="70"/>
                    </a:lnTo>
                    <a:lnTo>
                      <a:pt x="136" y="68"/>
                    </a:lnTo>
                    <a:lnTo>
                      <a:pt x="138" y="66"/>
                    </a:lnTo>
                    <a:lnTo>
                      <a:pt x="134" y="64"/>
                    </a:lnTo>
                    <a:lnTo>
                      <a:pt x="124" y="64"/>
                    </a:lnTo>
                    <a:lnTo>
                      <a:pt x="120" y="64"/>
                    </a:lnTo>
                    <a:lnTo>
                      <a:pt x="114" y="62"/>
                    </a:lnTo>
                    <a:lnTo>
                      <a:pt x="104" y="60"/>
                    </a:lnTo>
                    <a:lnTo>
                      <a:pt x="102" y="58"/>
                    </a:lnTo>
                    <a:lnTo>
                      <a:pt x="106" y="56"/>
                    </a:lnTo>
                    <a:lnTo>
                      <a:pt x="112" y="52"/>
                    </a:lnTo>
                    <a:lnTo>
                      <a:pt x="118" y="48"/>
                    </a:lnTo>
                    <a:lnTo>
                      <a:pt x="118" y="44"/>
                    </a:lnTo>
                    <a:lnTo>
                      <a:pt x="116" y="42"/>
                    </a:lnTo>
                    <a:lnTo>
                      <a:pt x="114" y="40"/>
                    </a:lnTo>
                    <a:lnTo>
                      <a:pt x="114" y="38"/>
                    </a:lnTo>
                    <a:lnTo>
                      <a:pt x="114" y="32"/>
                    </a:lnTo>
                    <a:lnTo>
                      <a:pt x="108" y="36"/>
                    </a:lnTo>
                    <a:lnTo>
                      <a:pt x="106" y="38"/>
                    </a:lnTo>
                    <a:lnTo>
                      <a:pt x="106" y="36"/>
                    </a:lnTo>
                    <a:lnTo>
                      <a:pt x="106" y="28"/>
                    </a:lnTo>
                    <a:lnTo>
                      <a:pt x="106" y="22"/>
                    </a:lnTo>
                    <a:lnTo>
                      <a:pt x="106" y="20"/>
                    </a:lnTo>
                    <a:lnTo>
                      <a:pt x="102" y="22"/>
                    </a:lnTo>
                    <a:lnTo>
                      <a:pt x="100" y="24"/>
                    </a:lnTo>
                    <a:lnTo>
                      <a:pt x="98" y="16"/>
                    </a:lnTo>
                    <a:lnTo>
                      <a:pt x="102" y="4"/>
                    </a:lnTo>
                    <a:lnTo>
                      <a:pt x="100" y="2"/>
                    </a:lnTo>
                    <a:lnTo>
                      <a:pt x="98" y="0"/>
                    </a:lnTo>
                    <a:lnTo>
                      <a:pt x="96" y="0"/>
                    </a:lnTo>
                    <a:lnTo>
                      <a:pt x="94" y="8"/>
                    </a:lnTo>
                    <a:lnTo>
                      <a:pt x="94" y="22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88" y="28"/>
                    </a:lnTo>
                    <a:lnTo>
                      <a:pt x="84" y="22"/>
                    </a:lnTo>
                    <a:lnTo>
                      <a:pt x="82" y="22"/>
                    </a:lnTo>
                    <a:lnTo>
                      <a:pt x="80" y="26"/>
                    </a:lnTo>
                    <a:lnTo>
                      <a:pt x="80" y="28"/>
                    </a:lnTo>
                    <a:lnTo>
                      <a:pt x="82" y="32"/>
                    </a:lnTo>
                    <a:lnTo>
                      <a:pt x="86" y="36"/>
                    </a:lnTo>
                    <a:lnTo>
                      <a:pt x="92" y="40"/>
                    </a:lnTo>
                    <a:lnTo>
                      <a:pt x="94" y="42"/>
                    </a:lnTo>
                    <a:lnTo>
                      <a:pt x="94" y="44"/>
                    </a:lnTo>
                    <a:lnTo>
                      <a:pt x="90" y="46"/>
                    </a:lnTo>
                    <a:lnTo>
                      <a:pt x="90" y="48"/>
                    </a:lnTo>
                    <a:lnTo>
                      <a:pt x="88" y="50"/>
                    </a:lnTo>
                    <a:lnTo>
                      <a:pt x="82" y="48"/>
                    </a:lnTo>
                    <a:lnTo>
                      <a:pt x="74" y="46"/>
                    </a:lnTo>
                    <a:lnTo>
                      <a:pt x="72" y="48"/>
                    </a:lnTo>
                    <a:lnTo>
                      <a:pt x="74" y="50"/>
                    </a:lnTo>
                    <a:lnTo>
                      <a:pt x="76" y="52"/>
                    </a:lnTo>
                    <a:lnTo>
                      <a:pt x="76" y="54"/>
                    </a:lnTo>
                    <a:lnTo>
                      <a:pt x="76" y="56"/>
                    </a:lnTo>
                    <a:lnTo>
                      <a:pt x="80" y="56"/>
                    </a:lnTo>
                    <a:lnTo>
                      <a:pt x="84" y="56"/>
                    </a:lnTo>
                    <a:lnTo>
                      <a:pt x="82" y="58"/>
                    </a:lnTo>
                    <a:lnTo>
                      <a:pt x="82" y="60"/>
                    </a:lnTo>
                    <a:lnTo>
                      <a:pt x="86" y="60"/>
                    </a:lnTo>
                    <a:lnTo>
                      <a:pt x="90" y="60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88" y="64"/>
                    </a:lnTo>
                    <a:lnTo>
                      <a:pt x="80" y="64"/>
                    </a:lnTo>
                    <a:lnTo>
                      <a:pt x="66" y="64"/>
                    </a:lnTo>
                    <a:lnTo>
                      <a:pt x="64" y="64"/>
                    </a:lnTo>
                    <a:lnTo>
                      <a:pt x="62" y="66"/>
                    </a:lnTo>
                    <a:lnTo>
                      <a:pt x="64" y="70"/>
                    </a:lnTo>
                    <a:lnTo>
                      <a:pt x="68" y="76"/>
                    </a:lnTo>
                    <a:lnTo>
                      <a:pt x="70" y="78"/>
                    </a:lnTo>
                    <a:lnTo>
                      <a:pt x="72" y="78"/>
                    </a:lnTo>
                    <a:lnTo>
                      <a:pt x="78" y="76"/>
                    </a:lnTo>
                    <a:lnTo>
                      <a:pt x="80" y="76"/>
                    </a:lnTo>
                    <a:lnTo>
                      <a:pt x="80" y="78"/>
                    </a:lnTo>
                    <a:lnTo>
                      <a:pt x="78" y="80"/>
                    </a:lnTo>
                    <a:lnTo>
                      <a:pt x="76" y="84"/>
                    </a:lnTo>
                    <a:lnTo>
                      <a:pt x="78" y="84"/>
                    </a:lnTo>
                    <a:lnTo>
                      <a:pt x="80" y="86"/>
                    </a:lnTo>
                    <a:lnTo>
                      <a:pt x="82" y="88"/>
                    </a:lnTo>
                    <a:lnTo>
                      <a:pt x="60" y="86"/>
                    </a:lnTo>
                    <a:lnTo>
                      <a:pt x="38" y="84"/>
                    </a:lnTo>
                    <a:lnTo>
                      <a:pt x="40" y="86"/>
                    </a:lnTo>
                    <a:lnTo>
                      <a:pt x="42" y="88"/>
                    </a:lnTo>
                    <a:lnTo>
                      <a:pt x="42" y="90"/>
                    </a:lnTo>
                    <a:lnTo>
                      <a:pt x="44" y="96"/>
                    </a:lnTo>
                    <a:lnTo>
                      <a:pt x="48" y="106"/>
                    </a:lnTo>
                    <a:lnTo>
                      <a:pt x="56" y="112"/>
                    </a:lnTo>
                    <a:lnTo>
                      <a:pt x="62" y="118"/>
                    </a:lnTo>
                    <a:lnTo>
                      <a:pt x="64" y="118"/>
                    </a:lnTo>
                    <a:lnTo>
                      <a:pt x="66" y="118"/>
                    </a:lnTo>
                    <a:lnTo>
                      <a:pt x="72" y="116"/>
                    </a:lnTo>
                    <a:lnTo>
                      <a:pt x="74" y="116"/>
                    </a:lnTo>
                    <a:lnTo>
                      <a:pt x="72" y="118"/>
                    </a:lnTo>
                    <a:lnTo>
                      <a:pt x="74" y="120"/>
                    </a:lnTo>
                    <a:lnTo>
                      <a:pt x="76" y="120"/>
                    </a:lnTo>
                    <a:lnTo>
                      <a:pt x="78" y="118"/>
                    </a:lnTo>
                    <a:lnTo>
                      <a:pt x="84" y="116"/>
                    </a:lnTo>
                    <a:lnTo>
                      <a:pt x="80" y="118"/>
                    </a:lnTo>
                    <a:lnTo>
                      <a:pt x="72" y="124"/>
                    </a:lnTo>
                    <a:lnTo>
                      <a:pt x="60" y="132"/>
                    </a:lnTo>
                    <a:lnTo>
                      <a:pt x="42" y="134"/>
                    </a:lnTo>
                    <a:lnTo>
                      <a:pt x="34" y="138"/>
                    </a:lnTo>
                    <a:lnTo>
                      <a:pt x="34" y="140"/>
                    </a:lnTo>
                    <a:lnTo>
                      <a:pt x="38" y="142"/>
                    </a:lnTo>
                    <a:lnTo>
                      <a:pt x="42" y="144"/>
                    </a:lnTo>
                    <a:lnTo>
                      <a:pt x="42" y="146"/>
                    </a:lnTo>
                    <a:lnTo>
                      <a:pt x="40" y="148"/>
                    </a:lnTo>
                    <a:lnTo>
                      <a:pt x="40" y="150"/>
                    </a:lnTo>
                    <a:lnTo>
                      <a:pt x="40" y="152"/>
                    </a:lnTo>
                    <a:lnTo>
                      <a:pt x="44" y="154"/>
                    </a:lnTo>
                    <a:lnTo>
                      <a:pt x="46" y="154"/>
                    </a:lnTo>
                    <a:lnTo>
                      <a:pt x="48" y="152"/>
                    </a:lnTo>
                    <a:lnTo>
                      <a:pt x="50" y="150"/>
                    </a:lnTo>
                    <a:lnTo>
                      <a:pt x="52" y="150"/>
                    </a:lnTo>
                    <a:lnTo>
                      <a:pt x="56" y="152"/>
                    </a:lnTo>
                    <a:lnTo>
                      <a:pt x="56" y="156"/>
                    </a:lnTo>
                    <a:lnTo>
                      <a:pt x="58" y="156"/>
                    </a:lnTo>
                    <a:lnTo>
                      <a:pt x="58" y="152"/>
                    </a:lnTo>
                    <a:lnTo>
                      <a:pt x="66" y="152"/>
                    </a:lnTo>
                    <a:lnTo>
                      <a:pt x="70" y="150"/>
                    </a:lnTo>
                    <a:lnTo>
                      <a:pt x="72" y="148"/>
                    </a:lnTo>
                    <a:lnTo>
                      <a:pt x="76" y="150"/>
                    </a:lnTo>
                    <a:lnTo>
                      <a:pt x="68" y="154"/>
                    </a:lnTo>
                    <a:lnTo>
                      <a:pt x="54" y="158"/>
                    </a:lnTo>
                    <a:lnTo>
                      <a:pt x="44" y="160"/>
                    </a:lnTo>
                    <a:lnTo>
                      <a:pt x="40" y="162"/>
                    </a:lnTo>
                    <a:lnTo>
                      <a:pt x="38" y="166"/>
                    </a:lnTo>
                    <a:lnTo>
                      <a:pt x="42" y="170"/>
                    </a:lnTo>
                    <a:lnTo>
                      <a:pt x="44" y="172"/>
                    </a:lnTo>
                    <a:lnTo>
                      <a:pt x="40" y="174"/>
                    </a:lnTo>
                    <a:lnTo>
                      <a:pt x="42" y="174"/>
                    </a:lnTo>
                    <a:lnTo>
                      <a:pt x="50" y="178"/>
                    </a:lnTo>
                    <a:lnTo>
                      <a:pt x="58" y="180"/>
                    </a:lnTo>
                    <a:lnTo>
                      <a:pt x="60" y="180"/>
                    </a:lnTo>
                    <a:lnTo>
                      <a:pt x="58" y="178"/>
                    </a:lnTo>
                    <a:lnTo>
                      <a:pt x="62" y="178"/>
                    </a:lnTo>
                    <a:lnTo>
                      <a:pt x="72" y="180"/>
                    </a:lnTo>
                    <a:lnTo>
                      <a:pt x="58" y="188"/>
                    </a:lnTo>
                    <a:lnTo>
                      <a:pt x="52" y="192"/>
                    </a:lnTo>
                    <a:lnTo>
                      <a:pt x="56" y="192"/>
                    </a:lnTo>
                    <a:lnTo>
                      <a:pt x="62" y="190"/>
                    </a:lnTo>
                    <a:lnTo>
                      <a:pt x="66" y="188"/>
                    </a:lnTo>
                    <a:lnTo>
                      <a:pt x="72" y="184"/>
                    </a:lnTo>
                    <a:lnTo>
                      <a:pt x="76" y="182"/>
                    </a:lnTo>
                    <a:lnTo>
                      <a:pt x="70" y="188"/>
                    </a:lnTo>
                    <a:lnTo>
                      <a:pt x="66" y="190"/>
                    </a:lnTo>
                    <a:lnTo>
                      <a:pt x="68" y="192"/>
                    </a:lnTo>
                    <a:close/>
                    <a:moveTo>
                      <a:pt x="76" y="178"/>
                    </a:moveTo>
                    <a:lnTo>
                      <a:pt x="74" y="178"/>
                    </a:lnTo>
                    <a:lnTo>
                      <a:pt x="72" y="178"/>
                    </a:lnTo>
                    <a:lnTo>
                      <a:pt x="76" y="178"/>
                    </a:lnTo>
                    <a:close/>
                  </a:path>
                </a:pathLst>
              </a:custGeom>
              <a:solidFill>
                <a:srgbClr val="475918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" name="AutoShape 45">
                <a:extLst>
                  <a:ext uri="{FF2B5EF4-FFF2-40B4-BE49-F238E27FC236}">
                    <a16:creationId xmlns:a16="http://schemas.microsoft.com/office/drawing/2014/main" id="{CF452192-0C13-CDFE-C6B4-3290413A2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98898" y="6416159"/>
                <a:ext cx="232145" cy="285185"/>
              </a:xfrm>
              <a:custGeom>
                <a:avLst/>
                <a:gdLst>
                  <a:gd name="T0" fmla="*/ 2147483647 w 198"/>
                  <a:gd name="T1" fmla="*/ 2147483647 h 244"/>
                  <a:gd name="T2" fmla="*/ 2147483647 w 198"/>
                  <a:gd name="T3" fmla="*/ 2147483647 h 244"/>
                  <a:gd name="T4" fmla="*/ 2147483647 w 198"/>
                  <a:gd name="T5" fmla="*/ 2147483647 h 244"/>
                  <a:gd name="T6" fmla="*/ 2147483647 w 198"/>
                  <a:gd name="T7" fmla="*/ 2147483647 h 244"/>
                  <a:gd name="T8" fmla="*/ 2147483647 w 198"/>
                  <a:gd name="T9" fmla="*/ 2147483647 h 244"/>
                  <a:gd name="T10" fmla="*/ 2147483647 w 198"/>
                  <a:gd name="T11" fmla="*/ 2147483647 h 244"/>
                  <a:gd name="T12" fmla="*/ 2147483647 w 198"/>
                  <a:gd name="T13" fmla="*/ 2147483647 h 244"/>
                  <a:gd name="T14" fmla="*/ 2147483647 w 198"/>
                  <a:gd name="T15" fmla="*/ 2147483647 h 244"/>
                  <a:gd name="T16" fmla="*/ 2147483647 w 198"/>
                  <a:gd name="T17" fmla="*/ 2147483647 h 244"/>
                  <a:gd name="T18" fmla="*/ 2147483647 w 198"/>
                  <a:gd name="T19" fmla="*/ 2147483647 h 244"/>
                  <a:gd name="T20" fmla="*/ 2147483647 w 198"/>
                  <a:gd name="T21" fmla="*/ 2147483647 h 244"/>
                  <a:gd name="T22" fmla="*/ 2147483647 w 198"/>
                  <a:gd name="T23" fmla="*/ 2147483647 h 244"/>
                  <a:gd name="T24" fmla="*/ 2147483647 w 198"/>
                  <a:gd name="T25" fmla="*/ 2147483647 h 244"/>
                  <a:gd name="T26" fmla="*/ 2147483647 w 198"/>
                  <a:gd name="T27" fmla="*/ 2147483647 h 244"/>
                  <a:gd name="T28" fmla="*/ 2147483647 w 198"/>
                  <a:gd name="T29" fmla="*/ 2147483647 h 244"/>
                  <a:gd name="T30" fmla="*/ 2147483647 w 198"/>
                  <a:gd name="T31" fmla="*/ 2147483647 h 244"/>
                  <a:gd name="T32" fmla="*/ 2147483647 w 198"/>
                  <a:gd name="T33" fmla="*/ 2147483647 h 244"/>
                  <a:gd name="T34" fmla="*/ 2147483647 w 198"/>
                  <a:gd name="T35" fmla="*/ 2147483647 h 244"/>
                  <a:gd name="T36" fmla="*/ 2147483647 w 198"/>
                  <a:gd name="T37" fmla="*/ 2147483647 h 244"/>
                  <a:gd name="T38" fmla="*/ 2147483647 w 198"/>
                  <a:gd name="T39" fmla="*/ 2147483647 h 244"/>
                  <a:gd name="T40" fmla="*/ 2147483647 w 198"/>
                  <a:gd name="T41" fmla="*/ 2147483647 h 244"/>
                  <a:gd name="T42" fmla="*/ 2147483647 w 198"/>
                  <a:gd name="T43" fmla="*/ 2147483647 h 244"/>
                  <a:gd name="T44" fmla="*/ 2147483647 w 198"/>
                  <a:gd name="T45" fmla="*/ 2147483647 h 244"/>
                  <a:gd name="T46" fmla="*/ 2147483647 w 198"/>
                  <a:gd name="T47" fmla="*/ 2147483647 h 244"/>
                  <a:gd name="T48" fmla="*/ 2147483647 w 198"/>
                  <a:gd name="T49" fmla="*/ 2147483647 h 244"/>
                  <a:gd name="T50" fmla="*/ 2147483647 w 198"/>
                  <a:gd name="T51" fmla="*/ 2147483647 h 244"/>
                  <a:gd name="T52" fmla="*/ 2147483647 w 198"/>
                  <a:gd name="T53" fmla="*/ 2147483647 h 244"/>
                  <a:gd name="T54" fmla="*/ 2147483647 w 198"/>
                  <a:gd name="T55" fmla="*/ 2147483647 h 244"/>
                  <a:gd name="T56" fmla="*/ 2147483647 w 198"/>
                  <a:gd name="T57" fmla="*/ 2147483647 h 244"/>
                  <a:gd name="T58" fmla="*/ 2147483647 w 198"/>
                  <a:gd name="T59" fmla="*/ 2147483647 h 244"/>
                  <a:gd name="T60" fmla="*/ 2147483647 w 198"/>
                  <a:gd name="T61" fmla="*/ 2147483647 h 244"/>
                  <a:gd name="T62" fmla="*/ 2147483647 w 198"/>
                  <a:gd name="T63" fmla="*/ 2147483647 h 244"/>
                  <a:gd name="T64" fmla="*/ 2147483647 w 198"/>
                  <a:gd name="T65" fmla="*/ 0 h 244"/>
                  <a:gd name="T66" fmla="*/ 2147483647 w 198"/>
                  <a:gd name="T67" fmla="*/ 2147483647 h 244"/>
                  <a:gd name="T68" fmla="*/ 2147483647 w 198"/>
                  <a:gd name="T69" fmla="*/ 2147483647 h 244"/>
                  <a:gd name="T70" fmla="*/ 2147483647 w 198"/>
                  <a:gd name="T71" fmla="*/ 2147483647 h 244"/>
                  <a:gd name="T72" fmla="*/ 2147483647 w 198"/>
                  <a:gd name="T73" fmla="*/ 2147483647 h 244"/>
                  <a:gd name="T74" fmla="*/ 2147483647 w 198"/>
                  <a:gd name="T75" fmla="*/ 2147483647 h 244"/>
                  <a:gd name="T76" fmla="*/ 2147483647 w 198"/>
                  <a:gd name="T77" fmla="*/ 2147483647 h 244"/>
                  <a:gd name="T78" fmla="*/ 2147483647 w 198"/>
                  <a:gd name="T79" fmla="*/ 2147483647 h 244"/>
                  <a:gd name="T80" fmla="*/ 2147483647 w 198"/>
                  <a:gd name="T81" fmla="*/ 2147483647 h 244"/>
                  <a:gd name="T82" fmla="*/ 2147483647 w 198"/>
                  <a:gd name="T83" fmla="*/ 2147483647 h 244"/>
                  <a:gd name="T84" fmla="*/ 2147483647 w 198"/>
                  <a:gd name="T85" fmla="*/ 2147483647 h 244"/>
                  <a:gd name="T86" fmla="*/ 2147483647 w 198"/>
                  <a:gd name="T87" fmla="*/ 2147483647 h 244"/>
                  <a:gd name="T88" fmla="*/ 2147483647 w 198"/>
                  <a:gd name="T89" fmla="*/ 2147483647 h 244"/>
                  <a:gd name="T90" fmla="*/ 2147483647 w 198"/>
                  <a:gd name="T91" fmla="*/ 2147483647 h 244"/>
                  <a:gd name="T92" fmla="*/ 2147483647 w 198"/>
                  <a:gd name="T93" fmla="*/ 2147483647 h 244"/>
                  <a:gd name="T94" fmla="*/ 2147483647 w 198"/>
                  <a:gd name="T95" fmla="*/ 2147483647 h 244"/>
                  <a:gd name="T96" fmla="*/ 2147483647 w 198"/>
                  <a:gd name="T97" fmla="*/ 2147483647 h 244"/>
                  <a:gd name="T98" fmla="*/ 2147483647 w 198"/>
                  <a:gd name="T99" fmla="*/ 2147483647 h 244"/>
                  <a:gd name="T100" fmla="*/ 2147483647 w 198"/>
                  <a:gd name="T101" fmla="*/ 2147483647 h 244"/>
                  <a:gd name="T102" fmla="*/ 2147483647 w 198"/>
                  <a:gd name="T103" fmla="*/ 2147483647 h 244"/>
                  <a:gd name="T104" fmla="*/ 2147483647 w 198"/>
                  <a:gd name="T105" fmla="*/ 2147483647 h 244"/>
                  <a:gd name="T106" fmla="*/ 2147483647 w 198"/>
                  <a:gd name="T107" fmla="*/ 2147483647 h 244"/>
                  <a:gd name="T108" fmla="*/ 2147483647 w 198"/>
                  <a:gd name="T109" fmla="*/ 2147483647 h 244"/>
                  <a:gd name="T110" fmla="*/ 2147483647 w 198"/>
                  <a:gd name="T111" fmla="*/ 2147483647 h 244"/>
                  <a:gd name="T112" fmla="*/ 2147483647 w 198"/>
                  <a:gd name="T113" fmla="*/ 2147483647 h 244"/>
                  <a:gd name="T114" fmla="*/ 0 w 198"/>
                  <a:gd name="T115" fmla="*/ 0 h 244"/>
                  <a:gd name="T116" fmla="*/ 198 w 198"/>
                  <a:gd name="T1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T114" t="T115" r="T116" b="T117"/>
                <a:pathLst>
                  <a:path w="198" h="244">
                    <a:moveTo>
                      <a:pt x="82" y="186"/>
                    </a:moveTo>
                    <a:lnTo>
                      <a:pt x="82" y="186"/>
                    </a:lnTo>
                    <a:lnTo>
                      <a:pt x="82" y="188"/>
                    </a:lnTo>
                    <a:lnTo>
                      <a:pt x="80" y="190"/>
                    </a:lnTo>
                    <a:lnTo>
                      <a:pt x="74" y="190"/>
                    </a:lnTo>
                    <a:lnTo>
                      <a:pt x="78" y="188"/>
                    </a:lnTo>
                    <a:lnTo>
                      <a:pt x="82" y="186"/>
                    </a:lnTo>
                    <a:close/>
                    <a:moveTo>
                      <a:pt x="68" y="192"/>
                    </a:moveTo>
                    <a:lnTo>
                      <a:pt x="68" y="192"/>
                    </a:lnTo>
                    <a:lnTo>
                      <a:pt x="32" y="194"/>
                    </a:lnTo>
                    <a:lnTo>
                      <a:pt x="14" y="198"/>
                    </a:lnTo>
                    <a:lnTo>
                      <a:pt x="6" y="200"/>
                    </a:lnTo>
                    <a:lnTo>
                      <a:pt x="2" y="202"/>
                    </a:lnTo>
                    <a:lnTo>
                      <a:pt x="0" y="206"/>
                    </a:lnTo>
                    <a:lnTo>
                      <a:pt x="2" y="206"/>
                    </a:lnTo>
                    <a:lnTo>
                      <a:pt x="4" y="208"/>
                    </a:lnTo>
                    <a:lnTo>
                      <a:pt x="4" y="212"/>
                    </a:lnTo>
                    <a:lnTo>
                      <a:pt x="6" y="212"/>
                    </a:lnTo>
                    <a:lnTo>
                      <a:pt x="8" y="210"/>
                    </a:lnTo>
                    <a:lnTo>
                      <a:pt x="8" y="212"/>
                    </a:lnTo>
                    <a:lnTo>
                      <a:pt x="10" y="216"/>
                    </a:lnTo>
                    <a:lnTo>
                      <a:pt x="12" y="212"/>
                    </a:lnTo>
                    <a:lnTo>
                      <a:pt x="14" y="212"/>
                    </a:lnTo>
                    <a:lnTo>
                      <a:pt x="16" y="212"/>
                    </a:lnTo>
                    <a:lnTo>
                      <a:pt x="18" y="214"/>
                    </a:lnTo>
                    <a:lnTo>
                      <a:pt x="18" y="216"/>
                    </a:lnTo>
                    <a:lnTo>
                      <a:pt x="16" y="218"/>
                    </a:lnTo>
                    <a:lnTo>
                      <a:pt x="16" y="220"/>
                    </a:lnTo>
                    <a:lnTo>
                      <a:pt x="20" y="220"/>
                    </a:lnTo>
                    <a:lnTo>
                      <a:pt x="22" y="218"/>
                    </a:lnTo>
                    <a:lnTo>
                      <a:pt x="24" y="218"/>
                    </a:lnTo>
                    <a:lnTo>
                      <a:pt x="28" y="218"/>
                    </a:lnTo>
                    <a:lnTo>
                      <a:pt x="32" y="224"/>
                    </a:lnTo>
                    <a:lnTo>
                      <a:pt x="32" y="218"/>
                    </a:lnTo>
                    <a:lnTo>
                      <a:pt x="36" y="218"/>
                    </a:lnTo>
                    <a:lnTo>
                      <a:pt x="38" y="218"/>
                    </a:lnTo>
                    <a:lnTo>
                      <a:pt x="38" y="216"/>
                    </a:lnTo>
                    <a:lnTo>
                      <a:pt x="40" y="216"/>
                    </a:lnTo>
                    <a:lnTo>
                      <a:pt x="44" y="218"/>
                    </a:lnTo>
                    <a:lnTo>
                      <a:pt x="46" y="222"/>
                    </a:lnTo>
                    <a:lnTo>
                      <a:pt x="48" y="222"/>
                    </a:lnTo>
                    <a:lnTo>
                      <a:pt x="50" y="218"/>
                    </a:lnTo>
                    <a:lnTo>
                      <a:pt x="52" y="216"/>
                    </a:lnTo>
                    <a:lnTo>
                      <a:pt x="54" y="216"/>
                    </a:lnTo>
                    <a:lnTo>
                      <a:pt x="56" y="212"/>
                    </a:lnTo>
                    <a:lnTo>
                      <a:pt x="58" y="216"/>
                    </a:lnTo>
                    <a:lnTo>
                      <a:pt x="70" y="214"/>
                    </a:lnTo>
                    <a:lnTo>
                      <a:pt x="72" y="210"/>
                    </a:lnTo>
                    <a:lnTo>
                      <a:pt x="74" y="210"/>
                    </a:lnTo>
                    <a:lnTo>
                      <a:pt x="76" y="210"/>
                    </a:lnTo>
                    <a:lnTo>
                      <a:pt x="78" y="208"/>
                    </a:lnTo>
                    <a:lnTo>
                      <a:pt x="78" y="212"/>
                    </a:lnTo>
                    <a:lnTo>
                      <a:pt x="76" y="214"/>
                    </a:lnTo>
                    <a:lnTo>
                      <a:pt x="66" y="220"/>
                    </a:lnTo>
                    <a:lnTo>
                      <a:pt x="52" y="224"/>
                    </a:lnTo>
                    <a:lnTo>
                      <a:pt x="44" y="224"/>
                    </a:lnTo>
                    <a:lnTo>
                      <a:pt x="34" y="226"/>
                    </a:lnTo>
                    <a:lnTo>
                      <a:pt x="28" y="230"/>
                    </a:lnTo>
                    <a:lnTo>
                      <a:pt x="26" y="230"/>
                    </a:lnTo>
                    <a:lnTo>
                      <a:pt x="28" y="232"/>
                    </a:lnTo>
                    <a:lnTo>
                      <a:pt x="32" y="234"/>
                    </a:lnTo>
                    <a:lnTo>
                      <a:pt x="30" y="236"/>
                    </a:lnTo>
                    <a:lnTo>
                      <a:pt x="28" y="238"/>
                    </a:lnTo>
                    <a:lnTo>
                      <a:pt x="74" y="240"/>
                    </a:lnTo>
                    <a:lnTo>
                      <a:pt x="78" y="232"/>
                    </a:lnTo>
                    <a:lnTo>
                      <a:pt x="84" y="226"/>
                    </a:lnTo>
                    <a:lnTo>
                      <a:pt x="80" y="234"/>
                    </a:lnTo>
                    <a:lnTo>
                      <a:pt x="78" y="232"/>
                    </a:lnTo>
                    <a:lnTo>
                      <a:pt x="78" y="236"/>
                    </a:lnTo>
                    <a:lnTo>
                      <a:pt x="78" y="240"/>
                    </a:lnTo>
                    <a:lnTo>
                      <a:pt x="124" y="240"/>
                    </a:lnTo>
                    <a:lnTo>
                      <a:pt x="146" y="240"/>
                    </a:lnTo>
                    <a:lnTo>
                      <a:pt x="170" y="244"/>
                    </a:lnTo>
                    <a:lnTo>
                      <a:pt x="174" y="240"/>
                    </a:lnTo>
                    <a:lnTo>
                      <a:pt x="178" y="236"/>
                    </a:lnTo>
                    <a:lnTo>
                      <a:pt x="178" y="232"/>
                    </a:lnTo>
                    <a:lnTo>
                      <a:pt x="174" y="226"/>
                    </a:lnTo>
                    <a:lnTo>
                      <a:pt x="172" y="224"/>
                    </a:lnTo>
                    <a:lnTo>
                      <a:pt x="174" y="224"/>
                    </a:lnTo>
                    <a:lnTo>
                      <a:pt x="180" y="222"/>
                    </a:lnTo>
                    <a:lnTo>
                      <a:pt x="194" y="222"/>
                    </a:lnTo>
                    <a:lnTo>
                      <a:pt x="198" y="220"/>
                    </a:lnTo>
                    <a:lnTo>
                      <a:pt x="198" y="218"/>
                    </a:lnTo>
                    <a:lnTo>
                      <a:pt x="186" y="212"/>
                    </a:lnTo>
                    <a:lnTo>
                      <a:pt x="172" y="206"/>
                    </a:lnTo>
                    <a:lnTo>
                      <a:pt x="170" y="204"/>
                    </a:lnTo>
                    <a:lnTo>
                      <a:pt x="172" y="202"/>
                    </a:lnTo>
                    <a:lnTo>
                      <a:pt x="184" y="200"/>
                    </a:lnTo>
                    <a:lnTo>
                      <a:pt x="190" y="198"/>
                    </a:lnTo>
                    <a:lnTo>
                      <a:pt x="190" y="196"/>
                    </a:lnTo>
                    <a:lnTo>
                      <a:pt x="188" y="196"/>
                    </a:lnTo>
                    <a:lnTo>
                      <a:pt x="178" y="190"/>
                    </a:lnTo>
                    <a:lnTo>
                      <a:pt x="174" y="186"/>
                    </a:lnTo>
                    <a:lnTo>
                      <a:pt x="170" y="182"/>
                    </a:lnTo>
                    <a:lnTo>
                      <a:pt x="170" y="180"/>
                    </a:lnTo>
                    <a:lnTo>
                      <a:pt x="172" y="178"/>
                    </a:lnTo>
                    <a:lnTo>
                      <a:pt x="178" y="176"/>
                    </a:lnTo>
                    <a:lnTo>
                      <a:pt x="186" y="174"/>
                    </a:lnTo>
                    <a:lnTo>
                      <a:pt x="188" y="172"/>
                    </a:lnTo>
                    <a:lnTo>
                      <a:pt x="186" y="170"/>
                    </a:lnTo>
                    <a:lnTo>
                      <a:pt x="178" y="164"/>
                    </a:lnTo>
                    <a:lnTo>
                      <a:pt x="158" y="156"/>
                    </a:lnTo>
                    <a:lnTo>
                      <a:pt x="148" y="150"/>
                    </a:lnTo>
                    <a:lnTo>
                      <a:pt x="146" y="148"/>
                    </a:lnTo>
                    <a:lnTo>
                      <a:pt x="158" y="148"/>
                    </a:lnTo>
                    <a:lnTo>
                      <a:pt x="160" y="148"/>
                    </a:lnTo>
                    <a:lnTo>
                      <a:pt x="158" y="144"/>
                    </a:lnTo>
                    <a:lnTo>
                      <a:pt x="152" y="140"/>
                    </a:lnTo>
                    <a:lnTo>
                      <a:pt x="156" y="140"/>
                    </a:lnTo>
                    <a:lnTo>
                      <a:pt x="158" y="140"/>
                    </a:lnTo>
                    <a:lnTo>
                      <a:pt x="160" y="138"/>
                    </a:lnTo>
                    <a:lnTo>
                      <a:pt x="160" y="136"/>
                    </a:lnTo>
                    <a:lnTo>
                      <a:pt x="158" y="132"/>
                    </a:lnTo>
                    <a:lnTo>
                      <a:pt x="148" y="126"/>
                    </a:lnTo>
                    <a:lnTo>
                      <a:pt x="124" y="110"/>
                    </a:lnTo>
                    <a:lnTo>
                      <a:pt x="128" y="110"/>
                    </a:lnTo>
                    <a:lnTo>
                      <a:pt x="132" y="110"/>
                    </a:lnTo>
                    <a:lnTo>
                      <a:pt x="132" y="106"/>
                    </a:lnTo>
                    <a:lnTo>
                      <a:pt x="136" y="106"/>
                    </a:lnTo>
                    <a:lnTo>
                      <a:pt x="140" y="106"/>
                    </a:lnTo>
                    <a:lnTo>
                      <a:pt x="142" y="104"/>
                    </a:lnTo>
                    <a:lnTo>
                      <a:pt x="142" y="102"/>
                    </a:lnTo>
                    <a:lnTo>
                      <a:pt x="142" y="98"/>
                    </a:lnTo>
                    <a:lnTo>
                      <a:pt x="140" y="96"/>
                    </a:lnTo>
                    <a:lnTo>
                      <a:pt x="136" y="94"/>
                    </a:lnTo>
                    <a:lnTo>
                      <a:pt x="130" y="92"/>
                    </a:lnTo>
                    <a:lnTo>
                      <a:pt x="116" y="88"/>
                    </a:lnTo>
                    <a:lnTo>
                      <a:pt x="112" y="82"/>
                    </a:lnTo>
                    <a:lnTo>
                      <a:pt x="110" y="82"/>
                    </a:lnTo>
                    <a:lnTo>
                      <a:pt x="112" y="80"/>
                    </a:lnTo>
                    <a:lnTo>
                      <a:pt x="116" y="80"/>
                    </a:lnTo>
                    <a:lnTo>
                      <a:pt x="118" y="80"/>
                    </a:lnTo>
                    <a:lnTo>
                      <a:pt x="124" y="84"/>
                    </a:lnTo>
                    <a:lnTo>
                      <a:pt x="128" y="86"/>
                    </a:lnTo>
                    <a:lnTo>
                      <a:pt x="128" y="84"/>
                    </a:lnTo>
                    <a:lnTo>
                      <a:pt x="126" y="80"/>
                    </a:lnTo>
                    <a:lnTo>
                      <a:pt x="128" y="80"/>
                    </a:lnTo>
                    <a:lnTo>
                      <a:pt x="130" y="78"/>
                    </a:lnTo>
                    <a:lnTo>
                      <a:pt x="132" y="76"/>
                    </a:lnTo>
                    <a:lnTo>
                      <a:pt x="128" y="72"/>
                    </a:lnTo>
                    <a:lnTo>
                      <a:pt x="128" y="70"/>
                    </a:lnTo>
                    <a:lnTo>
                      <a:pt x="130" y="70"/>
                    </a:lnTo>
                    <a:lnTo>
                      <a:pt x="136" y="68"/>
                    </a:lnTo>
                    <a:lnTo>
                      <a:pt x="138" y="66"/>
                    </a:lnTo>
                    <a:lnTo>
                      <a:pt x="134" y="64"/>
                    </a:lnTo>
                    <a:lnTo>
                      <a:pt x="124" y="64"/>
                    </a:lnTo>
                    <a:lnTo>
                      <a:pt x="120" y="64"/>
                    </a:lnTo>
                    <a:lnTo>
                      <a:pt x="114" y="62"/>
                    </a:lnTo>
                    <a:lnTo>
                      <a:pt x="104" y="60"/>
                    </a:lnTo>
                    <a:lnTo>
                      <a:pt x="102" y="58"/>
                    </a:lnTo>
                    <a:lnTo>
                      <a:pt x="106" y="56"/>
                    </a:lnTo>
                    <a:lnTo>
                      <a:pt x="112" y="52"/>
                    </a:lnTo>
                    <a:lnTo>
                      <a:pt x="118" y="48"/>
                    </a:lnTo>
                    <a:lnTo>
                      <a:pt x="118" y="44"/>
                    </a:lnTo>
                    <a:lnTo>
                      <a:pt x="116" y="42"/>
                    </a:lnTo>
                    <a:lnTo>
                      <a:pt x="114" y="40"/>
                    </a:lnTo>
                    <a:lnTo>
                      <a:pt x="114" y="38"/>
                    </a:lnTo>
                    <a:lnTo>
                      <a:pt x="114" y="32"/>
                    </a:lnTo>
                    <a:lnTo>
                      <a:pt x="108" y="36"/>
                    </a:lnTo>
                    <a:lnTo>
                      <a:pt x="106" y="38"/>
                    </a:lnTo>
                    <a:lnTo>
                      <a:pt x="106" y="36"/>
                    </a:lnTo>
                    <a:lnTo>
                      <a:pt x="106" y="28"/>
                    </a:lnTo>
                    <a:lnTo>
                      <a:pt x="106" y="22"/>
                    </a:lnTo>
                    <a:lnTo>
                      <a:pt x="106" y="20"/>
                    </a:lnTo>
                    <a:lnTo>
                      <a:pt x="102" y="22"/>
                    </a:lnTo>
                    <a:lnTo>
                      <a:pt x="100" y="24"/>
                    </a:lnTo>
                    <a:lnTo>
                      <a:pt x="98" y="16"/>
                    </a:lnTo>
                    <a:lnTo>
                      <a:pt x="102" y="4"/>
                    </a:lnTo>
                    <a:lnTo>
                      <a:pt x="100" y="2"/>
                    </a:lnTo>
                    <a:lnTo>
                      <a:pt x="98" y="0"/>
                    </a:lnTo>
                    <a:lnTo>
                      <a:pt x="96" y="0"/>
                    </a:lnTo>
                    <a:lnTo>
                      <a:pt x="94" y="8"/>
                    </a:lnTo>
                    <a:lnTo>
                      <a:pt x="94" y="22"/>
                    </a:lnTo>
                    <a:lnTo>
                      <a:pt x="94" y="28"/>
                    </a:lnTo>
                    <a:lnTo>
                      <a:pt x="92" y="30"/>
                    </a:lnTo>
                    <a:lnTo>
                      <a:pt x="88" y="28"/>
                    </a:lnTo>
                    <a:lnTo>
                      <a:pt x="84" y="22"/>
                    </a:lnTo>
                    <a:lnTo>
                      <a:pt x="82" y="22"/>
                    </a:lnTo>
                    <a:lnTo>
                      <a:pt x="80" y="26"/>
                    </a:lnTo>
                    <a:lnTo>
                      <a:pt x="80" y="28"/>
                    </a:lnTo>
                    <a:lnTo>
                      <a:pt x="82" y="32"/>
                    </a:lnTo>
                    <a:lnTo>
                      <a:pt x="86" y="36"/>
                    </a:lnTo>
                    <a:lnTo>
                      <a:pt x="92" y="40"/>
                    </a:lnTo>
                    <a:lnTo>
                      <a:pt x="94" y="42"/>
                    </a:lnTo>
                    <a:lnTo>
                      <a:pt x="94" y="44"/>
                    </a:lnTo>
                    <a:lnTo>
                      <a:pt x="90" y="46"/>
                    </a:lnTo>
                    <a:lnTo>
                      <a:pt x="90" y="48"/>
                    </a:lnTo>
                    <a:lnTo>
                      <a:pt x="88" y="50"/>
                    </a:lnTo>
                    <a:lnTo>
                      <a:pt x="82" y="48"/>
                    </a:lnTo>
                    <a:lnTo>
                      <a:pt x="74" y="46"/>
                    </a:lnTo>
                    <a:lnTo>
                      <a:pt x="72" y="48"/>
                    </a:lnTo>
                    <a:lnTo>
                      <a:pt x="74" y="50"/>
                    </a:lnTo>
                    <a:lnTo>
                      <a:pt x="76" y="52"/>
                    </a:lnTo>
                    <a:lnTo>
                      <a:pt x="76" y="54"/>
                    </a:lnTo>
                    <a:lnTo>
                      <a:pt x="76" y="56"/>
                    </a:lnTo>
                    <a:lnTo>
                      <a:pt x="80" y="56"/>
                    </a:lnTo>
                    <a:lnTo>
                      <a:pt x="84" y="56"/>
                    </a:lnTo>
                    <a:lnTo>
                      <a:pt x="82" y="58"/>
                    </a:lnTo>
                    <a:lnTo>
                      <a:pt x="82" y="60"/>
                    </a:lnTo>
                    <a:lnTo>
                      <a:pt x="86" y="60"/>
                    </a:lnTo>
                    <a:lnTo>
                      <a:pt x="90" y="60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88" y="64"/>
                    </a:lnTo>
                    <a:lnTo>
                      <a:pt x="80" y="64"/>
                    </a:lnTo>
                    <a:lnTo>
                      <a:pt x="66" y="64"/>
                    </a:lnTo>
                    <a:lnTo>
                      <a:pt x="64" y="64"/>
                    </a:lnTo>
                    <a:lnTo>
                      <a:pt x="62" y="66"/>
                    </a:lnTo>
                    <a:lnTo>
                      <a:pt x="64" y="70"/>
                    </a:lnTo>
                    <a:lnTo>
                      <a:pt x="68" y="76"/>
                    </a:lnTo>
                    <a:lnTo>
                      <a:pt x="70" y="78"/>
                    </a:lnTo>
                    <a:lnTo>
                      <a:pt x="72" y="78"/>
                    </a:lnTo>
                    <a:lnTo>
                      <a:pt x="78" y="76"/>
                    </a:lnTo>
                    <a:lnTo>
                      <a:pt x="80" y="76"/>
                    </a:lnTo>
                    <a:lnTo>
                      <a:pt x="80" y="78"/>
                    </a:lnTo>
                    <a:lnTo>
                      <a:pt x="78" y="80"/>
                    </a:lnTo>
                    <a:lnTo>
                      <a:pt x="76" y="84"/>
                    </a:lnTo>
                    <a:lnTo>
                      <a:pt x="78" y="84"/>
                    </a:lnTo>
                    <a:lnTo>
                      <a:pt x="80" y="86"/>
                    </a:lnTo>
                    <a:lnTo>
                      <a:pt x="82" y="88"/>
                    </a:lnTo>
                    <a:lnTo>
                      <a:pt x="60" y="86"/>
                    </a:lnTo>
                    <a:lnTo>
                      <a:pt x="38" y="84"/>
                    </a:lnTo>
                    <a:lnTo>
                      <a:pt x="40" y="86"/>
                    </a:lnTo>
                    <a:lnTo>
                      <a:pt x="42" y="88"/>
                    </a:lnTo>
                    <a:lnTo>
                      <a:pt x="42" y="90"/>
                    </a:lnTo>
                    <a:lnTo>
                      <a:pt x="44" y="96"/>
                    </a:lnTo>
                    <a:lnTo>
                      <a:pt x="48" y="106"/>
                    </a:lnTo>
                    <a:lnTo>
                      <a:pt x="56" y="112"/>
                    </a:lnTo>
                    <a:lnTo>
                      <a:pt x="62" y="118"/>
                    </a:lnTo>
                    <a:lnTo>
                      <a:pt x="64" y="118"/>
                    </a:lnTo>
                    <a:lnTo>
                      <a:pt x="66" y="118"/>
                    </a:lnTo>
                    <a:lnTo>
                      <a:pt x="72" y="116"/>
                    </a:lnTo>
                    <a:lnTo>
                      <a:pt x="74" y="116"/>
                    </a:lnTo>
                    <a:lnTo>
                      <a:pt x="72" y="118"/>
                    </a:lnTo>
                    <a:lnTo>
                      <a:pt x="74" y="120"/>
                    </a:lnTo>
                    <a:lnTo>
                      <a:pt x="76" y="120"/>
                    </a:lnTo>
                    <a:lnTo>
                      <a:pt x="78" y="118"/>
                    </a:lnTo>
                    <a:lnTo>
                      <a:pt x="84" y="116"/>
                    </a:lnTo>
                    <a:lnTo>
                      <a:pt x="80" y="118"/>
                    </a:lnTo>
                    <a:lnTo>
                      <a:pt x="72" y="124"/>
                    </a:lnTo>
                    <a:lnTo>
                      <a:pt x="60" y="132"/>
                    </a:lnTo>
                    <a:lnTo>
                      <a:pt x="42" y="134"/>
                    </a:lnTo>
                    <a:lnTo>
                      <a:pt x="34" y="138"/>
                    </a:lnTo>
                    <a:lnTo>
                      <a:pt x="34" y="140"/>
                    </a:lnTo>
                    <a:lnTo>
                      <a:pt x="38" y="142"/>
                    </a:lnTo>
                    <a:lnTo>
                      <a:pt x="42" y="144"/>
                    </a:lnTo>
                    <a:lnTo>
                      <a:pt x="42" y="146"/>
                    </a:lnTo>
                    <a:lnTo>
                      <a:pt x="40" y="148"/>
                    </a:lnTo>
                    <a:lnTo>
                      <a:pt x="40" y="150"/>
                    </a:lnTo>
                    <a:lnTo>
                      <a:pt x="40" y="152"/>
                    </a:lnTo>
                    <a:lnTo>
                      <a:pt x="44" y="154"/>
                    </a:lnTo>
                    <a:lnTo>
                      <a:pt x="46" y="154"/>
                    </a:lnTo>
                    <a:lnTo>
                      <a:pt x="48" y="152"/>
                    </a:lnTo>
                    <a:lnTo>
                      <a:pt x="50" y="150"/>
                    </a:lnTo>
                    <a:lnTo>
                      <a:pt x="52" y="150"/>
                    </a:lnTo>
                    <a:lnTo>
                      <a:pt x="56" y="152"/>
                    </a:lnTo>
                    <a:lnTo>
                      <a:pt x="56" y="156"/>
                    </a:lnTo>
                    <a:lnTo>
                      <a:pt x="58" y="156"/>
                    </a:lnTo>
                    <a:lnTo>
                      <a:pt x="58" y="152"/>
                    </a:lnTo>
                    <a:lnTo>
                      <a:pt x="66" y="152"/>
                    </a:lnTo>
                    <a:lnTo>
                      <a:pt x="70" y="150"/>
                    </a:lnTo>
                    <a:lnTo>
                      <a:pt x="72" y="148"/>
                    </a:lnTo>
                    <a:lnTo>
                      <a:pt x="76" y="150"/>
                    </a:lnTo>
                    <a:lnTo>
                      <a:pt x="68" y="154"/>
                    </a:lnTo>
                    <a:lnTo>
                      <a:pt x="54" y="158"/>
                    </a:lnTo>
                    <a:lnTo>
                      <a:pt x="44" y="160"/>
                    </a:lnTo>
                    <a:lnTo>
                      <a:pt x="40" y="162"/>
                    </a:lnTo>
                    <a:lnTo>
                      <a:pt x="38" y="166"/>
                    </a:lnTo>
                    <a:lnTo>
                      <a:pt x="42" y="170"/>
                    </a:lnTo>
                    <a:lnTo>
                      <a:pt x="44" y="172"/>
                    </a:lnTo>
                    <a:lnTo>
                      <a:pt x="40" y="174"/>
                    </a:lnTo>
                    <a:lnTo>
                      <a:pt x="42" y="174"/>
                    </a:lnTo>
                    <a:lnTo>
                      <a:pt x="50" y="178"/>
                    </a:lnTo>
                    <a:lnTo>
                      <a:pt x="58" y="180"/>
                    </a:lnTo>
                    <a:lnTo>
                      <a:pt x="60" y="180"/>
                    </a:lnTo>
                    <a:lnTo>
                      <a:pt x="58" y="178"/>
                    </a:lnTo>
                    <a:lnTo>
                      <a:pt x="62" y="178"/>
                    </a:lnTo>
                    <a:lnTo>
                      <a:pt x="72" y="180"/>
                    </a:lnTo>
                    <a:lnTo>
                      <a:pt x="58" y="188"/>
                    </a:lnTo>
                    <a:lnTo>
                      <a:pt x="52" y="192"/>
                    </a:lnTo>
                    <a:lnTo>
                      <a:pt x="56" y="192"/>
                    </a:lnTo>
                    <a:lnTo>
                      <a:pt x="62" y="190"/>
                    </a:lnTo>
                    <a:lnTo>
                      <a:pt x="66" y="188"/>
                    </a:lnTo>
                    <a:lnTo>
                      <a:pt x="72" y="184"/>
                    </a:lnTo>
                    <a:lnTo>
                      <a:pt x="76" y="182"/>
                    </a:lnTo>
                    <a:lnTo>
                      <a:pt x="70" y="188"/>
                    </a:lnTo>
                    <a:lnTo>
                      <a:pt x="66" y="190"/>
                    </a:lnTo>
                    <a:lnTo>
                      <a:pt x="68" y="192"/>
                    </a:lnTo>
                    <a:close/>
                    <a:moveTo>
                      <a:pt x="76" y="178"/>
                    </a:moveTo>
                    <a:lnTo>
                      <a:pt x="74" y="178"/>
                    </a:lnTo>
                    <a:lnTo>
                      <a:pt x="72" y="178"/>
                    </a:lnTo>
                    <a:lnTo>
                      <a:pt x="76" y="178"/>
                    </a:lnTo>
                    <a:close/>
                  </a:path>
                </a:pathLst>
              </a:custGeom>
              <a:solidFill>
                <a:srgbClr val="475918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" name="AutoShape 46">
                <a:extLst>
                  <a:ext uri="{FF2B5EF4-FFF2-40B4-BE49-F238E27FC236}">
                    <a16:creationId xmlns:a16="http://schemas.microsoft.com/office/drawing/2014/main" id="{657FA8A9-1E53-068A-E002-EB91BE655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262" y="6085014"/>
                <a:ext cx="222806" cy="274579"/>
              </a:xfrm>
              <a:custGeom>
                <a:avLst/>
                <a:gdLst>
                  <a:gd name="T0" fmla="*/ 2147483647 w 190"/>
                  <a:gd name="T1" fmla="*/ 2147483647 h 234"/>
                  <a:gd name="T2" fmla="*/ 2147483647 w 190"/>
                  <a:gd name="T3" fmla="*/ 2147483647 h 234"/>
                  <a:gd name="T4" fmla="*/ 2147483647 w 190"/>
                  <a:gd name="T5" fmla="*/ 2147483647 h 234"/>
                  <a:gd name="T6" fmla="*/ 2147483647 w 190"/>
                  <a:gd name="T7" fmla="*/ 2147483647 h 234"/>
                  <a:gd name="T8" fmla="*/ 2147483647 w 190"/>
                  <a:gd name="T9" fmla="*/ 2147483647 h 234"/>
                  <a:gd name="T10" fmla="*/ 2147483647 w 190"/>
                  <a:gd name="T11" fmla="*/ 2147483647 h 234"/>
                  <a:gd name="T12" fmla="*/ 2147483647 w 190"/>
                  <a:gd name="T13" fmla="*/ 2147483647 h 234"/>
                  <a:gd name="T14" fmla="*/ 2147483647 w 190"/>
                  <a:gd name="T15" fmla="*/ 2147483647 h 234"/>
                  <a:gd name="T16" fmla="*/ 2147483647 w 190"/>
                  <a:gd name="T17" fmla="*/ 2147483647 h 234"/>
                  <a:gd name="T18" fmla="*/ 2147483647 w 190"/>
                  <a:gd name="T19" fmla="*/ 2147483647 h 234"/>
                  <a:gd name="T20" fmla="*/ 2147483647 w 190"/>
                  <a:gd name="T21" fmla="*/ 2147483647 h 234"/>
                  <a:gd name="T22" fmla="*/ 2147483647 w 190"/>
                  <a:gd name="T23" fmla="*/ 2147483647 h 234"/>
                  <a:gd name="T24" fmla="*/ 2147483647 w 190"/>
                  <a:gd name="T25" fmla="*/ 2147483647 h 234"/>
                  <a:gd name="T26" fmla="*/ 2147483647 w 190"/>
                  <a:gd name="T27" fmla="*/ 2147483647 h 234"/>
                  <a:gd name="T28" fmla="*/ 2147483647 w 190"/>
                  <a:gd name="T29" fmla="*/ 2147483647 h 234"/>
                  <a:gd name="T30" fmla="*/ 2147483647 w 190"/>
                  <a:gd name="T31" fmla="*/ 2147483647 h 234"/>
                  <a:gd name="T32" fmla="*/ 2147483647 w 190"/>
                  <a:gd name="T33" fmla="*/ 2147483647 h 234"/>
                  <a:gd name="T34" fmla="*/ 2147483647 w 190"/>
                  <a:gd name="T35" fmla="*/ 2147483647 h 234"/>
                  <a:gd name="T36" fmla="*/ 2147483647 w 190"/>
                  <a:gd name="T37" fmla="*/ 2147483647 h 234"/>
                  <a:gd name="T38" fmla="*/ 2147483647 w 190"/>
                  <a:gd name="T39" fmla="*/ 2147483647 h 234"/>
                  <a:gd name="T40" fmla="*/ 2147483647 w 190"/>
                  <a:gd name="T41" fmla="*/ 2147483647 h 234"/>
                  <a:gd name="T42" fmla="*/ 2147483647 w 190"/>
                  <a:gd name="T43" fmla="*/ 2147483647 h 234"/>
                  <a:gd name="T44" fmla="*/ 2147483647 w 190"/>
                  <a:gd name="T45" fmla="*/ 2147483647 h 234"/>
                  <a:gd name="T46" fmla="*/ 2147483647 w 190"/>
                  <a:gd name="T47" fmla="*/ 2147483647 h 234"/>
                  <a:gd name="T48" fmla="*/ 0 w 190"/>
                  <a:gd name="T49" fmla="*/ 2147483647 h 234"/>
                  <a:gd name="T50" fmla="*/ 2147483647 w 190"/>
                  <a:gd name="T51" fmla="*/ 2147483647 h 234"/>
                  <a:gd name="T52" fmla="*/ 2147483647 w 190"/>
                  <a:gd name="T53" fmla="*/ 2147483647 h 234"/>
                  <a:gd name="T54" fmla="*/ 2147483647 w 190"/>
                  <a:gd name="T55" fmla="*/ 2147483647 h 234"/>
                  <a:gd name="T56" fmla="*/ 2147483647 w 190"/>
                  <a:gd name="T57" fmla="*/ 2147483647 h 234"/>
                  <a:gd name="T58" fmla="*/ 2147483647 w 190"/>
                  <a:gd name="T59" fmla="*/ 2147483647 h 234"/>
                  <a:gd name="T60" fmla="*/ 2147483647 w 190"/>
                  <a:gd name="T61" fmla="*/ 2147483647 h 234"/>
                  <a:gd name="T62" fmla="*/ 2147483647 w 190"/>
                  <a:gd name="T63" fmla="*/ 2147483647 h 234"/>
                  <a:gd name="T64" fmla="*/ 2147483647 w 190"/>
                  <a:gd name="T65" fmla="*/ 2147483647 h 234"/>
                  <a:gd name="T66" fmla="*/ 2147483647 w 190"/>
                  <a:gd name="T67" fmla="*/ 2147483647 h 234"/>
                  <a:gd name="T68" fmla="*/ 2147483647 w 190"/>
                  <a:gd name="T69" fmla="*/ 2147483647 h 234"/>
                  <a:gd name="T70" fmla="*/ 2147483647 w 190"/>
                  <a:gd name="T71" fmla="*/ 2147483647 h 234"/>
                  <a:gd name="T72" fmla="*/ 2147483647 w 190"/>
                  <a:gd name="T73" fmla="*/ 2147483647 h 234"/>
                  <a:gd name="T74" fmla="*/ 2147483647 w 190"/>
                  <a:gd name="T75" fmla="*/ 2147483647 h 234"/>
                  <a:gd name="T76" fmla="*/ 2147483647 w 190"/>
                  <a:gd name="T77" fmla="*/ 2147483647 h 234"/>
                  <a:gd name="T78" fmla="*/ 2147483647 w 190"/>
                  <a:gd name="T79" fmla="*/ 2147483647 h 234"/>
                  <a:gd name="T80" fmla="*/ 2147483647 w 190"/>
                  <a:gd name="T81" fmla="*/ 2147483647 h 234"/>
                  <a:gd name="T82" fmla="*/ 2147483647 w 190"/>
                  <a:gd name="T83" fmla="*/ 2147483647 h 234"/>
                  <a:gd name="T84" fmla="*/ 2147483647 w 190"/>
                  <a:gd name="T85" fmla="*/ 2147483647 h 234"/>
                  <a:gd name="T86" fmla="*/ 2147483647 w 190"/>
                  <a:gd name="T87" fmla="*/ 2147483647 h 234"/>
                  <a:gd name="T88" fmla="*/ 2147483647 w 190"/>
                  <a:gd name="T89" fmla="*/ 2147483647 h 234"/>
                  <a:gd name="T90" fmla="*/ 2147483647 w 190"/>
                  <a:gd name="T91" fmla="*/ 0 h 234"/>
                  <a:gd name="T92" fmla="*/ 2147483647 w 190"/>
                  <a:gd name="T93" fmla="*/ 2147483647 h 234"/>
                  <a:gd name="T94" fmla="*/ 2147483647 w 190"/>
                  <a:gd name="T95" fmla="*/ 2147483647 h 234"/>
                  <a:gd name="T96" fmla="*/ 2147483647 w 190"/>
                  <a:gd name="T97" fmla="*/ 2147483647 h 234"/>
                  <a:gd name="T98" fmla="*/ 2147483647 w 190"/>
                  <a:gd name="T99" fmla="*/ 2147483647 h 234"/>
                  <a:gd name="T100" fmla="*/ 2147483647 w 190"/>
                  <a:gd name="T101" fmla="*/ 2147483647 h 234"/>
                  <a:gd name="T102" fmla="*/ 2147483647 w 190"/>
                  <a:gd name="T103" fmla="*/ 2147483647 h 234"/>
                  <a:gd name="T104" fmla="*/ 2147483647 w 190"/>
                  <a:gd name="T105" fmla="*/ 2147483647 h 234"/>
                  <a:gd name="T106" fmla="*/ 2147483647 w 190"/>
                  <a:gd name="T107" fmla="*/ 2147483647 h 234"/>
                  <a:gd name="T108" fmla="*/ 2147483647 w 190"/>
                  <a:gd name="T109" fmla="*/ 2147483647 h 234"/>
                  <a:gd name="T110" fmla="*/ 2147483647 w 190"/>
                  <a:gd name="T111" fmla="*/ 2147483647 h 234"/>
                  <a:gd name="T112" fmla="*/ 0 w 190"/>
                  <a:gd name="T113" fmla="*/ 0 h 234"/>
                  <a:gd name="T114" fmla="*/ 190 w 190"/>
                  <a:gd name="T11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T112" t="T113" r="T114" b="T115"/>
                <a:pathLst>
                  <a:path w="190" h="234">
                    <a:moveTo>
                      <a:pt x="110" y="58"/>
                    </a:moveTo>
                    <a:lnTo>
                      <a:pt x="110" y="58"/>
                    </a:lnTo>
                    <a:lnTo>
                      <a:pt x="124" y="60"/>
                    </a:lnTo>
                    <a:lnTo>
                      <a:pt x="130" y="62"/>
                    </a:lnTo>
                    <a:lnTo>
                      <a:pt x="124" y="64"/>
                    </a:lnTo>
                    <a:lnTo>
                      <a:pt x="122" y="66"/>
                    </a:lnTo>
                    <a:lnTo>
                      <a:pt x="124" y="66"/>
                    </a:lnTo>
                    <a:lnTo>
                      <a:pt x="126" y="72"/>
                    </a:lnTo>
                    <a:lnTo>
                      <a:pt x="124" y="72"/>
                    </a:lnTo>
                    <a:lnTo>
                      <a:pt x="122" y="74"/>
                    </a:lnTo>
                    <a:lnTo>
                      <a:pt x="122" y="80"/>
                    </a:lnTo>
                    <a:lnTo>
                      <a:pt x="134" y="78"/>
                    </a:lnTo>
                    <a:lnTo>
                      <a:pt x="144" y="76"/>
                    </a:lnTo>
                    <a:lnTo>
                      <a:pt x="144" y="78"/>
                    </a:lnTo>
                    <a:lnTo>
                      <a:pt x="142" y="78"/>
                    </a:lnTo>
                    <a:lnTo>
                      <a:pt x="140" y="82"/>
                    </a:lnTo>
                    <a:lnTo>
                      <a:pt x="140" y="86"/>
                    </a:lnTo>
                    <a:lnTo>
                      <a:pt x="138" y="90"/>
                    </a:lnTo>
                    <a:lnTo>
                      <a:pt x="138" y="92"/>
                    </a:lnTo>
                    <a:lnTo>
                      <a:pt x="136" y="96"/>
                    </a:lnTo>
                    <a:lnTo>
                      <a:pt x="130" y="98"/>
                    </a:lnTo>
                    <a:lnTo>
                      <a:pt x="128" y="102"/>
                    </a:lnTo>
                    <a:lnTo>
                      <a:pt x="124" y="106"/>
                    </a:lnTo>
                    <a:lnTo>
                      <a:pt x="140" y="118"/>
                    </a:lnTo>
                    <a:lnTo>
                      <a:pt x="150" y="122"/>
                    </a:lnTo>
                    <a:lnTo>
                      <a:pt x="154" y="124"/>
                    </a:lnTo>
                    <a:lnTo>
                      <a:pt x="154" y="128"/>
                    </a:lnTo>
                    <a:lnTo>
                      <a:pt x="152" y="128"/>
                    </a:lnTo>
                    <a:lnTo>
                      <a:pt x="150" y="128"/>
                    </a:lnTo>
                    <a:lnTo>
                      <a:pt x="146" y="128"/>
                    </a:lnTo>
                    <a:lnTo>
                      <a:pt x="150" y="134"/>
                    </a:lnTo>
                    <a:lnTo>
                      <a:pt x="152" y="136"/>
                    </a:lnTo>
                    <a:lnTo>
                      <a:pt x="142" y="136"/>
                    </a:lnTo>
                    <a:lnTo>
                      <a:pt x="144" y="136"/>
                    </a:lnTo>
                    <a:lnTo>
                      <a:pt x="142" y="138"/>
                    </a:lnTo>
                    <a:lnTo>
                      <a:pt x="152" y="144"/>
                    </a:lnTo>
                    <a:lnTo>
                      <a:pt x="170" y="152"/>
                    </a:lnTo>
                    <a:lnTo>
                      <a:pt x="178" y="156"/>
                    </a:lnTo>
                    <a:lnTo>
                      <a:pt x="180" y="158"/>
                    </a:lnTo>
                    <a:lnTo>
                      <a:pt x="178" y="160"/>
                    </a:lnTo>
                    <a:lnTo>
                      <a:pt x="170" y="162"/>
                    </a:lnTo>
                    <a:lnTo>
                      <a:pt x="164" y="164"/>
                    </a:lnTo>
                    <a:lnTo>
                      <a:pt x="162" y="166"/>
                    </a:lnTo>
                    <a:lnTo>
                      <a:pt x="162" y="168"/>
                    </a:lnTo>
                    <a:lnTo>
                      <a:pt x="170" y="174"/>
                    </a:lnTo>
                    <a:lnTo>
                      <a:pt x="180" y="178"/>
                    </a:lnTo>
                    <a:lnTo>
                      <a:pt x="182" y="180"/>
                    </a:lnTo>
                    <a:lnTo>
                      <a:pt x="178" y="182"/>
                    </a:lnTo>
                    <a:lnTo>
                      <a:pt x="180" y="184"/>
                    </a:lnTo>
                    <a:lnTo>
                      <a:pt x="178" y="186"/>
                    </a:lnTo>
                    <a:lnTo>
                      <a:pt x="176" y="186"/>
                    </a:lnTo>
                    <a:lnTo>
                      <a:pt x="176" y="188"/>
                    </a:lnTo>
                    <a:lnTo>
                      <a:pt x="176" y="190"/>
                    </a:lnTo>
                    <a:lnTo>
                      <a:pt x="174" y="190"/>
                    </a:lnTo>
                    <a:lnTo>
                      <a:pt x="172" y="190"/>
                    </a:lnTo>
                    <a:lnTo>
                      <a:pt x="172" y="192"/>
                    </a:lnTo>
                    <a:lnTo>
                      <a:pt x="186" y="200"/>
                    </a:lnTo>
                    <a:lnTo>
                      <a:pt x="190" y="202"/>
                    </a:lnTo>
                    <a:lnTo>
                      <a:pt x="186" y="204"/>
                    </a:lnTo>
                    <a:lnTo>
                      <a:pt x="172" y="204"/>
                    </a:lnTo>
                    <a:lnTo>
                      <a:pt x="166" y="206"/>
                    </a:lnTo>
                    <a:lnTo>
                      <a:pt x="164" y="206"/>
                    </a:lnTo>
                    <a:lnTo>
                      <a:pt x="166" y="208"/>
                    </a:lnTo>
                    <a:lnTo>
                      <a:pt x="170" y="212"/>
                    </a:lnTo>
                    <a:lnTo>
                      <a:pt x="170" y="216"/>
                    </a:lnTo>
                    <a:lnTo>
                      <a:pt x="168" y="218"/>
                    </a:lnTo>
                    <a:lnTo>
                      <a:pt x="164" y="222"/>
                    </a:lnTo>
                    <a:lnTo>
                      <a:pt x="166" y="224"/>
                    </a:lnTo>
                    <a:lnTo>
                      <a:pt x="164" y="226"/>
                    </a:lnTo>
                    <a:lnTo>
                      <a:pt x="164" y="234"/>
                    </a:lnTo>
                    <a:lnTo>
                      <a:pt x="150" y="232"/>
                    </a:lnTo>
                    <a:lnTo>
                      <a:pt x="140" y="232"/>
                    </a:lnTo>
                    <a:lnTo>
                      <a:pt x="134" y="232"/>
                    </a:lnTo>
                    <a:lnTo>
                      <a:pt x="130" y="232"/>
                    </a:lnTo>
                    <a:lnTo>
                      <a:pt x="126" y="234"/>
                    </a:lnTo>
                    <a:lnTo>
                      <a:pt x="118" y="234"/>
                    </a:lnTo>
                    <a:lnTo>
                      <a:pt x="120" y="234"/>
                    </a:lnTo>
                    <a:lnTo>
                      <a:pt x="114" y="232"/>
                    </a:lnTo>
                    <a:lnTo>
                      <a:pt x="106" y="232"/>
                    </a:lnTo>
                    <a:lnTo>
                      <a:pt x="92" y="232"/>
                    </a:lnTo>
                    <a:lnTo>
                      <a:pt x="92" y="234"/>
                    </a:lnTo>
                    <a:lnTo>
                      <a:pt x="88" y="230"/>
                    </a:lnTo>
                    <a:lnTo>
                      <a:pt x="80" y="230"/>
                    </a:lnTo>
                    <a:lnTo>
                      <a:pt x="68" y="228"/>
                    </a:lnTo>
                    <a:lnTo>
                      <a:pt x="66" y="224"/>
                    </a:lnTo>
                    <a:lnTo>
                      <a:pt x="68" y="228"/>
                    </a:lnTo>
                    <a:lnTo>
                      <a:pt x="60" y="226"/>
                    </a:lnTo>
                    <a:lnTo>
                      <a:pt x="54" y="224"/>
                    </a:lnTo>
                    <a:lnTo>
                      <a:pt x="48" y="222"/>
                    </a:lnTo>
                    <a:lnTo>
                      <a:pt x="36" y="218"/>
                    </a:lnTo>
                    <a:lnTo>
                      <a:pt x="26" y="212"/>
                    </a:lnTo>
                    <a:lnTo>
                      <a:pt x="26" y="210"/>
                    </a:lnTo>
                    <a:lnTo>
                      <a:pt x="32" y="208"/>
                    </a:lnTo>
                    <a:lnTo>
                      <a:pt x="42" y="206"/>
                    </a:lnTo>
                    <a:lnTo>
                      <a:pt x="62" y="202"/>
                    </a:lnTo>
                    <a:lnTo>
                      <a:pt x="72" y="198"/>
                    </a:lnTo>
                    <a:lnTo>
                      <a:pt x="76" y="194"/>
                    </a:lnTo>
                    <a:lnTo>
                      <a:pt x="76" y="192"/>
                    </a:lnTo>
                    <a:lnTo>
                      <a:pt x="72" y="194"/>
                    </a:lnTo>
                    <a:lnTo>
                      <a:pt x="70" y="192"/>
                    </a:lnTo>
                    <a:lnTo>
                      <a:pt x="68" y="196"/>
                    </a:lnTo>
                    <a:lnTo>
                      <a:pt x="62" y="196"/>
                    </a:lnTo>
                    <a:lnTo>
                      <a:pt x="56" y="198"/>
                    </a:lnTo>
                    <a:lnTo>
                      <a:pt x="54" y="194"/>
                    </a:lnTo>
                    <a:lnTo>
                      <a:pt x="54" y="198"/>
                    </a:lnTo>
                    <a:lnTo>
                      <a:pt x="52" y="200"/>
                    </a:lnTo>
                    <a:lnTo>
                      <a:pt x="50" y="198"/>
                    </a:lnTo>
                    <a:lnTo>
                      <a:pt x="46" y="198"/>
                    </a:lnTo>
                    <a:lnTo>
                      <a:pt x="46" y="200"/>
                    </a:lnTo>
                    <a:lnTo>
                      <a:pt x="46" y="204"/>
                    </a:lnTo>
                    <a:lnTo>
                      <a:pt x="44" y="204"/>
                    </a:lnTo>
                    <a:lnTo>
                      <a:pt x="42" y="202"/>
                    </a:lnTo>
                    <a:lnTo>
                      <a:pt x="40" y="198"/>
                    </a:lnTo>
                    <a:lnTo>
                      <a:pt x="38" y="198"/>
                    </a:lnTo>
                    <a:lnTo>
                      <a:pt x="36" y="198"/>
                    </a:lnTo>
                    <a:lnTo>
                      <a:pt x="36" y="200"/>
                    </a:lnTo>
                    <a:lnTo>
                      <a:pt x="36" y="202"/>
                    </a:lnTo>
                    <a:lnTo>
                      <a:pt x="32" y="200"/>
                    </a:lnTo>
                    <a:lnTo>
                      <a:pt x="30" y="206"/>
                    </a:lnTo>
                    <a:lnTo>
                      <a:pt x="26" y="200"/>
                    </a:lnTo>
                    <a:lnTo>
                      <a:pt x="24" y="200"/>
                    </a:lnTo>
                    <a:lnTo>
                      <a:pt x="22" y="202"/>
                    </a:lnTo>
                    <a:lnTo>
                      <a:pt x="20" y="202"/>
                    </a:lnTo>
                    <a:lnTo>
                      <a:pt x="16" y="202"/>
                    </a:lnTo>
                    <a:lnTo>
                      <a:pt x="16" y="200"/>
                    </a:lnTo>
                    <a:lnTo>
                      <a:pt x="16" y="198"/>
                    </a:lnTo>
                    <a:lnTo>
                      <a:pt x="18" y="196"/>
                    </a:lnTo>
                    <a:lnTo>
                      <a:pt x="16" y="194"/>
                    </a:lnTo>
                    <a:lnTo>
                      <a:pt x="12" y="196"/>
                    </a:lnTo>
                    <a:lnTo>
                      <a:pt x="10" y="200"/>
                    </a:lnTo>
                    <a:lnTo>
                      <a:pt x="8" y="198"/>
                    </a:lnTo>
                    <a:lnTo>
                      <a:pt x="8" y="194"/>
                    </a:lnTo>
                    <a:lnTo>
                      <a:pt x="6" y="194"/>
                    </a:lnTo>
                    <a:lnTo>
                      <a:pt x="4" y="194"/>
                    </a:lnTo>
                    <a:lnTo>
                      <a:pt x="4" y="192"/>
                    </a:lnTo>
                    <a:lnTo>
                      <a:pt x="4" y="190"/>
                    </a:lnTo>
                    <a:lnTo>
                      <a:pt x="2" y="190"/>
                    </a:lnTo>
                    <a:lnTo>
                      <a:pt x="0" y="188"/>
                    </a:lnTo>
                    <a:lnTo>
                      <a:pt x="2" y="186"/>
                    </a:lnTo>
                    <a:lnTo>
                      <a:pt x="6" y="184"/>
                    </a:lnTo>
                    <a:lnTo>
                      <a:pt x="12" y="182"/>
                    </a:lnTo>
                    <a:lnTo>
                      <a:pt x="32" y="178"/>
                    </a:lnTo>
                    <a:lnTo>
                      <a:pt x="64" y="176"/>
                    </a:lnTo>
                    <a:lnTo>
                      <a:pt x="64" y="174"/>
                    </a:lnTo>
                    <a:lnTo>
                      <a:pt x="70" y="170"/>
                    </a:lnTo>
                    <a:lnTo>
                      <a:pt x="68" y="170"/>
                    </a:lnTo>
                    <a:lnTo>
                      <a:pt x="62" y="174"/>
                    </a:lnTo>
                    <a:lnTo>
                      <a:pt x="56" y="176"/>
                    </a:lnTo>
                    <a:lnTo>
                      <a:pt x="52" y="176"/>
                    </a:lnTo>
                    <a:lnTo>
                      <a:pt x="54" y="172"/>
                    </a:lnTo>
                    <a:lnTo>
                      <a:pt x="52" y="174"/>
                    </a:lnTo>
                    <a:lnTo>
                      <a:pt x="56" y="170"/>
                    </a:lnTo>
                    <a:lnTo>
                      <a:pt x="64" y="164"/>
                    </a:lnTo>
                    <a:lnTo>
                      <a:pt x="60" y="164"/>
                    </a:lnTo>
                    <a:lnTo>
                      <a:pt x="54" y="164"/>
                    </a:lnTo>
                    <a:lnTo>
                      <a:pt x="48" y="162"/>
                    </a:lnTo>
                    <a:lnTo>
                      <a:pt x="44" y="162"/>
                    </a:lnTo>
                    <a:lnTo>
                      <a:pt x="42" y="162"/>
                    </a:lnTo>
                    <a:lnTo>
                      <a:pt x="40" y="162"/>
                    </a:lnTo>
                    <a:lnTo>
                      <a:pt x="40" y="160"/>
                    </a:lnTo>
                    <a:lnTo>
                      <a:pt x="42" y="158"/>
                    </a:lnTo>
                    <a:lnTo>
                      <a:pt x="40" y="156"/>
                    </a:lnTo>
                    <a:lnTo>
                      <a:pt x="36" y="152"/>
                    </a:lnTo>
                    <a:lnTo>
                      <a:pt x="38" y="150"/>
                    </a:lnTo>
                    <a:lnTo>
                      <a:pt x="42" y="148"/>
                    </a:lnTo>
                    <a:lnTo>
                      <a:pt x="52" y="146"/>
                    </a:lnTo>
                    <a:lnTo>
                      <a:pt x="64" y="142"/>
                    </a:lnTo>
                    <a:lnTo>
                      <a:pt x="74" y="138"/>
                    </a:lnTo>
                    <a:lnTo>
                      <a:pt x="70" y="138"/>
                    </a:lnTo>
                    <a:lnTo>
                      <a:pt x="68" y="140"/>
                    </a:lnTo>
                    <a:lnTo>
                      <a:pt x="66" y="142"/>
                    </a:lnTo>
                    <a:lnTo>
                      <a:pt x="60" y="138"/>
                    </a:lnTo>
                    <a:lnTo>
                      <a:pt x="56" y="142"/>
                    </a:lnTo>
                    <a:lnTo>
                      <a:pt x="54" y="142"/>
                    </a:lnTo>
                    <a:lnTo>
                      <a:pt x="50" y="140"/>
                    </a:lnTo>
                    <a:lnTo>
                      <a:pt x="48" y="140"/>
                    </a:lnTo>
                    <a:lnTo>
                      <a:pt x="46" y="140"/>
                    </a:lnTo>
                    <a:lnTo>
                      <a:pt x="46" y="142"/>
                    </a:lnTo>
                    <a:lnTo>
                      <a:pt x="42" y="142"/>
                    </a:lnTo>
                    <a:lnTo>
                      <a:pt x="40" y="140"/>
                    </a:lnTo>
                    <a:lnTo>
                      <a:pt x="38" y="140"/>
                    </a:lnTo>
                    <a:lnTo>
                      <a:pt x="40" y="136"/>
                    </a:lnTo>
                    <a:lnTo>
                      <a:pt x="42" y="134"/>
                    </a:lnTo>
                    <a:lnTo>
                      <a:pt x="40" y="132"/>
                    </a:lnTo>
                    <a:lnTo>
                      <a:pt x="36" y="132"/>
                    </a:lnTo>
                    <a:lnTo>
                      <a:pt x="34" y="130"/>
                    </a:lnTo>
                    <a:lnTo>
                      <a:pt x="34" y="128"/>
                    </a:lnTo>
                    <a:lnTo>
                      <a:pt x="42" y="124"/>
                    </a:lnTo>
                    <a:lnTo>
                      <a:pt x="58" y="120"/>
                    </a:lnTo>
                    <a:lnTo>
                      <a:pt x="70" y="114"/>
                    </a:lnTo>
                    <a:lnTo>
                      <a:pt x="80" y="108"/>
                    </a:lnTo>
                    <a:lnTo>
                      <a:pt x="76" y="110"/>
                    </a:lnTo>
                    <a:lnTo>
                      <a:pt x="72" y="110"/>
                    </a:lnTo>
                    <a:lnTo>
                      <a:pt x="70" y="110"/>
                    </a:lnTo>
                    <a:lnTo>
                      <a:pt x="70" y="108"/>
                    </a:lnTo>
                    <a:lnTo>
                      <a:pt x="70" y="106"/>
                    </a:lnTo>
                    <a:lnTo>
                      <a:pt x="68" y="106"/>
                    </a:lnTo>
                    <a:lnTo>
                      <a:pt x="64" y="108"/>
                    </a:lnTo>
                    <a:lnTo>
                      <a:pt x="62" y="110"/>
                    </a:lnTo>
                    <a:lnTo>
                      <a:pt x="60" y="110"/>
                    </a:lnTo>
                    <a:lnTo>
                      <a:pt x="54" y="104"/>
                    </a:lnTo>
                    <a:lnTo>
                      <a:pt x="46" y="98"/>
                    </a:lnTo>
                    <a:lnTo>
                      <a:pt x="42" y="90"/>
                    </a:lnTo>
                    <a:lnTo>
                      <a:pt x="40" y="84"/>
                    </a:lnTo>
                    <a:lnTo>
                      <a:pt x="38" y="80"/>
                    </a:lnTo>
                    <a:lnTo>
                      <a:pt x="36" y="78"/>
                    </a:lnTo>
                    <a:lnTo>
                      <a:pt x="38" y="78"/>
                    </a:lnTo>
                    <a:lnTo>
                      <a:pt x="64" y="80"/>
                    </a:lnTo>
                    <a:lnTo>
                      <a:pt x="52" y="76"/>
                    </a:lnTo>
                    <a:lnTo>
                      <a:pt x="40" y="74"/>
                    </a:lnTo>
                    <a:lnTo>
                      <a:pt x="44" y="74"/>
                    </a:lnTo>
                    <a:lnTo>
                      <a:pt x="52" y="76"/>
                    </a:lnTo>
                    <a:lnTo>
                      <a:pt x="62" y="76"/>
                    </a:lnTo>
                    <a:lnTo>
                      <a:pt x="74" y="76"/>
                    </a:lnTo>
                    <a:lnTo>
                      <a:pt x="76" y="74"/>
                    </a:lnTo>
                    <a:lnTo>
                      <a:pt x="76" y="72"/>
                    </a:lnTo>
                    <a:lnTo>
                      <a:pt x="74" y="72"/>
                    </a:lnTo>
                    <a:lnTo>
                      <a:pt x="70" y="72"/>
                    </a:lnTo>
                    <a:lnTo>
                      <a:pt x="66" y="72"/>
                    </a:lnTo>
                    <a:lnTo>
                      <a:pt x="66" y="70"/>
                    </a:lnTo>
                    <a:lnTo>
                      <a:pt x="62" y="64"/>
                    </a:lnTo>
                    <a:lnTo>
                      <a:pt x="60" y="62"/>
                    </a:lnTo>
                    <a:lnTo>
                      <a:pt x="62" y="60"/>
                    </a:lnTo>
                    <a:lnTo>
                      <a:pt x="64" y="60"/>
                    </a:lnTo>
                    <a:lnTo>
                      <a:pt x="76" y="60"/>
                    </a:lnTo>
                    <a:lnTo>
                      <a:pt x="84" y="60"/>
                    </a:lnTo>
                    <a:lnTo>
                      <a:pt x="88" y="58"/>
                    </a:lnTo>
                    <a:lnTo>
                      <a:pt x="88" y="56"/>
                    </a:lnTo>
                    <a:lnTo>
                      <a:pt x="86" y="56"/>
                    </a:lnTo>
                    <a:lnTo>
                      <a:pt x="82" y="56"/>
                    </a:lnTo>
                    <a:lnTo>
                      <a:pt x="78" y="56"/>
                    </a:lnTo>
                    <a:lnTo>
                      <a:pt x="80" y="54"/>
                    </a:lnTo>
                    <a:lnTo>
                      <a:pt x="80" y="52"/>
                    </a:lnTo>
                    <a:lnTo>
                      <a:pt x="76" y="52"/>
                    </a:lnTo>
                    <a:lnTo>
                      <a:pt x="74" y="52"/>
                    </a:lnTo>
                    <a:lnTo>
                      <a:pt x="72" y="52"/>
                    </a:lnTo>
                    <a:lnTo>
                      <a:pt x="72" y="50"/>
                    </a:lnTo>
                    <a:lnTo>
                      <a:pt x="70" y="48"/>
                    </a:lnTo>
                    <a:lnTo>
                      <a:pt x="70" y="44"/>
                    </a:lnTo>
                    <a:lnTo>
                      <a:pt x="80" y="46"/>
                    </a:lnTo>
                    <a:lnTo>
                      <a:pt x="84" y="46"/>
                    </a:lnTo>
                    <a:lnTo>
                      <a:pt x="86" y="46"/>
                    </a:lnTo>
                    <a:lnTo>
                      <a:pt x="86" y="42"/>
                    </a:lnTo>
                    <a:lnTo>
                      <a:pt x="88" y="42"/>
                    </a:lnTo>
                    <a:lnTo>
                      <a:pt x="90" y="44"/>
                    </a:lnTo>
                    <a:lnTo>
                      <a:pt x="90" y="42"/>
                    </a:lnTo>
                    <a:lnTo>
                      <a:pt x="90" y="40"/>
                    </a:lnTo>
                    <a:lnTo>
                      <a:pt x="86" y="38"/>
                    </a:lnTo>
                    <a:lnTo>
                      <a:pt x="80" y="32"/>
                    </a:lnTo>
                    <a:lnTo>
                      <a:pt x="74" y="28"/>
                    </a:lnTo>
                    <a:lnTo>
                      <a:pt x="74" y="26"/>
                    </a:lnTo>
                    <a:lnTo>
                      <a:pt x="74" y="24"/>
                    </a:lnTo>
                    <a:lnTo>
                      <a:pt x="78" y="22"/>
                    </a:lnTo>
                    <a:lnTo>
                      <a:pt x="80" y="20"/>
                    </a:lnTo>
                    <a:lnTo>
                      <a:pt x="80" y="22"/>
                    </a:lnTo>
                    <a:lnTo>
                      <a:pt x="84" y="28"/>
                    </a:lnTo>
                    <a:lnTo>
                      <a:pt x="88" y="30"/>
                    </a:lnTo>
                    <a:lnTo>
                      <a:pt x="90" y="26"/>
                    </a:lnTo>
                    <a:lnTo>
                      <a:pt x="90" y="22"/>
                    </a:lnTo>
                    <a:lnTo>
                      <a:pt x="90" y="10"/>
                    </a:lnTo>
                    <a:lnTo>
                      <a:pt x="92" y="2"/>
                    </a:lnTo>
                    <a:lnTo>
                      <a:pt x="94" y="0"/>
                    </a:lnTo>
                    <a:lnTo>
                      <a:pt x="94" y="2"/>
                    </a:lnTo>
                    <a:lnTo>
                      <a:pt x="96" y="2"/>
                    </a:lnTo>
                    <a:lnTo>
                      <a:pt x="96" y="6"/>
                    </a:lnTo>
                    <a:lnTo>
                      <a:pt x="94" y="16"/>
                    </a:lnTo>
                    <a:lnTo>
                      <a:pt x="94" y="22"/>
                    </a:lnTo>
                    <a:lnTo>
                      <a:pt x="96" y="24"/>
                    </a:lnTo>
                    <a:lnTo>
                      <a:pt x="98" y="22"/>
                    </a:lnTo>
                    <a:lnTo>
                      <a:pt x="102" y="20"/>
                    </a:lnTo>
                    <a:lnTo>
                      <a:pt x="104" y="22"/>
                    </a:lnTo>
                    <a:lnTo>
                      <a:pt x="104" y="24"/>
                    </a:lnTo>
                    <a:lnTo>
                      <a:pt x="104" y="28"/>
                    </a:lnTo>
                    <a:lnTo>
                      <a:pt x="102" y="28"/>
                    </a:lnTo>
                    <a:lnTo>
                      <a:pt x="100" y="32"/>
                    </a:lnTo>
                    <a:lnTo>
                      <a:pt x="100" y="34"/>
                    </a:lnTo>
                    <a:lnTo>
                      <a:pt x="104" y="32"/>
                    </a:lnTo>
                    <a:lnTo>
                      <a:pt x="108" y="30"/>
                    </a:lnTo>
                    <a:lnTo>
                      <a:pt x="110" y="32"/>
                    </a:lnTo>
                    <a:lnTo>
                      <a:pt x="110" y="36"/>
                    </a:lnTo>
                    <a:lnTo>
                      <a:pt x="110" y="38"/>
                    </a:lnTo>
                    <a:lnTo>
                      <a:pt x="112" y="40"/>
                    </a:lnTo>
                    <a:lnTo>
                      <a:pt x="114" y="42"/>
                    </a:lnTo>
                    <a:lnTo>
                      <a:pt x="114" y="44"/>
                    </a:lnTo>
                    <a:lnTo>
                      <a:pt x="108" y="50"/>
                    </a:lnTo>
                    <a:lnTo>
                      <a:pt x="102" y="52"/>
                    </a:lnTo>
                    <a:lnTo>
                      <a:pt x="98" y="54"/>
                    </a:lnTo>
                    <a:lnTo>
                      <a:pt x="98" y="56"/>
                    </a:lnTo>
                    <a:lnTo>
                      <a:pt x="110" y="58"/>
                    </a:lnTo>
                    <a:close/>
                    <a:moveTo>
                      <a:pt x="108" y="74"/>
                    </a:moveTo>
                    <a:lnTo>
                      <a:pt x="108" y="74"/>
                    </a:lnTo>
                    <a:lnTo>
                      <a:pt x="108" y="76"/>
                    </a:lnTo>
                    <a:lnTo>
                      <a:pt x="106" y="76"/>
                    </a:lnTo>
                    <a:lnTo>
                      <a:pt x="110" y="80"/>
                    </a:lnTo>
                    <a:lnTo>
                      <a:pt x="114" y="80"/>
                    </a:lnTo>
                    <a:lnTo>
                      <a:pt x="120" y="80"/>
                    </a:lnTo>
                    <a:lnTo>
                      <a:pt x="114" y="76"/>
                    </a:lnTo>
                    <a:lnTo>
                      <a:pt x="110" y="74"/>
                    </a:lnTo>
                    <a:lnTo>
                      <a:pt x="108" y="74"/>
                    </a:lnTo>
                    <a:close/>
                    <a:moveTo>
                      <a:pt x="72" y="174"/>
                    </a:moveTo>
                    <a:lnTo>
                      <a:pt x="70" y="174"/>
                    </a:lnTo>
                    <a:lnTo>
                      <a:pt x="72" y="174"/>
                    </a:lnTo>
                    <a:close/>
                    <a:moveTo>
                      <a:pt x="70" y="222"/>
                    </a:moveTo>
                    <a:lnTo>
                      <a:pt x="70" y="222"/>
                    </a:lnTo>
                    <a:lnTo>
                      <a:pt x="72" y="226"/>
                    </a:lnTo>
                    <a:lnTo>
                      <a:pt x="76" y="220"/>
                    </a:lnTo>
                    <a:lnTo>
                      <a:pt x="76" y="216"/>
                    </a:lnTo>
                    <a:lnTo>
                      <a:pt x="74" y="214"/>
                    </a:lnTo>
                    <a:lnTo>
                      <a:pt x="78" y="216"/>
                    </a:lnTo>
                    <a:lnTo>
                      <a:pt x="80" y="210"/>
                    </a:lnTo>
                    <a:lnTo>
                      <a:pt x="78" y="210"/>
                    </a:lnTo>
                    <a:lnTo>
                      <a:pt x="72" y="218"/>
                    </a:lnTo>
                    <a:lnTo>
                      <a:pt x="70" y="222"/>
                    </a:lnTo>
                    <a:close/>
                    <a:moveTo>
                      <a:pt x="78" y="80"/>
                    </a:moveTo>
                    <a:lnTo>
                      <a:pt x="78" y="80"/>
                    </a:lnTo>
                    <a:lnTo>
                      <a:pt x="72" y="82"/>
                    </a:lnTo>
                    <a:lnTo>
                      <a:pt x="78" y="82"/>
                    </a:lnTo>
                    <a:lnTo>
                      <a:pt x="78" y="80"/>
                    </a:lnTo>
                    <a:close/>
                    <a:moveTo>
                      <a:pt x="72" y="164"/>
                    </a:moveTo>
                    <a:lnTo>
                      <a:pt x="72" y="164"/>
                    </a:lnTo>
                    <a:lnTo>
                      <a:pt x="70" y="164"/>
                    </a:lnTo>
                    <a:lnTo>
                      <a:pt x="72" y="164"/>
                    </a:lnTo>
                    <a:close/>
                  </a:path>
                </a:pathLst>
              </a:custGeom>
              <a:solidFill>
                <a:srgbClr val="13280D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s-E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8D3ACE1-D050-C10F-E886-980111175503}"/>
              </a:ext>
            </a:extLst>
          </p:cNvPr>
          <p:cNvGrpSpPr/>
          <p:nvPr/>
        </p:nvGrpSpPr>
        <p:grpSpPr>
          <a:xfrm>
            <a:off x="5768804" y="6061480"/>
            <a:ext cx="1097798" cy="235328"/>
            <a:chOff x="3442462" y="6061480"/>
            <a:chExt cx="1097798" cy="235328"/>
          </a:xfrm>
        </p:grpSpPr>
        <p:sp>
          <p:nvSpPr>
            <p:cNvPr id="115" name="AutoShape 50">
              <a:extLst>
                <a:ext uri="{FF2B5EF4-FFF2-40B4-BE49-F238E27FC236}">
                  <a16:creationId xmlns:a16="http://schemas.microsoft.com/office/drawing/2014/main" id="{F4545EB7-419E-BD60-BE23-655C74327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980" y="6076378"/>
              <a:ext cx="835313" cy="220430"/>
            </a:xfrm>
            <a:prstGeom prst="roundRect">
              <a:avLst>
                <a:gd name="adj" fmla="val 16667"/>
              </a:avLst>
            </a:prstGeom>
            <a:solidFill>
              <a:srgbClr val="EE5612"/>
            </a:solidFill>
            <a:ln w="6480">
              <a:solidFill>
                <a:srgbClr val="EE561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/>
              </a:endParaRPr>
            </a:p>
          </p:txBody>
        </p:sp>
        <p:sp>
          <p:nvSpPr>
            <p:cNvPr id="116" name="Text Box 51">
              <a:extLst>
                <a:ext uri="{FF2B5EF4-FFF2-40B4-BE49-F238E27FC236}">
                  <a16:creationId xmlns:a16="http://schemas.microsoft.com/office/drawing/2014/main" id="{E8347EDD-B6D9-F45E-A977-49DED3C3F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2462" y="6061480"/>
              <a:ext cx="1097798" cy="2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ta" charset="0"/>
                  <a:ea typeface="ＭＳ Ｐゴシック" charset="0"/>
                  <a:cs typeface="Arial" charset="0"/>
                  <a:sym typeface="Arial"/>
                </a:rPr>
                <a:t>Actores locales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85B7C29-4DE6-6D6C-7B83-8E8734671888}"/>
              </a:ext>
            </a:extLst>
          </p:cNvPr>
          <p:cNvSpPr txBox="1"/>
          <p:nvPr/>
        </p:nvSpPr>
        <p:spPr>
          <a:xfrm>
            <a:off x="2661446" y="6610777"/>
            <a:ext cx="6223134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x-none" sz="9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4020202020204" pitchFamily="34" charset="0"/>
                <a:cs typeface="Arial"/>
                <a:sym typeface="Arial"/>
              </a:rPr>
              <a:t>Adaptado</a:t>
            </a:r>
            <a:r>
              <a:rPr kumimoji="0" lang="en-US" altLang="x-none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4020202020204" pitchFamily="34" charset="0"/>
                <a:cs typeface="Arial"/>
                <a:sym typeface="Arial"/>
              </a:rPr>
              <a:t> de: Nyberg, B. 1999. An Introductory Guide to Adaptive Management. Forest Practices Branch, B.C. Forest Service (Canada).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kumimoji="0" lang="en-US" altLang="x-none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4020202020204" pitchFamily="34" charset="0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B87F91-6E19-45C4-AA32-FD0F69B79890}"/>
              </a:ext>
            </a:extLst>
          </p:cNvPr>
          <p:cNvSpPr txBox="1"/>
          <p:nvPr/>
        </p:nvSpPr>
        <p:spPr>
          <a:xfrm>
            <a:off x="2982897" y="229931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86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6" grpId="0" animBg="1"/>
      <p:bldP spid="57" grpId="0" animBg="1"/>
      <p:bldP spid="58" grpId="0" animBg="1"/>
      <p:bldP spid="59" grpId="0" animBg="1"/>
      <p:bldP spid="64" grpId="0"/>
      <p:bldP spid="7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37173689-0AED-61EB-ED5F-BF82F48811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FA003A-C4B5-4655-F5BC-28744DF83715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10E97F-433C-1529-EF15-CED1D6352BFC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B93531-AF88-3E2E-7039-D078EEBA0054}"/>
              </a:ext>
            </a:extLst>
          </p:cNvPr>
          <p:cNvSpPr txBox="1"/>
          <p:nvPr/>
        </p:nvSpPr>
        <p:spPr>
          <a:xfrm>
            <a:off x="1081751" y="817600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376FE2-2F43-FE96-243A-AC3C9864C1F4}"/>
              </a:ext>
            </a:extLst>
          </p:cNvPr>
          <p:cNvGrpSpPr/>
          <p:nvPr/>
        </p:nvGrpSpPr>
        <p:grpSpPr>
          <a:xfrm>
            <a:off x="555811" y="1726691"/>
            <a:ext cx="8175813" cy="1788828"/>
            <a:chOff x="555811" y="3813465"/>
            <a:chExt cx="8175813" cy="182730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7F69A9-CE87-DC82-170C-68E94C108803}"/>
                </a:ext>
              </a:extLst>
            </p:cNvPr>
            <p:cNvSpPr txBox="1"/>
            <p:nvPr/>
          </p:nvSpPr>
          <p:spPr>
            <a:xfrm>
              <a:off x="555811" y="3813465"/>
              <a:ext cx="7871013" cy="565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000" b="1" dirty="0"/>
                <a:t>9</a:t>
              </a:r>
              <a:r>
                <a:rPr lang="en-ES" sz="3000" b="1"/>
                <a:t>. </a:t>
              </a:r>
              <a:r>
                <a:rPr lang="en-ES" sz="3000" b="1" dirty="0"/>
                <a:t>Amplía los horizontes del pensar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0C86C94-C10A-7388-36C1-24BB98FED456}"/>
                </a:ext>
              </a:extLst>
            </p:cNvPr>
            <p:cNvSpPr txBox="1"/>
            <p:nvPr/>
          </p:nvSpPr>
          <p:spPr>
            <a:xfrm>
              <a:off x="717176" y="4367463"/>
              <a:ext cx="8014448" cy="12733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342900" indent="-342900">
                <a:buFont typeface="Arial" panose="020B0604020202020204" pitchFamily="34" charset="0"/>
                <a:buChar char="•"/>
                <a:defRPr sz="2000" b="1">
                  <a:solidFill>
                    <a:srgbClr val="70AD47"/>
                  </a:solidFill>
                </a:defRPr>
              </a:lvl1pPr>
            </a:lstStyle>
            <a:p>
              <a:r>
                <a:rPr lang="es-ES" sz="2500" dirty="0"/>
                <a:t>Desafía los horizontes de las disciplinas.</a:t>
              </a:r>
            </a:p>
            <a:p>
              <a:r>
                <a:rPr lang="es-ES" sz="2500" dirty="0"/>
                <a:t>Escucha empáticamente y sin juicio.</a:t>
              </a:r>
            </a:p>
            <a:p>
              <a:r>
                <a:rPr lang="es-ES" sz="2500" dirty="0"/>
                <a:t>Actitud de aprendizaje</a:t>
              </a:r>
              <a:endParaRPr lang="en-ES" sz="2500" dirty="0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9FF04B3D-37F3-1A8F-C3F8-C64058EBED97}"/>
              </a:ext>
            </a:extLst>
          </p:cNvPr>
          <p:cNvSpPr txBox="1"/>
          <p:nvPr/>
        </p:nvSpPr>
        <p:spPr>
          <a:xfrm>
            <a:off x="813982" y="3930856"/>
            <a:ext cx="7238000" cy="707886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Entender los lenguajes de las disciplinas para trascenderlos y tener una mirada más holística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113F4C0-6267-B5EC-024B-F4969C631777}"/>
              </a:ext>
            </a:extLst>
          </p:cNvPr>
          <p:cNvSpPr txBox="1"/>
          <p:nvPr/>
        </p:nvSpPr>
        <p:spPr>
          <a:xfrm>
            <a:off x="813982" y="4845256"/>
            <a:ext cx="7238000" cy="400110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Escuchamos a los políticos del ayuntamiento sin juicio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B01EDB3-02A0-D282-5A4C-87DA4BC3D4EE}"/>
              </a:ext>
            </a:extLst>
          </p:cNvPr>
          <p:cNvSpPr txBox="1"/>
          <p:nvPr/>
        </p:nvSpPr>
        <p:spPr>
          <a:xfrm>
            <a:off x="813982" y="5481754"/>
            <a:ext cx="7238000" cy="707886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Los alumnos más expertos del máster no juzgaron nuestras visiones ni nuestro conocimiento</a:t>
            </a:r>
          </a:p>
        </p:txBody>
      </p:sp>
    </p:spTree>
    <p:extLst>
      <p:ext uri="{BB962C8B-B14F-4D97-AF65-F5344CB8AC3E}">
        <p14:creationId xmlns:p14="http://schemas.microsoft.com/office/powerpoint/2010/main" val="110480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08A1A6DA-1F14-EEFC-A170-1296DA48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>
            <a:extLst>
              <a:ext uri="{FF2B5EF4-FFF2-40B4-BE49-F238E27FC236}">
                <a16:creationId xmlns:a16="http://schemas.microsoft.com/office/drawing/2014/main" id="{DA686AD2-DCB7-FDA9-7E04-8C0ADD8C145D}"/>
              </a:ext>
            </a:extLst>
          </p:cNvPr>
          <p:cNvSpPr/>
          <p:nvPr/>
        </p:nvSpPr>
        <p:spPr>
          <a:xfrm>
            <a:off x="0" y="0"/>
            <a:ext cx="9144000" cy="77226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E1EF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4;p7">
            <a:extLst>
              <a:ext uri="{FF2B5EF4-FFF2-40B4-BE49-F238E27FC236}">
                <a16:creationId xmlns:a16="http://schemas.microsoft.com/office/drawing/2014/main" id="{D8A17ED4-62D8-EF9A-A9D6-BF42ECE7E466}"/>
              </a:ext>
            </a:extLst>
          </p:cNvPr>
          <p:cNvSpPr/>
          <p:nvPr/>
        </p:nvSpPr>
        <p:spPr>
          <a:xfrm>
            <a:off x="1208847" y="15918"/>
            <a:ext cx="6575367" cy="64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1079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3600" b="1" i="0" u="none" strike="noStrike" cap="none" dirty="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b="1" dirty="0" err="1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ecosistemas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AB6072-1A64-5678-5807-EE6774924B72}"/>
              </a:ext>
            </a:extLst>
          </p:cNvPr>
          <p:cNvCxnSpPr/>
          <p:nvPr/>
        </p:nvCxnSpPr>
        <p:spPr>
          <a:xfrm>
            <a:off x="2320506" y="595224"/>
            <a:ext cx="1475117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83DD3D-22F5-F960-66BF-49962CA74662}"/>
              </a:ext>
            </a:extLst>
          </p:cNvPr>
          <p:cNvCxnSpPr/>
          <p:nvPr/>
        </p:nvCxnSpPr>
        <p:spPr>
          <a:xfrm>
            <a:off x="4433837" y="595223"/>
            <a:ext cx="2312020" cy="0"/>
          </a:xfrm>
          <a:prstGeom prst="line">
            <a:avLst/>
          </a:prstGeom>
          <a:ln w="47625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7BECEA-8916-26CB-9C89-23C3C3DED39D}"/>
              </a:ext>
            </a:extLst>
          </p:cNvPr>
          <p:cNvSpPr txBox="1"/>
          <p:nvPr/>
        </p:nvSpPr>
        <p:spPr>
          <a:xfrm>
            <a:off x="1081751" y="817600"/>
            <a:ext cx="6702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Consejos para interactuar con sistemas y abordar problemas retorcidos</a:t>
            </a:r>
            <a:endParaRPr lang="en-ES" sz="20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BDA8E8-118A-E49E-87C0-3B008334D286}"/>
              </a:ext>
            </a:extLst>
          </p:cNvPr>
          <p:cNvGrpSpPr/>
          <p:nvPr/>
        </p:nvGrpSpPr>
        <p:grpSpPr>
          <a:xfrm>
            <a:off x="555811" y="1921124"/>
            <a:ext cx="8175813" cy="1788828"/>
            <a:chOff x="555811" y="3813465"/>
            <a:chExt cx="8175813" cy="182730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6DD3997-31EF-4C38-D723-BA1B4C7EC70D}"/>
                </a:ext>
              </a:extLst>
            </p:cNvPr>
            <p:cNvSpPr txBox="1"/>
            <p:nvPr/>
          </p:nvSpPr>
          <p:spPr>
            <a:xfrm>
              <a:off x="555811" y="3813465"/>
              <a:ext cx="7871013" cy="565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ES" sz="3000" b="1"/>
                <a:t>1</a:t>
              </a:r>
              <a:r>
                <a:rPr lang="es-ES" sz="3000" b="1" dirty="0"/>
                <a:t>0</a:t>
              </a:r>
              <a:r>
                <a:rPr lang="en-ES" sz="3000" b="1"/>
                <a:t>. </a:t>
              </a:r>
              <a:r>
                <a:rPr lang="en-ES" sz="3000" b="1" dirty="0"/>
                <a:t>Amplía los horizontes del cuidado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02230F5-55D9-964E-F9AF-D62E8316F099}"/>
                </a:ext>
              </a:extLst>
            </p:cNvPr>
            <p:cNvSpPr txBox="1"/>
            <p:nvPr/>
          </p:nvSpPr>
          <p:spPr>
            <a:xfrm>
              <a:off x="717176" y="4367463"/>
              <a:ext cx="8014448" cy="12733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342900" indent="-342900">
                <a:buFont typeface="Arial" panose="020B0604020202020204" pitchFamily="34" charset="0"/>
                <a:buChar char="•"/>
                <a:defRPr sz="2000" b="1">
                  <a:solidFill>
                    <a:srgbClr val="70AD47"/>
                  </a:solidFill>
                </a:defRPr>
              </a:lvl1pPr>
            </a:lstStyle>
            <a:p>
              <a:r>
                <a:rPr lang="es-ES" sz="2500" dirty="0"/>
                <a:t>Las relaciones fuertes ayudan a resolver problemas.</a:t>
              </a:r>
            </a:p>
            <a:p>
              <a:r>
                <a:rPr lang="es-ES" sz="2500" dirty="0"/>
                <a:t>Los sistemas se basan en la interconexión</a:t>
              </a:r>
              <a:endParaRPr lang="en-ES" sz="2500" dirty="0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1A422616-66DB-4AD0-F74A-67A32F22192D}"/>
              </a:ext>
            </a:extLst>
          </p:cNvPr>
          <p:cNvSpPr txBox="1"/>
          <p:nvPr/>
        </p:nvSpPr>
        <p:spPr>
          <a:xfrm>
            <a:off x="813982" y="3930856"/>
            <a:ext cx="7238000" cy="707886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Empatizamos con los problemas físicos del concejal de medio ambiente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28BB5A2-5660-24CA-FF4D-18C8EA009082}"/>
              </a:ext>
            </a:extLst>
          </p:cNvPr>
          <p:cNvSpPr txBox="1"/>
          <p:nvPr/>
        </p:nvSpPr>
        <p:spPr>
          <a:xfrm>
            <a:off x="813982" y="4859646"/>
            <a:ext cx="7238000" cy="400110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Tratamos bien a los que nos dieron de comer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D9DD418-4208-6F7A-D5B6-8FA77CE19F4A}"/>
              </a:ext>
            </a:extLst>
          </p:cNvPr>
          <p:cNvSpPr txBox="1"/>
          <p:nvPr/>
        </p:nvSpPr>
        <p:spPr>
          <a:xfrm>
            <a:off x="813982" y="5480660"/>
            <a:ext cx="7238000" cy="707886"/>
          </a:xfrm>
          <a:prstGeom prst="rect">
            <a:avLst/>
          </a:prstGeom>
          <a:solidFill>
            <a:srgbClr val="70AD47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42900" indent="-342900">
              <a:buFont typeface="Arial" panose="020B0604020202020204" pitchFamily="34" charset="0"/>
              <a:buChar char="•"/>
              <a:defRPr sz="2500" b="1">
                <a:solidFill>
                  <a:srgbClr val="70AD47"/>
                </a:solidFill>
              </a:defRPr>
            </a:lvl1pPr>
          </a:lstStyle>
          <a:p>
            <a:pPr marL="0" indent="0" algn="ctr">
              <a:buNone/>
            </a:pPr>
            <a:r>
              <a:rPr lang="es-ES" sz="2000" dirty="0">
                <a:solidFill>
                  <a:schemeClr val="bg1"/>
                </a:solidFill>
              </a:rPr>
              <a:t>Constatamos la desconexión entre Ayuntamiento y Junta de Andalucía</a:t>
            </a:r>
          </a:p>
        </p:txBody>
      </p:sp>
    </p:spTree>
    <p:extLst>
      <p:ext uri="{BB962C8B-B14F-4D97-AF65-F5344CB8AC3E}">
        <p14:creationId xmlns:p14="http://schemas.microsoft.com/office/powerpoint/2010/main" val="409553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6DEA-EB70-ACF7-3458-80BF9D02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lipse 15">
            <a:extLst>
              <a:ext uri="{FF2B5EF4-FFF2-40B4-BE49-F238E27FC236}">
                <a16:creationId xmlns:a16="http://schemas.microsoft.com/office/drawing/2014/main" id="{188DF9F0-0EFF-10FB-EFC6-8E17DE0354B6}"/>
              </a:ext>
            </a:extLst>
          </p:cNvPr>
          <p:cNvSpPr/>
          <p:nvPr/>
        </p:nvSpPr>
        <p:spPr>
          <a:xfrm>
            <a:off x="5372125" y="1026947"/>
            <a:ext cx="3147917" cy="1497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s-ES" sz="1500" b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lo conseguí y no encontré ninguna alternativa determinista</a:t>
            </a:r>
          </a:p>
        </p:txBody>
      </p:sp>
      <p:pic>
        <p:nvPicPr>
          <p:cNvPr id="14" name="Imagen 13" descr="Una caricatura de una persona&#10;&#10;Descripción generada automáticamente con confianza baja">
            <a:extLst>
              <a:ext uri="{FF2B5EF4-FFF2-40B4-BE49-F238E27FC236}">
                <a16:creationId xmlns:a16="http://schemas.microsoft.com/office/drawing/2014/main" id="{0BBDF047-9D7D-65CF-7D0A-48A2B98BE34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7954" y="1940759"/>
            <a:ext cx="1632997" cy="4070838"/>
          </a:xfrm>
          <a:prstGeom prst="rect">
            <a:avLst/>
          </a:prstGeom>
        </p:spPr>
      </p:pic>
      <p:sp>
        <p:nvSpPr>
          <p:cNvPr id="2" name="Llamada ovalada 1">
            <a:extLst>
              <a:ext uri="{FF2B5EF4-FFF2-40B4-BE49-F238E27FC236}">
                <a16:creationId xmlns:a16="http://schemas.microsoft.com/office/drawing/2014/main" id="{0276C3DD-C9DF-9E41-9E50-FE715FF542B0}"/>
              </a:ext>
            </a:extLst>
          </p:cNvPr>
          <p:cNvSpPr/>
          <p:nvPr/>
        </p:nvSpPr>
        <p:spPr>
          <a:xfrm>
            <a:off x="2264916" y="938996"/>
            <a:ext cx="4411327" cy="2301690"/>
          </a:xfrm>
          <a:prstGeom prst="wedgeEllipseCallout">
            <a:avLst>
              <a:gd name="adj1" fmla="val -55821"/>
              <a:gd name="adj2" fmla="val 249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s-ES" sz="1500" b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Hola.</a:t>
            </a:r>
            <a:br>
              <a:rPr lang="es-ES" sz="1500" b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500" b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Soy Donella Meadows.</a:t>
            </a:r>
          </a:p>
          <a:p>
            <a:pPr algn="ctr" defTabSz="685800">
              <a:buClrTx/>
            </a:pPr>
            <a:endParaRPr lang="es-ES" sz="1500" b="1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685800">
              <a:buClrTx/>
            </a:pPr>
            <a:r>
              <a:rPr lang="es-ES" sz="1500" b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Trabajé durante años en la construcción de modelos matemáticos que simularan las propiedades emergentes de los sistemas complejos</a:t>
            </a:r>
          </a:p>
        </p:txBody>
      </p:sp>
      <p:sp>
        <p:nvSpPr>
          <p:cNvPr id="4" name="Llamada ovalada 3">
            <a:extLst>
              <a:ext uri="{FF2B5EF4-FFF2-40B4-BE49-F238E27FC236}">
                <a16:creationId xmlns:a16="http://schemas.microsoft.com/office/drawing/2014/main" id="{C7374C0E-467C-E59E-745D-BD2AE8A3D8D9}"/>
              </a:ext>
            </a:extLst>
          </p:cNvPr>
          <p:cNvSpPr/>
          <p:nvPr/>
        </p:nvSpPr>
        <p:spPr>
          <a:xfrm>
            <a:off x="2331443" y="924705"/>
            <a:ext cx="3768152" cy="2037726"/>
          </a:xfrm>
          <a:prstGeom prst="wedgeEllipseCallout">
            <a:avLst>
              <a:gd name="adj1" fmla="val -59379"/>
              <a:gd name="adj2" fmla="val 3860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s-ES" sz="1500" b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Creí que mediante acciones propias de la ingeniería (ej. Plantar un bosque, hacer una presa, etc.) podría lograr sistemas sostenibles y </a:t>
            </a:r>
            <a:r>
              <a:rPr lang="es-ES" sz="1500" b="1" kern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autoregulados</a:t>
            </a:r>
            <a:endParaRPr lang="es-ES" sz="1500" b="1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Llamada ovalada 9">
            <a:extLst>
              <a:ext uri="{FF2B5EF4-FFF2-40B4-BE49-F238E27FC236}">
                <a16:creationId xmlns:a16="http://schemas.microsoft.com/office/drawing/2014/main" id="{7F689AB1-8597-D52D-E9AD-B389486712B1}"/>
              </a:ext>
            </a:extLst>
          </p:cNvPr>
          <p:cNvSpPr/>
          <p:nvPr/>
        </p:nvSpPr>
        <p:spPr>
          <a:xfrm>
            <a:off x="2780676" y="1028117"/>
            <a:ext cx="3475843" cy="1947783"/>
          </a:xfrm>
          <a:prstGeom prst="wedgeEllipseCallout">
            <a:avLst>
              <a:gd name="adj1" fmla="val -76198"/>
              <a:gd name="adj2" fmla="val 37447"/>
            </a:avLst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s-ES" sz="1500" b="1" i="1" kern="1200" dirty="0">
                <a:solidFill>
                  <a:srgbClr val="E97132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Aprendí que no podemos controlar los sistemas ni descifrarlos completamente. ¡Pero podemos bailar con ellos! </a:t>
            </a:r>
          </a:p>
        </p:txBody>
      </p:sp>
      <p:sp>
        <p:nvSpPr>
          <p:cNvPr id="9" name="Llamada ovalada 8">
            <a:extLst>
              <a:ext uri="{FF2B5EF4-FFF2-40B4-BE49-F238E27FC236}">
                <a16:creationId xmlns:a16="http://schemas.microsoft.com/office/drawing/2014/main" id="{1C279145-5B7D-844B-E4DB-B4CEFEA2E73D}"/>
              </a:ext>
            </a:extLst>
          </p:cNvPr>
          <p:cNvSpPr/>
          <p:nvPr/>
        </p:nvSpPr>
        <p:spPr>
          <a:xfrm>
            <a:off x="3959043" y="2552896"/>
            <a:ext cx="3475843" cy="1662269"/>
          </a:xfrm>
          <a:prstGeom prst="wedgeEllipseCallout">
            <a:avLst>
              <a:gd name="adj1" fmla="val -106603"/>
              <a:gd name="adj2" fmla="val -37148"/>
            </a:avLst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s-ES" sz="1500" b="1" i="1" kern="1200" dirty="0">
                <a:solidFill>
                  <a:srgbClr val="E97132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Vivir exitosamente en un mundo de sistemas requiere más de nosotros que nuestra habilidad de calcular. </a:t>
            </a:r>
          </a:p>
        </p:txBody>
      </p:sp>
      <p:sp>
        <p:nvSpPr>
          <p:cNvPr id="11" name="Llamada ovalada 10">
            <a:extLst>
              <a:ext uri="{FF2B5EF4-FFF2-40B4-BE49-F238E27FC236}">
                <a16:creationId xmlns:a16="http://schemas.microsoft.com/office/drawing/2014/main" id="{F5E013BA-B24B-0EEF-5F04-A3377D296637}"/>
              </a:ext>
            </a:extLst>
          </p:cNvPr>
          <p:cNvSpPr/>
          <p:nvPr/>
        </p:nvSpPr>
        <p:spPr>
          <a:xfrm>
            <a:off x="2190439" y="3927306"/>
            <a:ext cx="3598586" cy="1902577"/>
          </a:xfrm>
          <a:prstGeom prst="wedgeEllipseCallout">
            <a:avLst>
              <a:gd name="adj1" fmla="val -59635"/>
              <a:gd name="adj2" fmla="val -111911"/>
            </a:avLst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s-ES" sz="1500" b="1" i="1" kern="1200" dirty="0">
                <a:solidFill>
                  <a:srgbClr val="E97132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Requiere nuestra humanidad completa: nuestra racionalidad, nuestra intuición, nuestra compasión, nuestra visión y nuestra moralidad.</a:t>
            </a:r>
          </a:p>
        </p:txBody>
      </p:sp>
      <p:sp>
        <p:nvSpPr>
          <p:cNvPr id="12" name="Llamada ovalada 11">
            <a:extLst>
              <a:ext uri="{FF2B5EF4-FFF2-40B4-BE49-F238E27FC236}">
                <a16:creationId xmlns:a16="http://schemas.microsoft.com/office/drawing/2014/main" id="{0CE863F0-C6AB-50C3-53E2-EDA08FF3293B}"/>
              </a:ext>
            </a:extLst>
          </p:cNvPr>
          <p:cNvSpPr/>
          <p:nvPr/>
        </p:nvSpPr>
        <p:spPr>
          <a:xfrm>
            <a:off x="2427477" y="1465759"/>
            <a:ext cx="3361548" cy="1599263"/>
          </a:xfrm>
          <a:prstGeom prst="wedgeEllipseCallout">
            <a:avLst>
              <a:gd name="adj1" fmla="val -67071"/>
              <a:gd name="adj2" fmla="val 3157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s-ES" sz="1500" b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Trataré de trasladar mi experiencia aplicándola a un sitio concreto medio real, medio imaginado…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E5BC10-28C9-D35A-C4BC-627CA6CB1BCD}"/>
              </a:ext>
            </a:extLst>
          </p:cNvPr>
          <p:cNvSpPr txBox="1"/>
          <p:nvPr/>
        </p:nvSpPr>
        <p:spPr>
          <a:xfrm>
            <a:off x="4903495" y="5687725"/>
            <a:ext cx="4262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>
              <a:buClrTx/>
            </a:pPr>
            <a:r>
              <a:rPr lang="es-ES" sz="12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  <a:hlinkClick r:id="rId3"/>
              </a:rPr>
              <a:t>https://</a:t>
            </a:r>
            <a:r>
              <a:rPr lang="es-ES" sz="1200" kern="1200" dirty="0" err="1">
                <a:solidFill>
                  <a:prstClr val="black"/>
                </a:solidFill>
                <a:latin typeface="Aptos" panose="02110004020202020204"/>
                <a:ea typeface="+mn-ea"/>
                <a:cs typeface="+mn-cs"/>
                <a:hlinkClick r:id="rId3"/>
              </a:rPr>
              <a:t>donellameadows.org</a:t>
            </a:r>
            <a:r>
              <a:rPr lang="es-ES" sz="12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  <a:hlinkClick r:id="rId3"/>
              </a:rPr>
              <a:t>/archives/</a:t>
            </a:r>
            <a:r>
              <a:rPr lang="es-ES" sz="1200" kern="1200" dirty="0" err="1">
                <a:solidFill>
                  <a:prstClr val="black"/>
                </a:solidFill>
                <a:latin typeface="Aptos" panose="02110004020202020204"/>
                <a:ea typeface="+mn-ea"/>
                <a:cs typeface="+mn-cs"/>
                <a:hlinkClick r:id="rId3"/>
              </a:rPr>
              <a:t>dancing-with-systems</a:t>
            </a:r>
            <a:r>
              <a:rPr lang="es-ES" sz="12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  <a:hlinkClick r:id="rId3"/>
              </a:rPr>
              <a:t>/</a:t>
            </a:r>
            <a:endParaRPr lang="es-ES" sz="12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367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2" grpId="0" animBg="1"/>
      <p:bldP spid="2" grpId="1" animBg="1"/>
      <p:bldP spid="4" grpId="0" animBg="1"/>
      <p:bldP spid="4" grpId="1" animBg="1"/>
      <p:bldP spid="10" grpId="0" animBg="1"/>
      <p:bldP spid="10" grpId="1" animBg="1"/>
      <p:bldP spid="9" grpId="0" animBg="1"/>
      <p:bldP spid="9" grpId="1" animBg="1"/>
      <p:bldP spid="11" grpId="0" animBg="1"/>
      <p:bldP spid="11" grpId="1" animBg="1"/>
      <p:bldP spid="12" grpId="0" animBg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4A707386-FE10-AFE7-3F1C-7A6920B26E81}"/>
              </a:ext>
            </a:extLst>
          </p:cNvPr>
          <p:cNvGrpSpPr/>
          <p:nvPr/>
        </p:nvGrpSpPr>
        <p:grpSpPr>
          <a:xfrm>
            <a:off x="-1" y="857250"/>
            <a:ext cx="9144001" cy="5143500"/>
            <a:chOff x="-1" y="0"/>
            <a:chExt cx="12192001" cy="6858000"/>
          </a:xfrm>
        </p:grpSpPr>
        <p:pic>
          <p:nvPicPr>
            <p:cNvPr id="3" name="Imagen 2" descr="Vista de una montaña&#10;&#10;Descripción generada automáticamente">
              <a:extLst>
                <a:ext uri="{FF2B5EF4-FFF2-40B4-BE49-F238E27FC236}">
                  <a16:creationId xmlns:a16="http://schemas.microsoft.com/office/drawing/2014/main" id="{23F161F1-32B6-F662-A48B-9AF9350C1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" y="697043"/>
              <a:ext cx="12192001" cy="6160957"/>
            </a:xfrm>
            <a:prstGeom prst="rect">
              <a:avLst/>
            </a:prstGeom>
          </p:spPr>
        </p:pic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AAA8F827-D31C-E055-3665-9CDDB37D6469}"/>
                </a:ext>
              </a:extLst>
            </p:cNvPr>
            <p:cNvSpPr/>
            <p:nvPr/>
          </p:nvSpPr>
          <p:spPr>
            <a:xfrm>
              <a:off x="0" y="0"/>
              <a:ext cx="12192000" cy="697043"/>
            </a:xfrm>
            <a:prstGeom prst="rect">
              <a:avLst/>
            </a:prstGeom>
            <a:solidFill>
              <a:srgbClr val="468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84B8129-D7B5-76F4-3AEA-23248E5D901B}"/>
              </a:ext>
            </a:extLst>
          </p:cNvPr>
          <p:cNvSpPr/>
          <p:nvPr/>
        </p:nvSpPr>
        <p:spPr>
          <a:xfrm>
            <a:off x="5527759" y="4605669"/>
            <a:ext cx="3540149" cy="1293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s-ES" sz="1350" kern="120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15A5828-03FE-E4D6-B9DC-0D5533204EA1}"/>
              </a:ext>
            </a:extLst>
          </p:cNvPr>
          <p:cNvGrpSpPr/>
          <p:nvPr/>
        </p:nvGrpSpPr>
        <p:grpSpPr>
          <a:xfrm>
            <a:off x="-11242" y="3583587"/>
            <a:ext cx="4013615" cy="2597045"/>
            <a:chOff x="-14990" y="3635115"/>
            <a:chExt cx="5351487" cy="3462727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197511F-6714-6906-79AE-4997A9192F8D}"/>
                </a:ext>
              </a:extLst>
            </p:cNvPr>
            <p:cNvSpPr/>
            <p:nvPr/>
          </p:nvSpPr>
          <p:spPr>
            <a:xfrm>
              <a:off x="-14990" y="3635115"/>
              <a:ext cx="3117954" cy="929390"/>
            </a:xfrm>
            <a:custGeom>
              <a:avLst/>
              <a:gdLst>
                <a:gd name="connsiteX0" fmla="*/ 89941 w 3117954"/>
                <a:gd name="connsiteY0" fmla="*/ 74951 h 929390"/>
                <a:gd name="connsiteX1" fmla="*/ 929390 w 3117954"/>
                <a:gd name="connsiteY1" fmla="*/ 14990 h 929390"/>
                <a:gd name="connsiteX2" fmla="*/ 1633928 w 3117954"/>
                <a:gd name="connsiteY2" fmla="*/ 14990 h 929390"/>
                <a:gd name="connsiteX3" fmla="*/ 1993692 w 3117954"/>
                <a:gd name="connsiteY3" fmla="*/ 0 h 929390"/>
                <a:gd name="connsiteX4" fmla="*/ 2233534 w 3117954"/>
                <a:gd name="connsiteY4" fmla="*/ 89941 h 929390"/>
                <a:gd name="connsiteX5" fmla="*/ 2653259 w 3117954"/>
                <a:gd name="connsiteY5" fmla="*/ 419725 h 929390"/>
                <a:gd name="connsiteX6" fmla="*/ 3013023 w 3117954"/>
                <a:gd name="connsiteY6" fmla="*/ 509666 h 929390"/>
                <a:gd name="connsiteX7" fmla="*/ 3117954 w 3117954"/>
                <a:gd name="connsiteY7" fmla="*/ 614597 h 929390"/>
                <a:gd name="connsiteX8" fmla="*/ 2428406 w 3117954"/>
                <a:gd name="connsiteY8" fmla="*/ 764498 h 929390"/>
                <a:gd name="connsiteX9" fmla="*/ 1963711 w 3117954"/>
                <a:gd name="connsiteY9" fmla="*/ 839449 h 929390"/>
                <a:gd name="connsiteX10" fmla="*/ 1409075 w 3117954"/>
                <a:gd name="connsiteY10" fmla="*/ 824459 h 929390"/>
                <a:gd name="connsiteX11" fmla="*/ 779488 w 3117954"/>
                <a:gd name="connsiteY11" fmla="*/ 929390 h 929390"/>
                <a:gd name="connsiteX12" fmla="*/ 404734 w 3117954"/>
                <a:gd name="connsiteY12" fmla="*/ 854439 h 929390"/>
                <a:gd name="connsiteX13" fmla="*/ 119921 w 3117954"/>
                <a:gd name="connsiteY13" fmla="*/ 719528 h 929390"/>
                <a:gd name="connsiteX14" fmla="*/ 0 w 3117954"/>
                <a:gd name="connsiteY14" fmla="*/ 719528 h 929390"/>
                <a:gd name="connsiteX15" fmla="*/ 0 w 3117954"/>
                <a:gd name="connsiteY15" fmla="*/ 89941 h 929390"/>
                <a:gd name="connsiteX16" fmla="*/ 0 w 3117954"/>
                <a:gd name="connsiteY16" fmla="*/ 89941 h 92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17954" h="929390">
                  <a:moveTo>
                    <a:pt x="89941" y="74951"/>
                  </a:moveTo>
                  <a:lnTo>
                    <a:pt x="929390" y="14990"/>
                  </a:lnTo>
                  <a:lnTo>
                    <a:pt x="1633928" y="14990"/>
                  </a:lnTo>
                  <a:lnTo>
                    <a:pt x="1993692" y="0"/>
                  </a:lnTo>
                  <a:lnTo>
                    <a:pt x="2233534" y="89941"/>
                  </a:lnTo>
                  <a:lnTo>
                    <a:pt x="2653259" y="419725"/>
                  </a:lnTo>
                  <a:lnTo>
                    <a:pt x="3013023" y="509666"/>
                  </a:lnTo>
                  <a:lnTo>
                    <a:pt x="3117954" y="614597"/>
                  </a:lnTo>
                  <a:lnTo>
                    <a:pt x="2428406" y="764498"/>
                  </a:lnTo>
                  <a:lnTo>
                    <a:pt x="1963711" y="839449"/>
                  </a:lnTo>
                  <a:lnTo>
                    <a:pt x="1409075" y="824459"/>
                  </a:lnTo>
                  <a:lnTo>
                    <a:pt x="779488" y="929390"/>
                  </a:lnTo>
                  <a:lnTo>
                    <a:pt x="404734" y="854439"/>
                  </a:lnTo>
                  <a:lnTo>
                    <a:pt x="119921" y="719528"/>
                  </a:lnTo>
                  <a:lnTo>
                    <a:pt x="0" y="719528"/>
                  </a:lnTo>
                  <a:lnTo>
                    <a:pt x="0" y="89941"/>
                  </a:lnTo>
                  <a:lnTo>
                    <a:pt x="0" y="89941"/>
                  </a:lnTo>
                </a:path>
              </a:pathLst>
            </a:custGeom>
            <a:solidFill>
              <a:schemeClr val="accent6">
                <a:lumMod val="5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351E30AE-FD2F-FFB8-9E57-5FACB05A329F}"/>
                </a:ext>
              </a:extLst>
            </p:cNvPr>
            <p:cNvSpPr/>
            <p:nvPr/>
          </p:nvSpPr>
          <p:spPr>
            <a:xfrm>
              <a:off x="654584" y="4743069"/>
              <a:ext cx="4681913" cy="2354773"/>
            </a:xfrm>
            <a:custGeom>
              <a:avLst/>
              <a:gdLst>
                <a:gd name="connsiteX0" fmla="*/ 0 w 4661941"/>
                <a:gd name="connsiteY0" fmla="*/ 314794 h 2353456"/>
                <a:gd name="connsiteX1" fmla="*/ 644577 w 4661941"/>
                <a:gd name="connsiteY1" fmla="*/ 524656 h 2353456"/>
                <a:gd name="connsiteX2" fmla="*/ 959371 w 4661941"/>
                <a:gd name="connsiteY2" fmla="*/ 584617 h 2353456"/>
                <a:gd name="connsiteX3" fmla="*/ 1304145 w 4661941"/>
                <a:gd name="connsiteY3" fmla="*/ 449705 h 2353456"/>
                <a:gd name="connsiteX4" fmla="*/ 1603948 w 4661941"/>
                <a:gd name="connsiteY4" fmla="*/ 329784 h 2353456"/>
                <a:gd name="connsiteX5" fmla="*/ 1573968 w 4661941"/>
                <a:gd name="connsiteY5" fmla="*/ 164892 h 2353456"/>
                <a:gd name="connsiteX6" fmla="*/ 1903751 w 4661941"/>
                <a:gd name="connsiteY6" fmla="*/ 0 h 2353456"/>
                <a:gd name="connsiteX7" fmla="*/ 2113613 w 4661941"/>
                <a:gd name="connsiteY7" fmla="*/ 119922 h 2353456"/>
                <a:gd name="connsiteX8" fmla="*/ 2383436 w 4661941"/>
                <a:gd name="connsiteY8" fmla="*/ 434715 h 2353456"/>
                <a:gd name="connsiteX9" fmla="*/ 2878112 w 4661941"/>
                <a:gd name="connsiteY9" fmla="*/ 584617 h 2353456"/>
                <a:gd name="connsiteX10" fmla="*/ 3267856 w 4661941"/>
                <a:gd name="connsiteY10" fmla="*/ 629587 h 2353456"/>
                <a:gd name="connsiteX11" fmla="*/ 3717561 w 4661941"/>
                <a:gd name="connsiteY11" fmla="*/ 914400 h 2353456"/>
                <a:gd name="connsiteX12" fmla="*/ 3972394 w 4661941"/>
                <a:gd name="connsiteY12" fmla="*/ 1079292 h 2353456"/>
                <a:gd name="connsiteX13" fmla="*/ 4092315 w 4661941"/>
                <a:gd name="connsiteY13" fmla="*/ 1289154 h 2353456"/>
                <a:gd name="connsiteX14" fmla="*/ 4362138 w 4661941"/>
                <a:gd name="connsiteY14" fmla="*/ 1588958 h 2353456"/>
                <a:gd name="connsiteX15" fmla="*/ 4631961 w 4661941"/>
                <a:gd name="connsiteY15" fmla="*/ 1843790 h 2353456"/>
                <a:gd name="connsiteX16" fmla="*/ 4661941 w 4661941"/>
                <a:gd name="connsiteY16" fmla="*/ 2143594 h 2353456"/>
                <a:gd name="connsiteX17" fmla="*/ 4272197 w 4661941"/>
                <a:gd name="connsiteY17" fmla="*/ 2008682 h 2353456"/>
                <a:gd name="connsiteX18" fmla="*/ 3717561 w 4661941"/>
                <a:gd name="connsiteY18" fmla="*/ 1903751 h 2353456"/>
                <a:gd name="connsiteX19" fmla="*/ 3417758 w 4661941"/>
                <a:gd name="connsiteY19" fmla="*/ 1813810 h 2353456"/>
                <a:gd name="connsiteX20" fmla="*/ 2983043 w 4661941"/>
                <a:gd name="connsiteY20" fmla="*/ 1768840 h 2353456"/>
                <a:gd name="connsiteX21" fmla="*/ 3192905 w 4661941"/>
                <a:gd name="connsiteY21" fmla="*/ 1933731 h 2353456"/>
                <a:gd name="connsiteX22" fmla="*/ 3028013 w 4661941"/>
                <a:gd name="connsiteY22" fmla="*/ 1993692 h 2353456"/>
                <a:gd name="connsiteX23" fmla="*/ 2773181 w 4661941"/>
                <a:gd name="connsiteY23" fmla="*/ 1888761 h 2353456"/>
                <a:gd name="connsiteX24" fmla="*/ 2248525 w 4661941"/>
                <a:gd name="connsiteY24" fmla="*/ 1768840 h 2353456"/>
                <a:gd name="connsiteX25" fmla="*/ 2128604 w 4661941"/>
                <a:gd name="connsiteY25" fmla="*/ 2173574 h 2353456"/>
                <a:gd name="connsiteX26" fmla="*/ 1828800 w 4661941"/>
                <a:gd name="connsiteY26" fmla="*/ 2353456 h 2353456"/>
                <a:gd name="connsiteX27" fmla="*/ 1349115 w 4661941"/>
                <a:gd name="connsiteY27" fmla="*/ 2128604 h 2353456"/>
                <a:gd name="connsiteX28" fmla="*/ 929391 w 4661941"/>
                <a:gd name="connsiteY28" fmla="*/ 1888761 h 2353456"/>
                <a:gd name="connsiteX29" fmla="*/ 899410 w 4661941"/>
                <a:gd name="connsiteY29" fmla="*/ 1499017 h 2353456"/>
                <a:gd name="connsiteX30" fmla="*/ 839450 w 4661941"/>
                <a:gd name="connsiteY30" fmla="*/ 1139253 h 2353456"/>
                <a:gd name="connsiteX31" fmla="*/ 644577 w 4661941"/>
                <a:gd name="connsiteY31" fmla="*/ 959371 h 2353456"/>
                <a:gd name="connsiteX32" fmla="*/ 29981 w 4661941"/>
                <a:gd name="connsiteY32" fmla="*/ 749508 h 2353456"/>
                <a:gd name="connsiteX0" fmla="*/ 0 w 4661941"/>
                <a:gd name="connsiteY0" fmla="*/ 314794 h 2353456"/>
                <a:gd name="connsiteX1" fmla="*/ 644577 w 4661941"/>
                <a:gd name="connsiteY1" fmla="*/ 524656 h 2353456"/>
                <a:gd name="connsiteX2" fmla="*/ 959371 w 4661941"/>
                <a:gd name="connsiteY2" fmla="*/ 584617 h 2353456"/>
                <a:gd name="connsiteX3" fmla="*/ 1304145 w 4661941"/>
                <a:gd name="connsiteY3" fmla="*/ 449705 h 2353456"/>
                <a:gd name="connsiteX4" fmla="*/ 1603948 w 4661941"/>
                <a:gd name="connsiteY4" fmla="*/ 329784 h 2353456"/>
                <a:gd name="connsiteX5" fmla="*/ 1573968 w 4661941"/>
                <a:gd name="connsiteY5" fmla="*/ 164892 h 2353456"/>
                <a:gd name="connsiteX6" fmla="*/ 1903751 w 4661941"/>
                <a:gd name="connsiteY6" fmla="*/ 0 h 2353456"/>
                <a:gd name="connsiteX7" fmla="*/ 2113613 w 4661941"/>
                <a:gd name="connsiteY7" fmla="*/ 119922 h 2353456"/>
                <a:gd name="connsiteX8" fmla="*/ 2383436 w 4661941"/>
                <a:gd name="connsiteY8" fmla="*/ 434715 h 2353456"/>
                <a:gd name="connsiteX9" fmla="*/ 2878112 w 4661941"/>
                <a:gd name="connsiteY9" fmla="*/ 584617 h 2353456"/>
                <a:gd name="connsiteX10" fmla="*/ 3267856 w 4661941"/>
                <a:gd name="connsiteY10" fmla="*/ 629587 h 2353456"/>
                <a:gd name="connsiteX11" fmla="*/ 3717561 w 4661941"/>
                <a:gd name="connsiteY11" fmla="*/ 914400 h 2353456"/>
                <a:gd name="connsiteX12" fmla="*/ 3972394 w 4661941"/>
                <a:gd name="connsiteY12" fmla="*/ 1079292 h 2353456"/>
                <a:gd name="connsiteX13" fmla="*/ 4092315 w 4661941"/>
                <a:gd name="connsiteY13" fmla="*/ 1289154 h 2353456"/>
                <a:gd name="connsiteX14" fmla="*/ 4362138 w 4661941"/>
                <a:gd name="connsiteY14" fmla="*/ 1588958 h 2353456"/>
                <a:gd name="connsiteX15" fmla="*/ 4631961 w 4661941"/>
                <a:gd name="connsiteY15" fmla="*/ 1843790 h 2353456"/>
                <a:gd name="connsiteX16" fmla="*/ 4661941 w 4661941"/>
                <a:gd name="connsiteY16" fmla="*/ 2143594 h 2353456"/>
                <a:gd name="connsiteX17" fmla="*/ 4272197 w 4661941"/>
                <a:gd name="connsiteY17" fmla="*/ 2008682 h 2353456"/>
                <a:gd name="connsiteX18" fmla="*/ 3717561 w 4661941"/>
                <a:gd name="connsiteY18" fmla="*/ 1903751 h 2353456"/>
                <a:gd name="connsiteX19" fmla="*/ 3417758 w 4661941"/>
                <a:gd name="connsiteY19" fmla="*/ 1813810 h 2353456"/>
                <a:gd name="connsiteX20" fmla="*/ 2983043 w 4661941"/>
                <a:gd name="connsiteY20" fmla="*/ 1768840 h 2353456"/>
                <a:gd name="connsiteX21" fmla="*/ 3192905 w 4661941"/>
                <a:gd name="connsiteY21" fmla="*/ 1933731 h 2353456"/>
                <a:gd name="connsiteX22" fmla="*/ 3028013 w 4661941"/>
                <a:gd name="connsiteY22" fmla="*/ 1993692 h 2353456"/>
                <a:gd name="connsiteX23" fmla="*/ 2773181 w 4661941"/>
                <a:gd name="connsiteY23" fmla="*/ 1888761 h 2353456"/>
                <a:gd name="connsiteX24" fmla="*/ 2248525 w 4661941"/>
                <a:gd name="connsiteY24" fmla="*/ 1768840 h 2353456"/>
                <a:gd name="connsiteX25" fmla="*/ 2128604 w 4661941"/>
                <a:gd name="connsiteY25" fmla="*/ 2173574 h 2353456"/>
                <a:gd name="connsiteX26" fmla="*/ 1828800 w 4661941"/>
                <a:gd name="connsiteY26" fmla="*/ 2353456 h 2353456"/>
                <a:gd name="connsiteX27" fmla="*/ 1349115 w 4661941"/>
                <a:gd name="connsiteY27" fmla="*/ 2128604 h 2353456"/>
                <a:gd name="connsiteX28" fmla="*/ 929391 w 4661941"/>
                <a:gd name="connsiteY28" fmla="*/ 1888761 h 2353456"/>
                <a:gd name="connsiteX29" fmla="*/ 899410 w 4661941"/>
                <a:gd name="connsiteY29" fmla="*/ 1499017 h 2353456"/>
                <a:gd name="connsiteX30" fmla="*/ 839450 w 4661941"/>
                <a:gd name="connsiteY30" fmla="*/ 1139253 h 2353456"/>
                <a:gd name="connsiteX31" fmla="*/ 644577 w 4661941"/>
                <a:gd name="connsiteY31" fmla="*/ 959371 h 2353456"/>
                <a:gd name="connsiteX32" fmla="*/ 170832 w 4661941"/>
                <a:gd name="connsiteY32" fmla="*/ 800701 h 2353456"/>
                <a:gd name="connsiteX33" fmla="*/ 29981 w 4661941"/>
                <a:gd name="connsiteY33" fmla="*/ 749508 h 2353456"/>
                <a:gd name="connsiteX0" fmla="*/ 0 w 4661941"/>
                <a:gd name="connsiteY0" fmla="*/ 314794 h 2353456"/>
                <a:gd name="connsiteX1" fmla="*/ 644577 w 4661941"/>
                <a:gd name="connsiteY1" fmla="*/ 524656 h 2353456"/>
                <a:gd name="connsiteX2" fmla="*/ 959371 w 4661941"/>
                <a:gd name="connsiteY2" fmla="*/ 584617 h 2353456"/>
                <a:gd name="connsiteX3" fmla="*/ 1304145 w 4661941"/>
                <a:gd name="connsiteY3" fmla="*/ 449705 h 2353456"/>
                <a:gd name="connsiteX4" fmla="*/ 1603948 w 4661941"/>
                <a:gd name="connsiteY4" fmla="*/ 329784 h 2353456"/>
                <a:gd name="connsiteX5" fmla="*/ 1573968 w 4661941"/>
                <a:gd name="connsiteY5" fmla="*/ 164892 h 2353456"/>
                <a:gd name="connsiteX6" fmla="*/ 1903751 w 4661941"/>
                <a:gd name="connsiteY6" fmla="*/ 0 h 2353456"/>
                <a:gd name="connsiteX7" fmla="*/ 2113613 w 4661941"/>
                <a:gd name="connsiteY7" fmla="*/ 119922 h 2353456"/>
                <a:gd name="connsiteX8" fmla="*/ 2383436 w 4661941"/>
                <a:gd name="connsiteY8" fmla="*/ 434715 h 2353456"/>
                <a:gd name="connsiteX9" fmla="*/ 2878112 w 4661941"/>
                <a:gd name="connsiteY9" fmla="*/ 584617 h 2353456"/>
                <a:gd name="connsiteX10" fmla="*/ 3267856 w 4661941"/>
                <a:gd name="connsiteY10" fmla="*/ 629587 h 2353456"/>
                <a:gd name="connsiteX11" fmla="*/ 3717561 w 4661941"/>
                <a:gd name="connsiteY11" fmla="*/ 914400 h 2353456"/>
                <a:gd name="connsiteX12" fmla="*/ 3972394 w 4661941"/>
                <a:gd name="connsiteY12" fmla="*/ 1079292 h 2353456"/>
                <a:gd name="connsiteX13" fmla="*/ 4092315 w 4661941"/>
                <a:gd name="connsiteY13" fmla="*/ 1289154 h 2353456"/>
                <a:gd name="connsiteX14" fmla="*/ 4362138 w 4661941"/>
                <a:gd name="connsiteY14" fmla="*/ 1588958 h 2353456"/>
                <a:gd name="connsiteX15" fmla="*/ 4631961 w 4661941"/>
                <a:gd name="connsiteY15" fmla="*/ 1843790 h 2353456"/>
                <a:gd name="connsiteX16" fmla="*/ 4661941 w 4661941"/>
                <a:gd name="connsiteY16" fmla="*/ 2143594 h 2353456"/>
                <a:gd name="connsiteX17" fmla="*/ 4272197 w 4661941"/>
                <a:gd name="connsiteY17" fmla="*/ 2008682 h 2353456"/>
                <a:gd name="connsiteX18" fmla="*/ 3717561 w 4661941"/>
                <a:gd name="connsiteY18" fmla="*/ 1903751 h 2353456"/>
                <a:gd name="connsiteX19" fmla="*/ 3417758 w 4661941"/>
                <a:gd name="connsiteY19" fmla="*/ 1813810 h 2353456"/>
                <a:gd name="connsiteX20" fmla="*/ 2983043 w 4661941"/>
                <a:gd name="connsiteY20" fmla="*/ 1768840 h 2353456"/>
                <a:gd name="connsiteX21" fmla="*/ 3192905 w 4661941"/>
                <a:gd name="connsiteY21" fmla="*/ 1933731 h 2353456"/>
                <a:gd name="connsiteX22" fmla="*/ 3028013 w 4661941"/>
                <a:gd name="connsiteY22" fmla="*/ 1993692 h 2353456"/>
                <a:gd name="connsiteX23" fmla="*/ 2773181 w 4661941"/>
                <a:gd name="connsiteY23" fmla="*/ 1888761 h 2353456"/>
                <a:gd name="connsiteX24" fmla="*/ 2248525 w 4661941"/>
                <a:gd name="connsiteY24" fmla="*/ 1768840 h 2353456"/>
                <a:gd name="connsiteX25" fmla="*/ 2128604 w 4661941"/>
                <a:gd name="connsiteY25" fmla="*/ 2173574 h 2353456"/>
                <a:gd name="connsiteX26" fmla="*/ 1828800 w 4661941"/>
                <a:gd name="connsiteY26" fmla="*/ 2353456 h 2353456"/>
                <a:gd name="connsiteX27" fmla="*/ 1349115 w 4661941"/>
                <a:gd name="connsiteY27" fmla="*/ 2128604 h 2353456"/>
                <a:gd name="connsiteX28" fmla="*/ 929391 w 4661941"/>
                <a:gd name="connsiteY28" fmla="*/ 1888761 h 2353456"/>
                <a:gd name="connsiteX29" fmla="*/ 899410 w 4661941"/>
                <a:gd name="connsiteY29" fmla="*/ 1499017 h 2353456"/>
                <a:gd name="connsiteX30" fmla="*/ 839450 w 4661941"/>
                <a:gd name="connsiteY30" fmla="*/ 1139253 h 2353456"/>
                <a:gd name="connsiteX31" fmla="*/ 644577 w 4661941"/>
                <a:gd name="connsiteY31" fmla="*/ 959371 h 2353456"/>
                <a:gd name="connsiteX32" fmla="*/ 170832 w 4661941"/>
                <a:gd name="connsiteY32" fmla="*/ 800701 h 2353456"/>
                <a:gd name="connsiteX33" fmla="*/ 6977 w 4661941"/>
                <a:gd name="connsiteY33" fmla="*/ 306685 h 2353456"/>
                <a:gd name="connsiteX0" fmla="*/ 9659 w 4671600"/>
                <a:gd name="connsiteY0" fmla="*/ 314794 h 2353456"/>
                <a:gd name="connsiteX1" fmla="*/ 654236 w 4671600"/>
                <a:gd name="connsiteY1" fmla="*/ 524656 h 2353456"/>
                <a:gd name="connsiteX2" fmla="*/ 969030 w 4671600"/>
                <a:gd name="connsiteY2" fmla="*/ 584617 h 2353456"/>
                <a:gd name="connsiteX3" fmla="*/ 1313804 w 4671600"/>
                <a:gd name="connsiteY3" fmla="*/ 449705 h 2353456"/>
                <a:gd name="connsiteX4" fmla="*/ 1613607 w 4671600"/>
                <a:gd name="connsiteY4" fmla="*/ 329784 h 2353456"/>
                <a:gd name="connsiteX5" fmla="*/ 1583627 w 4671600"/>
                <a:gd name="connsiteY5" fmla="*/ 164892 h 2353456"/>
                <a:gd name="connsiteX6" fmla="*/ 1913410 w 4671600"/>
                <a:gd name="connsiteY6" fmla="*/ 0 h 2353456"/>
                <a:gd name="connsiteX7" fmla="*/ 2123272 w 4671600"/>
                <a:gd name="connsiteY7" fmla="*/ 119922 h 2353456"/>
                <a:gd name="connsiteX8" fmla="*/ 2393095 w 4671600"/>
                <a:gd name="connsiteY8" fmla="*/ 434715 h 2353456"/>
                <a:gd name="connsiteX9" fmla="*/ 2887771 w 4671600"/>
                <a:gd name="connsiteY9" fmla="*/ 584617 h 2353456"/>
                <a:gd name="connsiteX10" fmla="*/ 3277515 w 4671600"/>
                <a:gd name="connsiteY10" fmla="*/ 629587 h 2353456"/>
                <a:gd name="connsiteX11" fmla="*/ 3727220 w 4671600"/>
                <a:gd name="connsiteY11" fmla="*/ 914400 h 2353456"/>
                <a:gd name="connsiteX12" fmla="*/ 3982053 w 4671600"/>
                <a:gd name="connsiteY12" fmla="*/ 1079292 h 2353456"/>
                <a:gd name="connsiteX13" fmla="*/ 4101974 w 4671600"/>
                <a:gd name="connsiteY13" fmla="*/ 1289154 h 2353456"/>
                <a:gd name="connsiteX14" fmla="*/ 4371797 w 4671600"/>
                <a:gd name="connsiteY14" fmla="*/ 1588958 h 2353456"/>
                <a:gd name="connsiteX15" fmla="*/ 4641620 w 4671600"/>
                <a:gd name="connsiteY15" fmla="*/ 1843790 h 2353456"/>
                <a:gd name="connsiteX16" fmla="*/ 4671600 w 4671600"/>
                <a:gd name="connsiteY16" fmla="*/ 2143594 h 2353456"/>
                <a:gd name="connsiteX17" fmla="*/ 4281856 w 4671600"/>
                <a:gd name="connsiteY17" fmla="*/ 2008682 h 2353456"/>
                <a:gd name="connsiteX18" fmla="*/ 3727220 w 4671600"/>
                <a:gd name="connsiteY18" fmla="*/ 1903751 h 2353456"/>
                <a:gd name="connsiteX19" fmla="*/ 3427417 w 4671600"/>
                <a:gd name="connsiteY19" fmla="*/ 1813810 h 2353456"/>
                <a:gd name="connsiteX20" fmla="*/ 2992702 w 4671600"/>
                <a:gd name="connsiteY20" fmla="*/ 1768840 h 2353456"/>
                <a:gd name="connsiteX21" fmla="*/ 3202564 w 4671600"/>
                <a:gd name="connsiteY21" fmla="*/ 1933731 h 2353456"/>
                <a:gd name="connsiteX22" fmla="*/ 3037672 w 4671600"/>
                <a:gd name="connsiteY22" fmla="*/ 1993692 h 2353456"/>
                <a:gd name="connsiteX23" fmla="*/ 2782840 w 4671600"/>
                <a:gd name="connsiteY23" fmla="*/ 1888761 h 2353456"/>
                <a:gd name="connsiteX24" fmla="*/ 2258184 w 4671600"/>
                <a:gd name="connsiteY24" fmla="*/ 1768840 h 2353456"/>
                <a:gd name="connsiteX25" fmla="*/ 2138263 w 4671600"/>
                <a:gd name="connsiteY25" fmla="*/ 2173574 h 2353456"/>
                <a:gd name="connsiteX26" fmla="*/ 1838459 w 4671600"/>
                <a:gd name="connsiteY26" fmla="*/ 2353456 h 2353456"/>
                <a:gd name="connsiteX27" fmla="*/ 1358774 w 4671600"/>
                <a:gd name="connsiteY27" fmla="*/ 2128604 h 2353456"/>
                <a:gd name="connsiteX28" fmla="*/ 939050 w 4671600"/>
                <a:gd name="connsiteY28" fmla="*/ 1888761 h 2353456"/>
                <a:gd name="connsiteX29" fmla="*/ 909069 w 4671600"/>
                <a:gd name="connsiteY29" fmla="*/ 1499017 h 2353456"/>
                <a:gd name="connsiteX30" fmla="*/ 849109 w 4671600"/>
                <a:gd name="connsiteY30" fmla="*/ 1139253 h 2353456"/>
                <a:gd name="connsiteX31" fmla="*/ 654236 w 4671600"/>
                <a:gd name="connsiteY31" fmla="*/ 959371 h 2353456"/>
                <a:gd name="connsiteX32" fmla="*/ 180491 w 4671600"/>
                <a:gd name="connsiteY32" fmla="*/ 800701 h 2353456"/>
                <a:gd name="connsiteX33" fmla="*/ 16636 w 4671600"/>
                <a:gd name="connsiteY33" fmla="*/ 306685 h 2353456"/>
                <a:gd name="connsiteX0" fmla="*/ 9659 w 4671600"/>
                <a:gd name="connsiteY0" fmla="*/ 314794 h 2353456"/>
                <a:gd name="connsiteX1" fmla="*/ 654236 w 4671600"/>
                <a:gd name="connsiteY1" fmla="*/ 524656 h 2353456"/>
                <a:gd name="connsiteX2" fmla="*/ 969030 w 4671600"/>
                <a:gd name="connsiteY2" fmla="*/ 584617 h 2353456"/>
                <a:gd name="connsiteX3" fmla="*/ 1313804 w 4671600"/>
                <a:gd name="connsiteY3" fmla="*/ 449705 h 2353456"/>
                <a:gd name="connsiteX4" fmla="*/ 1613607 w 4671600"/>
                <a:gd name="connsiteY4" fmla="*/ 329784 h 2353456"/>
                <a:gd name="connsiteX5" fmla="*/ 1583627 w 4671600"/>
                <a:gd name="connsiteY5" fmla="*/ 164892 h 2353456"/>
                <a:gd name="connsiteX6" fmla="*/ 1913410 w 4671600"/>
                <a:gd name="connsiteY6" fmla="*/ 0 h 2353456"/>
                <a:gd name="connsiteX7" fmla="*/ 2123272 w 4671600"/>
                <a:gd name="connsiteY7" fmla="*/ 119922 h 2353456"/>
                <a:gd name="connsiteX8" fmla="*/ 2393095 w 4671600"/>
                <a:gd name="connsiteY8" fmla="*/ 434715 h 2353456"/>
                <a:gd name="connsiteX9" fmla="*/ 2887771 w 4671600"/>
                <a:gd name="connsiteY9" fmla="*/ 584617 h 2353456"/>
                <a:gd name="connsiteX10" fmla="*/ 3277515 w 4671600"/>
                <a:gd name="connsiteY10" fmla="*/ 629587 h 2353456"/>
                <a:gd name="connsiteX11" fmla="*/ 3727220 w 4671600"/>
                <a:gd name="connsiteY11" fmla="*/ 914400 h 2353456"/>
                <a:gd name="connsiteX12" fmla="*/ 3982053 w 4671600"/>
                <a:gd name="connsiteY12" fmla="*/ 1079292 h 2353456"/>
                <a:gd name="connsiteX13" fmla="*/ 4101974 w 4671600"/>
                <a:gd name="connsiteY13" fmla="*/ 1289154 h 2353456"/>
                <a:gd name="connsiteX14" fmla="*/ 4371797 w 4671600"/>
                <a:gd name="connsiteY14" fmla="*/ 1588958 h 2353456"/>
                <a:gd name="connsiteX15" fmla="*/ 4641620 w 4671600"/>
                <a:gd name="connsiteY15" fmla="*/ 1843790 h 2353456"/>
                <a:gd name="connsiteX16" fmla="*/ 4671600 w 4671600"/>
                <a:gd name="connsiteY16" fmla="*/ 2143594 h 2353456"/>
                <a:gd name="connsiteX17" fmla="*/ 4281856 w 4671600"/>
                <a:gd name="connsiteY17" fmla="*/ 2008682 h 2353456"/>
                <a:gd name="connsiteX18" fmla="*/ 3727220 w 4671600"/>
                <a:gd name="connsiteY18" fmla="*/ 1903751 h 2353456"/>
                <a:gd name="connsiteX19" fmla="*/ 3427417 w 4671600"/>
                <a:gd name="connsiteY19" fmla="*/ 1813810 h 2353456"/>
                <a:gd name="connsiteX20" fmla="*/ 2992702 w 4671600"/>
                <a:gd name="connsiteY20" fmla="*/ 1768840 h 2353456"/>
                <a:gd name="connsiteX21" fmla="*/ 3202564 w 4671600"/>
                <a:gd name="connsiteY21" fmla="*/ 1933731 h 2353456"/>
                <a:gd name="connsiteX22" fmla="*/ 3037672 w 4671600"/>
                <a:gd name="connsiteY22" fmla="*/ 1993692 h 2353456"/>
                <a:gd name="connsiteX23" fmla="*/ 2782840 w 4671600"/>
                <a:gd name="connsiteY23" fmla="*/ 1888761 h 2353456"/>
                <a:gd name="connsiteX24" fmla="*/ 2258184 w 4671600"/>
                <a:gd name="connsiteY24" fmla="*/ 1768840 h 2353456"/>
                <a:gd name="connsiteX25" fmla="*/ 2138263 w 4671600"/>
                <a:gd name="connsiteY25" fmla="*/ 2173574 h 2353456"/>
                <a:gd name="connsiteX26" fmla="*/ 1838459 w 4671600"/>
                <a:gd name="connsiteY26" fmla="*/ 2353456 h 2353456"/>
                <a:gd name="connsiteX27" fmla="*/ 1358774 w 4671600"/>
                <a:gd name="connsiteY27" fmla="*/ 2128604 h 2353456"/>
                <a:gd name="connsiteX28" fmla="*/ 939050 w 4671600"/>
                <a:gd name="connsiteY28" fmla="*/ 1888761 h 2353456"/>
                <a:gd name="connsiteX29" fmla="*/ 909069 w 4671600"/>
                <a:gd name="connsiteY29" fmla="*/ 1499017 h 2353456"/>
                <a:gd name="connsiteX30" fmla="*/ 849109 w 4671600"/>
                <a:gd name="connsiteY30" fmla="*/ 1139253 h 2353456"/>
                <a:gd name="connsiteX31" fmla="*/ 654236 w 4671600"/>
                <a:gd name="connsiteY31" fmla="*/ 959371 h 2353456"/>
                <a:gd name="connsiteX32" fmla="*/ 180491 w 4671600"/>
                <a:gd name="connsiteY32" fmla="*/ 800701 h 2353456"/>
                <a:gd name="connsiteX33" fmla="*/ 16636 w 4671600"/>
                <a:gd name="connsiteY33" fmla="*/ 306685 h 2353456"/>
                <a:gd name="connsiteX0" fmla="*/ 9659 w 4671600"/>
                <a:gd name="connsiteY0" fmla="*/ 314794 h 2353456"/>
                <a:gd name="connsiteX1" fmla="*/ 654236 w 4671600"/>
                <a:gd name="connsiteY1" fmla="*/ 524656 h 2353456"/>
                <a:gd name="connsiteX2" fmla="*/ 969030 w 4671600"/>
                <a:gd name="connsiteY2" fmla="*/ 584617 h 2353456"/>
                <a:gd name="connsiteX3" fmla="*/ 1313804 w 4671600"/>
                <a:gd name="connsiteY3" fmla="*/ 449705 h 2353456"/>
                <a:gd name="connsiteX4" fmla="*/ 1613607 w 4671600"/>
                <a:gd name="connsiteY4" fmla="*/ 329784 h 2353456"/>
                <a:gd name="connsiteX5" fmla="*/ 1583627 w 4671600"/>
                <a:gd name="connsiteY5" fmla="*/ 164892 h 2353456"/>
                <a:gd name="connsiteX6" fmla="*/ 1913410 w 4671600"/>
                <a:gd name="connsiteY6" fmla="*/ 0 h 2353456"/>
                <a:gd name="connsiteX7" fmla="*/ 2123272 w 4671600"/>
                <a:gd name="connsiteY7" fmla="*/ 119922 h 2353456"/>
                <a:gd name="connsiteX8" fmla="*/ 2393095 w 4671600"/>
                <a:gd name="connsiteY8" fmla="*/ 434715 h 2353456"/>
                <a:gd name="connsiteX9" fmla="*/ 2887771 w 4671600"/>
                <a:gd name="connsiteY9" fmla="*/ 584617 h 2353456"/>
                <a:gd name="connsiteX10" fmla="*/ 3277515 w 4671600"/>
                <a:gd name="connsiteY10" fmla="*/ 629587 h 2353456"/>
                <a:gd name="connsiteX11" fmla="*/ 3727220 w 4671600"/>
                <a:gd name="connsiteY11" fmla="*/ 914400 h 2353456"/>
                <a:gd name="connsiteX12" fmla="*/ 3982053 w 4671600"/>
                <a:gd name="connsiteY12" fmla="*/ 1079292 h 2353456"/>
                <a:gd name="connsiteX13" fmla="*/ 4101974 w 4671600"/>
                <a:gd name="connsiteY13" fmla="*/ 1289154 h 2353456"/>
                <a:gd name="connsiteX14" fmla="*/ 4371797 w 4671600"/>
                <a:gd name="connsiteY14" fmla="*/ 1588958 h 2353456"/>
                <a:gd name="connsiteX15" fmla="*/ 4641620 w 4671600"/>
                <a:gd name="connsiteY15" fmla="*/ 1843790 h 2353456"/>
                <a:gd name="connsiteX16" fmla="*/ 4671600 w 4671600"/>
                <a:gd name="connsiteY16" fmla="*/ 2143594 h 2353456"/>
                <a:gd name="connsiteX17" fmla="*/ 4281856 w 4671600"/>
                <a:gd name="connsiteY17" fmla="*/ 2008682 h 2353456"/>
                <a:gd name="connsiteX18" fmla="*/ 3727220 w 4671600"/>
                <a:gd name="connsiteY18" fmla="*/ 1903751 h 2353456"/>
                <a:gd name="connsiteX19" fmla="*/ 3427417 w 4671600"/>
                <a:gd name="connsiteY19" fmla="*/ 1813810 h 2353456"/>
                <a:gd name="connsiteX20" fmla="*/ 2992702 w 4671600"/>
                <a:gd name="connsiteY20" fmla="*/ 1768840 h 2353456"/>
                <a:gd name="connsiteX21" fmla="*/ 3202564 w 4671600"/>
                <a:gd name="connsiteY21" fmla="*/ 1933731 h 2353456"/>
                <a:gd name="connsiteX22" fmla="*/ 3037672 w 4671600"/>
                <a:gd name="connsiteY22" fmla="*/ 1993692 h 2353456"/>
                <a:gd name="connsiteX23" fmla="*/ 2782840 w 4671600"/>
                <a:gd name="connsiteY23" fmla="*/ 1888761 h 2353456"/>
                <a:gd name="connsiteX24" fmla="*/ 2258184 w 4671600"/>
                <a:gd name="connsiteY24" fmla="*/ 1768840 h 2353456"/>
                <a:gd name="connsiteX25" fmla="*/ 2138263 w 4671600"/>
                <a:gd name="connsiteY25" fmla="*/ 2173574 h 2353456"/>
                <a:gd name="connsiteX26" fmla="*/ 1838459 w 4671600"/>
                <a:gd name="connsiteY26" fmla="*/ 2353456 h 2353456"/>
                <a:gd name="connsiteX27" fmla="*/ 1358774 w 4671600"/>
                <a:gd name="connsiteY27" fmla="*/ 2128604 h 2353456"/>
                <a:gd name="connsiteX28" fmla="*/ 939050 w 4671600"/>
                <a:gd name="connsiteY28" fmla="*/ 1888761 h 2353456"/>
                <a:gd name="connsiteX29" fmla="*/ 909069 w 4671600"/>
                <a:gd name="connsiteY29" fmla="*/ 1499017 h 2353456"/>
                <a:gd name="connsiteX30" fmla="*/ 849109 w 4671600"/>
                <a:gd name="connsiteY30" fmla="*/ 1139253 h 2353456"/>
                <a:gd name="connsiteX31" fmla="*/ 654236 w 4671600"/>
                <a:gd name="connsiteY31" fmla="*/ 959371 h 2353456"/>
                <a:gd name="connsiteX32" fmla="*/ 180491 w 4671600"/>
                <a:gd name="connsiteY32" fmla="*/ 800701 h 2353456"/>
                <a:gd name="connsiteX33" fmla="*/ 16636 w 4671600"/>
                <a:gd name="connsiteY33" fmla="*/ 306685 h 2353456"/>
                <a:gd name="connsiteX0" fmla="*/ 9659 w 4671600"/>
                <a:gd name="connsiteY0" fmla="*/ 314794 h 2353456"/>
                <a:gd name="connsiteX1" fmla="*/ 654236 w 4671600"/>
                <a:gd name="connsiteY1" fmla="*/ 524656 h 2353456"/>
                <a:gd name="connsiteX2" fmla="*/ 969030 w 4671600"/>
                <a:gd name="connsiteY2" fmla="*/ 584617 h 2353456"/>
                <a:gd name="connsiteX3" fmla="*/ 1313804 w 4671600"/>
                <a:gd name="connsiteY3" fmla="*/ 449705 h 2353456"/>
                <a:gd name="connsiteX4" fmla="*/ 1613607 w 4671600"/>
                <a:gd name="connsiteY4" fmla="*/ 329784 h 2353456"/>
                <a:gd name="connsiteX5" fmla="*/ 1583627 w 4671600"/>
                <a:gd name="connsiteY5" fmla="*/ 164892 h 2353456"/>
                <a:gd name="connsiteX6" fmla="*/ 1913410 w 4671600"/>
                <a:gd name="connsiteY6" fmla="*/ 0 h 2353456"/>
                <a:gd name="connsiteX7" fmla="*/ 2123272 w 4671600"/>
                <a:gd name="connsiteY7" fmla="*/ 119922 h 2353456"/>
                <a:gd name="connsiteX8" fmla="*/ 2393095 w 4671600"/>
                <a:gd name="connsiteY8" fmla="*/ 434715 h 2353456"/>
                <a:gd name="connsiteX9" fmla="*/ 2887771 w 4671600"/>
                <a:gd name="connsiteY9" fmla="*/ 584617 h 2353456"/>
                <a:gd name="connsiteX10" fmla="*/ 3277515 w 4671600"/>
                <a:gd name="connsiteY10" fmla="*/ 629587 h 2353456"/>
                <a:gd name="connsiteX11" fmla="*/ 3727220 w 4671600"/>
                <a:gd name="connsiteY11" fmla="*/ 914400 h 2353456"/>
                <a:gd name="connsiteX12" fmla="*/ 3982053 w 4671600"/>
                <a:gd name="connsiteY12" fmla="*/ 1079292 h 2353456"/>
                <a:gd name="connsiteX13" fmla="*/ 4101974 w 4671600"/>
                <a:gd name="connsiteY13" fmla="*/ 1289154 h 2353456"/>
                <a:gd name="connsiteX14" fmla="*/ 4371797 w 4671600"/>
                <a:gd name="connsiteY14" fmla="*/ 1588958 h 2353456"/>
                <a:gd name="connsiteX15" fmla="*/ 4641620 w 4671600"/>
                <a:gd name="connsiteY15" fmla="*/ 1843790 h 2353456"/>
                <a:gd name="connsiteX16" fmla="*/ 4671600 w 4671600"/>
                <a:gd name="connsiteY16" fmla="*/ 2143594 h 2353456"/>
                <a:gd name="connsiteX17" fmla="*/ 4281856 w 4671600"/>
                <a:gd name="connsiteY17" fmla="*/ 2008682 h 2353456"/>
                <a:gd name="connsiteX18" fmla="*/ 3727220 w 4671600"/>
                <a:gd name="connsiteY18" fmla="*/ 1903751 h 2353456"/>
                <a:gd name="connsiteX19" fmla="*/ 3427417 w 4671600"/>
                <a:gd name="connsiteY19" fmla="*/ 1813810 h 2353456"/>
                <a:gd name="connsiteX20" fmla="*/ 2992702 w 4671600"/>
                <a:gd name="connsiteY20" fmla="*/ 1768840 h 2353456"/>
                <a:gd name="connsiteX21" fmla="*/ 3202564 w 4671600"/>
                <a:gd name="connsiteY21" fmla="*/ 1933731 h 2353456"/>
                <a:gd name="connsiteX22" fmla="*/ 3037672 w 4671600"/>
                <a:gd name="connsiteY22" fmla="*/ 1993692 h 2353456"/>
                <a:gd name="connsiteX23" fmla="*/ 2782840 w 4671600"/>
                <a:gd name="connsiteY23" fmla="*/ 1888761 h 2353456"/>
                <a:gd name="connsiteX24" fmla="*/ 2258184 w 4671600"/>
                <a:gd name="connsiteY24" fmla="*/ 1768840 h 2353456"/>
                <a:gd name="connsiteX25" fmla="*/ 2138263 w 4671600"/>
                <a:gd name="connsiteY25" fmla="*/ 2173574 h 2353456"/>
                <a:gd name="connsiteX26" fmla="*/ 1838459 w 4671600"/>
                <a:gd name="connsiteY26" fmla="*/ 2353456 h 2353456"/>
                <a:gd name="connsiteX27" fmla="*/ 1358774 w 4671600"/>
                <a:gd name="connsiteY27" fmla="*/ 2128604 h 2353456"/>
                <a:gd name="connsiteX28" fmla="*/ 939050 w 4671600"/>
                <a:gd name="connsiteY28" fmla="*/ 1888761 h 2353456"/>
                <a:gd name="connsiteX29" fmla="*/ 909069 w 4671600"/>
                <a:gd name="connsiteY29" fmla="*/ 1499017 h 2353456"/>
                <a:gd name="connsiteX30" fmla="*/ 849109 w 4671600"/>
                <a:gd name="connsiteY30" fmla="*/ 1139253 h 2353456"/>
                <a:gd name="connsiteX31" fmla="*/ 654236 w 4671600"/>
                <a:gd name="connsiteY31" fmla="*/ 959371 h 2353456"/>
                <a:gd name="connsiteX32" fmla="*/ 180491 w 4671600"/>
                <a:gd name="connsiteY32" fmla="*/ 800701 h 2353456"/>
                <a:gd name="connsiteX33" fmla="*/ 16636 w 4671600"/>
                <a:gd name="connsiteY33" fmla="*/ 306685 h 2353456"/>
                <a:gd name="connsiteX0" fmla="*/ 9659 w 4671600"/>
                <a:gd name="connsiteY0" fmla="*/ 330385 h 2369047"/>
                <a:gd name="connsiteX1" fmla="*/ 654236 w 4671600"/>
                <a:gd name="connsiteY1" fmla="*/ 540247 h 2369047"/>
                <a:gd name="connsiteX2" fmla="*/ 969030 w 4671600"/>
                <a:gd name="connsiteY2" fmla="*/ 600208 h 2369047"/>
                <a:gd name="connsiteX3" fmla="*/ 1313804 w 4671600"/>
                <a:gd name="connsiteY3" fmla="*/ 465296 h 2369047"/>
                <a:gd name="connsiteX4" fmla="*/ 1613607 w 4671600"/>
                <a:gd name="connsiteY4" fmla="*/ 345375 h 2369047"/>
                <a:gd name="connsiteX5" fmla="*/ 1583627 w 4671600"/>
                <a:gd name="connsiteY5" fmla="*/ 180483 h 2369047"/>
                <a:gd name="connsiteX6" fmla="*/ 1913410 w 4671600"/>
                <a:gd name="connsiteY6" fmla="*/ 15591 h 2369047"/>
                <a:gd name="connsiteX7" fmla="*/ 2123272 w 4671600"/>
                <a:gd name="connsiteY7" fmla="*/ 135513 h 2369047"/>
                <a:gd name="connsiteX8" fmla="*/ 2393095 w 4671600"/>
                <a:gd name="connsiteY8" fmla="*/ 450306 h 2369047"/>
                <a:gd name="connsiteX9" fmla="*/ 2887771 w 4671600"/>
                <a:gd name="connsiteY9" fmla="*/ 600208 h 2369047"/>
                <a:gd name="connsiteX10" fmla="*/ 3277515 w 4671600"/>
                <a:gd name="connsiteY10" fmla="*/ 645178 h 2369047"/>
                <a:gd name="connsiteX11" fmla="*/ 3727220 w 4671600"/>
                <a:gd name="connsiteY11" fmla="*/ 929991 h 2369047"/>
                <a:gd name="connsiteX12" fmla="*/ 3982053 w 4671600"/>
                <a:gd name="connsiteY12" fmla="*/ 1094883 h 2369047"/>
                <a:gd name="connsiteX13" fmla="*/ 4101974 w 4671600"/>
                <a:gd name="connsiteY13" fmla="*/ 1304745 h 2369047"/>
                <a:gd name="connsiteX14" fmla="*/ 4371797 w 4671600"/>
                <a:gd name="connsiteY14" fmla="*/ 1604549 h 2369047"/>
                <a:gd name="connsiteX15" fmla="*/ 4641620 w 4671600"/>
                <a:gd name="connsiteY15" fmla="*/ 1859381 h 2369047"/>
                <a:gd name="connsiteX16" fmla="*/ 4671600 w 4671600"/>
                <a:gd name="connsiteY16" fmla="*/ 2159185 h 2369047"/>
                <a:gd name="connsiteX17" fmla="*/ 4281856 w 4671600"/>
                <a:gd name="connsiteY17" fmla="*/ 2024273 h 2369047"/>
                <a:gd name="connsiteX18" fmla="*/ 3727220 w 4671600"/>
                <a:gd name="connsiteY18" fmla="*/ 1919342 h 2369047"/>
                <a:gd name="connsiteX19" fmla="*/ 3427417 w 4671600"/>
                <a:gd name="connsiteY19" fmla="*/ 1829401 h 2369047"/>
                <a:gd name="connsiteX20" fmla="*/ 2992702 w 4671600"/>
                <a:gd name="connsiteY20" fmla="*/ 1784431 h 2369047"/>
                <a:gd name="connsiteX21" fmla="*/ 3202564 w 4671600"/>
                <a:gd name="connsiteY21" fmla="*/ 1949322 h 2369047"/>
                <a:gd name="connsiteX22" fmla="*/ 3037672 w 4671600"/>
                <a:gd name="connsiteY22" fmla="*/ 2009283 h 2369047"/>
                <a:gd name="connsiteX23" fmla="*/ 2782840 w 4671600"/>
                <a:gd name="connsiteY23" fmla="*/ 1904352 h 2369047"/>
                <a:gd name="connsiteX24" fmla="*/ 2258184 w 4671600"/>
                <a:gd name="connsiteY24" fmla="*/ 1784431 h 2369047"/>
                <a:gd name="connsiteX25" fmla="*/ 2138263 w 4671600"/>
                <a:gd name="connsiteY25" fmla="*/ 2189165 h 2369047"/>
                <a:gd name="connsiteX26" fmla="*/ 1838459 w 4671600"/>
                <a:gd name="connsiteY26" fmla="*/ 2369047 h 2369047"/>
                <a:gd name="connsiteX27" fmla="*/ 1358774 w 4671600"/>
                <a:gd name="connsiteY27" fmla="*/ 2144195 h 2369047"/>
                <a:gd name="connsiteX28" fmla="*/ 939050 w 4671600"/>
                <a:gd name="connsiteY28" fmla="*/ 1904352 h 2369047"/>
                <a:gd name="connsiteX29" fmla="*/ 909069 w 4671600"/>
                <a:gd name="connsiteY29" fmla="*/ 1514608 h 2369047"/>
                <a:gd name="connsiteX30" fmla="*/ 849109 w 4671600"/>
                <a:gd name="connsiteY30" fmla="*/ 1154844 h 2369047"/>
                <a:gd name="connsiteX31" fmla="*/ 654236 w 4671600"/>
                <a:gd name="connsiteY31" fmla="*/ 974962 h 2369047"/>
                <a:gd name="connsiteX32" fmla="*/ 180491 w 4671600"/>
                <a:gd name="connsiteY32" fmla="*/ 816292 h 2369047"/>
                <a:gd name="connsiteX33" fmla="*/ 16636 w 4671600"/>
                <a:gd name="connsiteY33" fmla="*/ 322276 h 2369047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65504"/>
                <a:gd name="connsiteX1" fmla="*/ 654236 w 4671600"/>
                <a:gd name="connsiteY1" fmla="*/ 525973 h 2365504"/>
                <a:gd name="connsiteX2" fmla="*/ 969030 w 4671600"/>
                <a:gd name="connsiteY2" fmla="*/ 585934 h 2365504"/>
                <a:gd name="connsiteX3" fmla="*/ 1313804 w 4671600"/>
                <a:gd name="connsiteY3" fmla="*/ 451022 h 2365504"/>
                <a:gd name="connsiteX4" fmla="*/ 1613607 w 4671600"/>
                <a:gd name="connsiteY4" fmla="*/ 331101 h 2365504"/>
                <a:gd name="connsiteX5" fmla="*/ 1583627 w 4671600"/>
                <a:gd name="connsiteY5" fmla="*/ 166209 h 2365504"/>
                <a:gd name="connsiteX6" fmla="*/ 1913410 w 4671600"/>
                <a:gd name="connsiteY6" fmla="*/ 1317 h 2365504"/>
                <a:gd name="connsiteX7" fmla="*/ 2123272 w 4671600"/>
                <a:gd name="connsiteY7" fmla="*/ 121239 h 2365504"/>
                <a:gd name="connsiteX8" fmla="*/ 2393095 w 4671600"/>
                <a:gd name="connsiteY8" fmla="*/ 436032 h 2365504"/>
                <a:gd name="connsiteX9" fmla="*/ 2887771 w 4671600"/>
                <a:gd name="connsiteY9" fmla="*/ 585934 h 2365504"/>
                <a:gd name="connsiteX10" fmla="*/ 3277515 w 4671600"/>
                <a:gd name="connsiteY10" fmla="*/ 630904 h 2365504"/>
                <a:gd name="connsiteX11" fmla="*/ 3727220 w 4671600"/>
                <a:gd name="connsiteY11" fmla="*/ 915717 h 2365504"/>
                <a:gd name="connsiteX12" fmla="*/ 3982053 w 4671600"/>
                <a:gd name="connsiteY12" fmla="*/ 1080609 h 2365504"/>
                <a:gd name="connsiteX13" fmla="*/ 4101974 w 4671600"/>
                <a:gd name="connsiteY13" fmla="*/ 1290471 h 2365504"/>
                <a:gd name="connsiteX14" fmla="*/ 4371797 w 4671600"/>
                <a:gd name="connsiteY14" fmla="*/ 1590275 h 2365504"/>
                <a:gd name="connsiteX15" fmla="*/ 4641620 w 4671600"/>
                <a:gd name="connsiteY15" fmla="*/ 1845107 h 2365504"/>
                <a:gd name="connsiteX16" fmla="*/ 4671600 w 4671600"/>
                <a:gd name="connsiteY16" fmla="*/ 2144911 h 2365504"/>
                <a:gd name="connsiteX17" fmla="*/ 4281856 w 4671600"/>
                <a:gd name="connsiteY17" fmla="*/ 2009999 h 2365504"/>
                <a:gd name="connsiteX18" fmla="*/ 3727220 w 4671600"/>
                <a:gd name="connsiteY18" fmla="*/ 1905068 h 2365504"/>
                <a:gd name="connsiteX19" fmla="*/ 3427417 w 4671600"/>
                <a:gd name="connsiteY19" fmla="*/ 1815127 h 2365504"/>
                <a:gd name="connsiteX20" fmla="*/ 2992702 w 4671600"/>
                <a:gd name="connsiteY20" fmla="*/ 1770157 h 2365504"/>
                <a:gd name="connsiteX21" fmla="*/ 3202564 w 4671600"/>
                <a:gd name="connsiteY21" fmla="*/ 1935048 h 2365504"/>
                <a:gd name="connsiteX22" fmla="*/ 3037672 w 4671600"/>
                <a:gd name="connsiteY22" fmla="*/ 1995009 h 2365504"/>
                <a:gd name="connsiteX23" fmla="*/ 2782840 w 4671600"/>
                <a:gd name="connsiteY23" fmla="*/ 1890078 h 2365504"/>
                <a:gd name="connsiteX24" fmla="*/ 2258184 w 4671600"/>
                <a:gd name="connsiteY24" fmla="*/ 1770157 h 2365504"/>
                <a:gd name="connsiteX25" fmla="*/ 2138263 w 4671600"/>
                <a:gd name="connsiteY25" fmla="*/ 2174891 h 2365504"/>
                <a:gd name="connsiteX26" fmla="*/ 1838459 w 4671600"/>
                <a:gd name="connsiteY26" fmla="*/ 2354773 h 2365504"/>
                <a:gd name="connsiteX27" fmla="*/ 1358774 w 4671600"/>
                <a:gd name="connsiteY27" fmla="*/ 2129921 h 2365504"/>
                <a:gd name="connsiteX28" fmla="*/ 939050 w 4671600"/>
                <a:gd name="connsiteY28" fmla="*/ 1890078 h 2365504"/>
                <a:gd name="connsiteX29" fmla="*/ 909069 w 4671600"/>
                <a:gd name="connsiteY29" fmla="*/ 1500334 h 2365504"/>
                <a:gd name="connsiteX30" fmla="*/ 849109 w 4671600"/>
                <a:gd name="connsiteY30" fmla="*/ 1140570 h 2365504"/>
                <a:gd name="connsiteX31" fmla="*/ 654236 w 4671600"/>
                <a:gd name="connsiteY31" fmla="*/ 960688 h 2365504"/>
                <a:gd name="connsiteX32" fmla="*/ 180491 w 4671600"/>
                <a:gd name="connsiteY32" fmla="*/ 802018 h 2365504"/>
                <a:gd name="connsiteX33" fmla="*/ 16636 w 4671600"/>
                <a:gd name="connsiteY33" fmla="*/ 308002 h 2365504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19972 w 4681913"/>
                <a:gd name="connsiteY0" fmla="*/ 316111 h 2354773"/>
                <a:gd name="connsiteX1" fmla="*/ 664549 w 4681913"/>
                <a:gd name="connsiteY1" fmla="*/ 525973 h 2354773"/>
                <a:gd name="connsiteX2" fmla="*/ 979343 w 4681913"/>
                <a:gd name="connsiteY2" fmla="*/ 585934 h 2354773"/>
                <a:gd name="connsiteX3" fmla="*/ 1324117 w 4681913"/>
                <a:gd name="connsiteY3" fmla="*/ 451022 h 2354773"/>
                <a:gd name="connsiteX4" fmla="*/ 1623920 w 4681913"/>
                <a:gd name="connsiteY4" fmla="*/ 331101 h 2354773"/>
                <a:gd name="connsiteX5" fmla="*/ 1593940 w 4681913"/>
                <a:gd name="connsiteY5" fmla="*/ 166209 h 2354773"/>
                <a:gd name="connsiteX6" fmla="*/ 1923723 w 4681913"/>
                <a:gd name="connsiteY6" fmla="*/ 1317 h 2354773"/>
                <a:gd name="connsiteX7" fmla="*/ 2133585 w 4681913"/>
                <a:gd name="connsiteY7" fmla="*/ 121239 h 2354773"/>
                <a:gd name="connsiteX8" fmla="*/ 2403408 w 4681913"/>
                <a:gd name="connsiteY8" fmla="*/ 436032 h 2354773"/>
                <a:gd name="connsiteX9" fmla="*/ 2898084 w 4681913"/>
                <a:gd name="connsiteY9" fmla="*/ 585934 h 2354773"/>
                <a:gd name="connsiteX10" fmla="*/ 3287828 w 4681913"/>
                <a:gd name="connsiteY10" fmla="*/ 630904 h 2354773"/>
                <a:gd name="connsiteX11" fmla="*/ 3737533 w 4681913"/>
                <a:gd name="connsiteY11" fmla="*/ 915717 h 2354773"/>
                <a:gd name="connsiteX12" fmla="*/ 3992366 w 4681913"/>
                <a:gd name="connsiteY12" fmla="*/ 1080609 h 2354773"/>
                <a:gd name="connsiteX13" fmla="*/ 4112287 w 4681913"/>
                <a:gd name="connsiteY13" fmla="*/ 1290471 h 2354773"/>
                <a:gd name="connsiteX14" fmla="*/ 4382110 w 4681913"/>
                <a:gd name="connsiteY14" fmla="*/ 1590275 h 2354773"/>
                <a:gd name="connsiteX15" fmla="*/ 4651933 w 4681913"/>
                <a:gd name="connsiteY15" fmla="*/ 1845107 h 2354773"/>
                <a:gd name="connsiteX16" fmla="*/ 4681913 w 4681913"/>
                <a:gd name="connsiteY16" fmla="*/ 2144911 h 2354773"/>
                <a:gd name="connsiteX17" fmla="*/ 4292169 w 4681913"/>
                <a:gd name="connsiteY17" fmla="*/ 2009999 h 2354773"/>
                <a:gd name="connsiteX18" fmla="*/ 3737533 w 4681913"/>
                <a:gd name="connsiteY18" fmla="*/ 1905068 h 2354773"/>
                <a:gd name="connsiteX19" fmla="*/ 3437730 w 4681913"/>
                <a:gd name="connsiteY19" fmla="*/ 1815127 h 2354773"/>
                <a:gd name="connsiteX20" fmla="*/ 3003015 w 4681913"/>
                <a:gd name="connsiteY20" fmla="*/ 1770157 h 2354773"/>
                <a:gd name="connsiteX21" fmla="*/ 3212877 w 4681913"/>
                <a:gd name="connsiteY21" fmla="*/ 1935048 h 2354773"/>
                <a:gd name="connsiteX22" fmla="*/ 3047985 w 4681913"/>
                <a:gd name="connsiteY22" fmla="*/ 1995009 h 2354773"/>
                <a:gd name="connsiteX23" fmla="*/ 2793153 w 4681913"/>
                <a:gd name="connsiteY23" fmla="*/ 1890078 h 2354773"/>
                <a:gd name="connsiteX24" fmla="*/ 2268497 w 4681913"/>
                <a:gd name="connsiteY24" fmla="*/ 1770157 h 2354773"/>
                <a:gd name="connsiteX25" fmla="*/ 2148576 w 4681913"/>
                <a:gd name="connsiteY25" fmla="*/ 2174891 h 2354773"/>
                <a:gd name="connsiteX26" fmla="*/ 1848772 w 4681913"/>
                <a:gd name="connsiteY26" fmla="*/ 2354773 h 2354773"/>
                <a:gd name="connsiteX27" fmla="*/ 1369087 w 4681913"/>
                <a:gd name="connsiteY27" fmla="*/ 2129921 h 2354773"/>
                <a:gd name="connsiteX28" fmla="*/ 949363 w 4681913"/>
                <a:gd name="connsiteY28" fmla="*/ 1890078 h 2354773"/>
                <a:gd name="connsiteX29" fmla="*/ 919382 w 4681913"/>
                <a:gd name="connsiteY29" fmla="*/ 1500334 h 2354773"/>
                <a:gd name="connsiteX30" fmla="*/ 859422 w 4681913"/>
                <a:gd name="connsiteY30" fmla="*/ 1140570 h 2354773"/>
                <a:gd name="connsiteX31" fmla="*/ 664549 w 4681913"/>
                <a:gd name="connsiteY31" fmla="*/ 960688 h 2354773"/>
                <a:gd name="connsiteX32" fmla="*/ 190804 w 4681913"/>
                <a:gd name="connsiteY32" fmla="*/ 802018 h 2354773"/>
                <a:gd name="connsiteX33" fmla="*/ 26949 w 4681913"/>
                <a:gd name="connsiteY33" fmla="*/ 308002 h 235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681913" h="2354773">
                  <a:moveTo>
                    <a:pt x="19972" y="316111"/>
                  </a:moveTo>
                  <a:lnTo>
                    <a:pt x="664549" y="525973"/>
                  </a:lnTo>
                  <a:cubicBezTo>
                    <a:pt x="824444" y="570944"/>
                    <a:pt x="869415" y="598426"/>
                    <a:pt x="979343" y="585934"/>
                  </a:cubicBezTo>
                  <a:cubicBezTo>
                    <a:pt x="1089271" y="573442"/>
                    <a:pt x="1224183" y="490996"/>
                    <a:pt x="1324117" y="451022"/>
                  </a:cubicBezTo>
                  <a:lnTo>
                    <a:pt x="1623920" y="331101"/>
                  </a:lnTo>
                  <a:cubicBezTo>
                    <a:pt x="1723854" y="291127"/>
                    <a:pt x="1543973" y="221173"/>
                    <a:pt x="1593940" y="166209"/>
                  </a:cubicBezTo>
                  <a:lnTo>
                    <a:pt x="1923723" y="1317"/>
                  </a:lnTo>
                  <a:cubicBezTo>
                    <a:pt x="2013664" y="-6178"/>
                    <a:pt x="2043644" y="16308"/>
                    <a:pt x="2133585" y="121239"/>
                  </a:cubicBezTo>
                  <a:lnTo>
                    <a:pt x="2403408" y="436032"/>
                  </a:lnTo>
                  <a:cubicBezTo>
                    <a:pt x="2493349" y="540963"/>
                    <a:pt x="2750681" y="553455"/>
                    <a:pt x="2898084" y="585934"/>
                  </a:cubicBezTo>
                  <a:lnTo>
                    <a:pt x="3287828" y="630904"/>
                  </a:lnTo>
                  <a:cubicBezTo>
                    <a:pt x="3417743" y="645894"/>
                    <a:pt x="3620110" y="840766"/>
                    <a:pt x="3737533" y="915717"/>
                  </a:cubicBezTo>
                  <a:lnTo>
                    <a:pt x="3992366" y="1080609"/>
                  </a:lnTo>
                  <a:lnTo>
                    <a:pt x="4112287" y="1290471"/>
                  </a:lnTo>
                  <a:lnTo>
                    <a:pt x="4382110" y="1590275"/>
                  </a:lnTo>
                  <a:lnTo>
                    <a:pt x="4651933" y="1845107"/>
                  </a:lnTo>
                  <a:lnTo>
                    <a:pt x="4681913" y="2144911"/>
                  </a:lnTo>
                  <a:lnTo>
                    <a:pt x="4292169" y="2009999"/>
                  </a:lnTo>
                  <a:lnTo>
                    <a:pt x="3737533" y="1905068"/>
                  </a:lnTo>
                  <a:lnTo>
                    <a:pt x="3437730" y="1815127"/>
                  </a:lnTo>
                  <a:lnTo>
                    <a:pt x="3003015" y="1770157"/>
                  </a:lnTo>
                  <a:lnTo>
                    <a:pt x="3212877" y="1935048"/>
                  </a:lnTo>
                  <a:lnTo>
                    <a:pt x="3047985" y="1995009"/>
                  </a:lnTo>
                  <a:lnTo>
                    <a:pt x="2793153" y="1890078"/>
                  </a:lnTo>
                  <a:cubicBezTo>
                    <a:pt x="2663238" y="1852603"/>
                    <a:pt x="2375926" y="1722688"/>
                    <a:pt x="2268497" y="1770157"/>
                  </a:cubicBezTo>
                  <a:cubicBezTo>
                    <a:pt x="2161068" y="1817626"/>
                    <a:pt x="2248511" y="2114930"/>
                    <a:pt x="2148576" y="2174891"/>
                  </a:cubicBezTo>
                  <a:lnTo>
                    <a:pt x="1848772" y="2354773"/>
                  </a:lnTo>
                  <a:cubicBezTo>
                    <a:pt x="1718857" y="2347278"/>
                    <a:pt x="1508995" y="2209869"/>
                    <a:pt x="1369087" y="2129921"/>
                  </a:cubicBezTo>
                  <a:lnTo>
                    <a:pt x="949363" y="1890078"/>
                  </a:lnTo>
                  <a:cubicBezTo>
                    <a:pt x="809455" y="1810130"/>
                    <a:pt x="934372" y="1625252"/>
                    <a:pt x="919382" y="1500334"/>
                  </a:cubicBezTo>
                  <a:lnTo>
                    <a:pt x="859422" y="1140570"/>
                  </a:lnTo>
                  <a:cubicBezTo>
                    <a:pt x="839435" y="1020649"/>
                    <a:pt x="775985" y="1017113"/>
                    <a:pt x="664549" y="960688"/>
                  </a:cubicBezTo>
                  <a:lnTo>
                    <a:pt x="190804" y="802018"/>
                  </a:lnTo>
                  <a:cubicBezTo>
                    <a:pt x="32889" y="749128"/>
                    <a:pt x="-44954" y="507180"/>
                    <a:pt x="26949" y="308002"/>
                  </a:cubicBezTo>
                </a:path>
              </a:pathLst>
            </a:custGeom>
            <a:solidFill>
              <a:schemeClr val="accent6">
                <a:lumMod val="5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6" name="Forma libre 5">
            <a:extLst>
              <a:ext uri="{FF2B5EF4-FFF2-40B4-BE49-F238E27FC236}">
                <a16:creationId xmlns:a16="http://schemas.microsoft.com/office/drawing/2014/main" id="{C9556F84-AB42-E528-297D-640DF7E229C5}"/>
              </a:ext>
            </a:extLst>
          </p:cNvPr>
          <p:cNvSpPr/>
          <p:nvPr/>
        </p:nvSpPr>
        <p:spPr>
          <a:xfrm>
            <a:off x="198120" y="2888792"/>
            <a:ext cx="5036820" cy="1965960"/>
          </a:xfrm>
          <a:custGeom>
            <a:avLst/>
            <a:gdLst>
              <a:gd name="connsiteX0" fmla="*/ 294640 w 6715760"/>
              <a:gd name="connsiteY0" fmla="*/ 304800 h 2926080"/>
              <a:gd name="connsiteX1" fmla="*/ 294640 w 6715760"/>
              <a:gd name="connsiteY1" fmla="*/ 0 h 2926080"/>
              <a:gd name="connsiteX2" fmla="*/ 1016000 w 6715760"/>
              <a:gd name="connsiteY2" fmla="*/ 345440 h 2926080"/>
              <a:gd name="connsiteX3" fmla="*/ 1645920 w 6715760"/>
              <a:gd name="connsiteY3" fmla="*/ 436880 h 2926080"/>
              <a:gd name="connsiteX4" fmla="*/ 2062480 w 6715760"/>
              <a:gd name="connsiteY4" fmla="*/ 497840 h 2926080"/>
              <a:gd name="connsiteX5" fmla="*/ 2580640 w 6715760"/>
              <a:gd name="connsiteY5" fmla="*/ 833120 h 2926080"/>
              <a:gd name="connsiteX6" fmla="*/ 2763520 w 6715760"/>
              <a:gd name="connsiteY6" fmla="*/ 1005840 h 2926080"/>
              <a:gd name="connsiteX7" fmla="*/ 3261360 w 6715760"/>
              <a:gd name="connsiteY7" fmla="*/ 1066800 h 2926080"/>
              <a:gd name="connsiteX8" fmla="*/ 3606800 w 6715760"/>
              <a:gd name="connsiteY8" fmla="*/ 1016000 h 2926080"/>
              <a:gd name="connsiteX9" fmla="*/ 3992880 w 6715760"/>
              <a:gd name="connsiteY9" fmla="*/ 1066800 h 2926080"/>
              <a:gd name="connsiteX10" fmla="*/ 4500880 w 6715760"/>
              <a:gd name="connsiteY10" fmla="*/ 1127760 h 2926080"/>
              <a:gd name="connsiteX11" fmla="*/ 4683760 w 6715760"/>
              <a:gd name="connsiteY11" fmla="*/ 1239520 h 2926080"/>
              <a:gd name="connsiteX12" fmla="*/ 4318000 w 6715760"/>
              <a:gd name="connsiteY12" fmla="*/ 1361440 h 2926080"/>
              <a:gd name="connsiteX13" fmla="*/ 4358640 w 6715760"/>
              <a:gd name="connsiteY13" fmla="*/ 1625600 h 2926080"/>
              <a:gd name="connsiteX14" fmla="*/ 4632960 w 6715760"/>
              <a:gd name="connsiteY14" fmla="*/ 1656080 h 2926080"/>
              <a:gd name="connsiteX15" fmla="*/ 5019040 w 6715760"/>
              <a:gd name="connsiteY15" fmla="*/ 1666240 h 2926080"/>
              <a:gd name="connsiteX16" fmla="*/ 5588000 w 6715760"/>
              <a:gd name="connsiteY16" fmla="*/ 1645920 h 2926080"/>
              <a:gd name="connsiteX17" fmla="*/ 6187440 w 6715760"/>
              <a:gd name="connsiteY17" fmla="*/ 1625600 h 2926080"/>
              <a:gd name="connsiteX18" fmla="*/ 6543040 w 6715760"/>
              <a:gd name="connsiteY18" fmla="*/ 1564640 h 2926080"/>
              <a:gd name="connsiteX19" fmla="*/ 6715760 w 6715760"/>
              <a:gd name="connsiteY19" fmla="*/ 1656080 h 2926080"/>
              <a:gd name="connsiteX20" fmla="*/ 6522720 w 6715760"/>
              <a:gd name="connsiteY20" fmla="*/ 1778000 h 2926080"/>
              <a:gd name="connsiteX21" fmla="*/ 5760720 w 6715760"/>
              <a:gd name="connsiteY21" fmla="*/ 1838960 h 2926080"/>
              <a:gd name="connsiteX22" fmla="*/ 5080000 w 6715760"/>
              <a:gd name="connsiteY22" fmla="*/ 1960880 h 2926080"/>
              <a:gd name="connsiteX23" fmla="*/ 4582160 w 6715760"/>
              <a:gd name="connsiteY23" fmla="*/ 2092960 h 2926080"/>
              <a:gd name="connsiteX24" fmla="*/ 4196080 w 6715760"/>
              <a:gd name="connsiteY24" fmla="*/ 2194560 h 2926080"/>
              <a:gd name="connsiteX25" fmla="*/ 4084320 w 6715760"/>
              <a:gd name="connsiteY25" fmla="*/ 2479040 h 2926080"/>
              <a:gd name="connsiteX26" fmla="*/ 4165600 w 6715760"/>
              <a:gd name="connsiteY26" fmla="*/ 2600960 h 2926080"/>
              <a:gd name="connsiteX27" fmla="*/ 3962400 w 6715760"/>
              <a:gd name="connsiteY27" fmla="*/ 2783840 h 2926080"/>
              <a:gd name="connsiteX28" fmla="*/ 3586480 w 6715760"/>
              <a:gd name="connsiteY28" fmla="*/ 2915920 h 2926080"/>
              <a:gd name="connsiteX29" fmla="*/ 3322320 w 6715760"/>
              <a:gd name="connsiteY29" fmla="*/ 2926080 h 2926080"/>
              <a:gd name="connsiteX30" fmla="*/ 2834640 w 6715760"/>
              <a:gd name="connsiteY30" fmla="*/ 2804160 h 2926080"/>
              <a:gd name="connsiteX31" fmla="*/ 2458720 w 6715760"/>
              <a:gd name="connsiteY31" fmla="*/ 2377440 h 2926080"/>
              <a:gd name="connsiteX32" fmla="*/ 2631440 w 6715760"/>
              <a:gd name="connsiteY32" fmla="*/ 2001520 h 2926080"/>
              <a:gd name="connsiteX33" fmla="*/ 2854960 w 6715760"/>
              <a:gd name="connsiteY33" fmla="*/ 1879600 h 2926080"/>
              <a:gd name="connsiteX34" fmla="*/ 2773680 w 6715760"/>
              <a:gd name="connsiteY34" fmla="*/ 1757680 h 2926080"/>
              <a:gd name="connsiteX35" fmla="*/ 2529840 w 6715760"/>
              <a:gd name="connsiteY35" fmla="*/ 1686560 h 2926080"/>
              <a:gd name="connsiteX36" fmla="*/ 2235200 w 6715760"/>
              <a:gd name="connsiteY36" fmla="*/ 1534160 h 2926080"/>
              <a:gd name="connsiteX37" fmla="*/ 1971040 w 6715760"/>
              <a:gd name="connsiteY37" fmla="*/ 1300480 h 2926080"/>
              <a:gd name="connsiteX38" fmla="*/ 1717040 w 6715760"/>
              <a:gd name="connsiteY38" fmla="*/ 1198880 h 2926080"/>
              <a:gd name="connsiteX39" fmla="*/ 1351280 w 6715760"/>
              <a:gd name="connsiteY39" fmla="*/ 1229360 h 2926080"/>
              <a:gd name="connsiteX40" fmla="*/ 944880 w 6715760"/>
              <a:gd name="connsiteY40" fmla="*/ 1036320 h 2926080"/>
              <a:gd name="connsiteX41" fmla="*/ 426720 w 6715760"/>
              <a:gd name="connsiteY41" fmla="*/ 883920 h 2926080"/>
              <a:gd name="connsiteX42" fmla="*/ 111760 w 6715760"/>
              <a:gd name="connsiteY42" fmla="*/ 690880 h 2926080"/>
              <a:gd name="connsiteX43" fmla="*/ 0 w 6715760"/>
              <a:gd name="connsiteY43" fmla="*/ 538480 h 2926080"/>
              <a:gd name="connsiteX44" fmla="*/ 71120 w 6715760"/>
              <a:gd name="connsiteY44" fmla="*/ 396240 h 2926080"/>
              <a:gd name="connsiteX45" fmla="*/ 182880 w 6715760"/>
              <a:gd name="connsiteY45" fmla="*/ 345440 h 2926080"/>
              <a:gd name="connsiteX46" fmla="*/ 294640 w 6715760"/>
              <a:gd name="connsiteY46" fmla="*/ 304800 h 2926080"/>
              <a:gd name="connsiteX0" fmla="*/ 294640 w 6715760"/>
              <a:gd name="connsiteY0" fmla="*/ 0 h 2621280"/>
              <a:gd name="connsiteX1" fmla="*/ 1016000 w 6715760"/>
              <a:gd name="connsiteY1" fmla="*/ 40640 h 2621280"/>
              <a:gd name="connsiteX2" fmla="*/ 1645920 w 6715760"/>
              <a:gd name="connsiteY2" fmla="*/ 132080 h 2621280"/>
              <a:gd name="connsiteX3" fmla="*/ 2062480 w 6715760"/>
              <a:gd name="connsiteY3" fmla="*/ 193040 h 2621280"/>
              <a:gd name="connsiteX4" fmla="*/ 2580640 w 6715760"/>
              <a:gd name="connsiteY4" fmla="*/ 528320 h 2621280"/>
              <a:gd name="connsiteX5" fmla="*/ 2763520 w 6715760"/>
              <a:gd name="connsiteY5" fmla="*/ 701040 h 2621280"/>
              <a:gd name="connsiteX6" fmla="*/ 3261360 w 6715760"/>
              <a:gd name="connsiteY6" fmla="*/ 762000 h 2621280"/>
              <a:gd name="connsiteX7" fmla="*/ 3606800 w 6715760"/>
              <a:gd name="connsiteY7" fmla="*/ 711200 h 2621280"/>
              <a:gd name="connsiteX8" fmla="*/ 3992880 w 6715760"/>
              <a:gd name="connsiteY8" fmla="*/ 762000 h 2621280"/>
              <a:gd name="connsiteX9" fmla="*/ 4500880 w 6715760"/>
              <a:gd name="connsiteY9" fmla="*/ 822960 h 2621280"/>
              <a:gd name="connsiteX10" fmla="*/ 4683760 w 6715760"/>
              <a:gd name="connsiteY10" fmla="*/ 934720 h 2621280"/>
              <a:gd name="connsiteX11" fmla="*/ 4318000 w 6715760"/>
              <a:gd name="connsiteY11" fmla="*/ 1056640 h 2621280"/>
              <a:gd name="connsiteX12" fmla="*/ 4358640 w 6715760"/>
              <a:gd name="connsiteY12" fmla="*/ 1320800 h 2621280"/>
              <a:gd name="connsiteX13" fmla="*/ 4632960 w 6715760"/>
              <a:gd name="connsiteY13" fmla="*/ 1351280 h 2621280"/>
              <a:gd name="connsiteX14" fmla="*/ 5019040 w 6715760"/>
              <a:gd name="connsiteY14" fmla="*/ 1361440 h 2621280"/>
              <a:gd name="connsiteX15" fmla="*/ 5588000 w 6715760"/>
              <a:gd name="connsiteY15" fmla="*/ 1341120 h 2621280"/>
              <a:gd name="connsiteX16" fmla="*/ 6187440 w 6715760"/>
              <a:gd name="connsiteY16" fmla="*/ 1320800 h 2621280"/>
              <a:gd name="connsiteX17" fmla="*/ 6543040 w 6715760"/>
              <a:gd name="connsiteY17" fmla="*/ 1259840 h 2621280"/>
              <a:gd name="connsiteX18" fmla="*/ 6715760 w 6715760"/>
              <a:gd name="connsiteY18" fmla="*/ 1351280 h 2621280"/>
              <a:gd name="connsiteX19" fmla="*/ 6522720 w 6715760"/>
              <a:gd name="connsiteY19" fmla="*/ 1473200 h 2621280"/>
              <a:gd name="connsiteX20" fmla="*/ 5760720 w 6715760"/>
              <a:gd name="connsiteY20" fmla="*/ 1534160 h 2621280"/>
              <a:gd name="connsiteX21" fmla="*/ 5080000 w 6715760"/>
              <a:gd name="connsiteY21" fmla="*/ 1656080 h 2621280"/>
              <a:gd name="connsiteX22" fmla="*/ 4582160 w 6715760"/>
              <a:gd name="connsiteY22" fmla="*/ 1788160 h 2621280"/>
              <a:gd name="connsiteX23" fmla="*/ 4196080 w 6715760"/>
              <a:gd name="connsiteY23" fmla="*/ 1889760 h 2621280"/>
              <a:gd name="connsiteX24" fmla="*/ 4084320 w 6715760"/>
              <a:gd name="connsiteY24" fmla="*/ 2174240 h 2621280"/>
              <a:gd name="connsiteX25" fmla="*/ 4165600 w 6715760"/>
              <a:gd name="connsiteY25" fmla="*/ 2296160 h 2621280"/>
              <a:gd name="connsiteX26" fmla="*/ 3962400 w 6715760"/>
              <a:gd name="connsiteY26" fmla="*/ 2479040 h 2621280"/>
              <a:gd name="connsiteX27" fmla="*/ 3586480 w 6715760"/>
              <a:gd name="connsiteY27" fmla="*/ 2611120 h 2621280"/>
              <a:gd name="connsiteX28" fmla="*/ 3322320 w 6715760"/>
              <a:gd name="connsiteY28" fmla="*/ 2621280 h 2621280"/>
              <a:gd name="connsiteX29" fmla="*/ 2834640 w 6715760"/>
              <a:gd name="connsiteY29" fmla="*/ 2499360 h 2621280"/>
              <a:gd name="connsiteX30" fmla="*/ 2458720 w 6715760"/>
              <a:gd name="connsiteY30" fmla="*/ 2072640 h 2621280"/>
              <a:gd name="connsiteX31" fmla="*/ 2631440 w 6715760"/>
              <a:gd name="connsiteY31" fmla="*/ 1696720 h 2621280"/>
              <a:gd name="connsiteX32" fmla="*/ 2854960 w 6715760"/>
              <a:gd name="connsiteY32" fmla="*/ 1574800 h 2621280"/>
              <a:gd name="connsiteX33" fmla="*/ 2773680 w 6715760"/>
              <a:gd name="connsiteY33" fmla="*/ 1452880 h 2621280"/>
              <a:gd name="connsiteX34" fmla="*/ 2529840 w 6715760"/>
              <a:gd name="connsiteY34" fmla="*/ 1381760 h 2621280"/>
              <a:gd name="connsiteX35" fmla="*/ 2235200 w 6715760"/>
              <a:gd name="connsiteY35" fmla="*/ 1229360 h 2621280"/>
              <a:gd name="connsiteX36" fmla="*/ 1971040 w 6715760"/>
              <a:gd name="connsiteY36" fmla="*/ 995680 h 2621280"/>
              <a:gd name="connsiteX37" fmla="*/ 1717040 w 6715760"/>
              <a:gd name="connsiteY37" fmla="*/ 894080 h 2621280"/>
              <a:gd name="connsiteX38" fmla="*/ 1351280 w 6715760"/>
              <a:gd name="connsiteY38" fmla="*/ 924560 h 2621280"/>
              <a:gd name="connsiteX39" fmla="*/ 944880 w 6715760"/>
              <a:gd name="connsiteY39" fmla="*/ 731520 h 2621280"/>
              <a:gd name="connsiteX40" fmla="*/ 426720 w 6715760"/>
              <a:gd name="connsiteY40" fmla="*/ 579120 h 2621280"/>
              <a:gd name="connsiteX41" fmla="*/ 111760 w 6715760"/>
              <a:gd name="connsiteY41" fmla="*/ 386080 h 2621280"/>
              <a:gd name="connsiteX42" fmla="*/ 0 w 6715760"/>
              <a:gd name="connsiteY42" fmla="*/ 233680 h 2621280"/>
              <a:gd name="connsiteX43" fmla="*/ 71120 w 6715760"/>
              <a:gd name="connsiteY43" fmla="*/ 91440 h 2621280"/>
              <a:gd name="connsiteX44" fmla="*/ 182880 w 6715760"/>
              <a:gd name="connsiteY44" fmla="*/ 40640 h 2621280"/>
              <a:gd name="connsiteX45" fmla="*/ 294640 w 6715760"/>
              <a:gd name="connsiteY45" fmla="*/ 0 h 2621280"/>
              <a:gd name="connsiteX0" fmla="*/ 294640 w 6715760"/>
              <a:gd name="connsiteY0" fmla="*/ 0 h 2621280"/>
              <a:gd name="connsiteX1" fmla="*/ 1016000 w 6715760"/>
              <a:gd name="connsiteY1" fmla="*/ 40640 h 2621280"/>
              <a:gd name="connsiteX2" fmla="*/ 1645920 w 6715760"/>
              <a:gd name="connsiteY2" fmla="*/ 132080 h 2621280"/>
              <a:gd name="connsiteX3" fmla="*/ 2062480 w 6715760"/>
              <a:gd name="connsiteY3" fmla="*/ 193040 h 2621280"/>
              <a:gd name="connsiteX4" fmla="*/ 2580640 w 6715760"/>
              <a:gd name="connsiteY4" fmla="*/ 528320 h 2621280"/>
              <a:gd name="connsiteX5" fmla="*/ 2763520 w 6715760"/>
              <a:gd name="connsiteY5" fmla="*/ 701040 h 2621280"/>
              <a:gd name="connsiteX6" fmla="*/ 3261360 w 6715760"/>
              <a:gd name="connsiteY6" fmla="*/ 762000 h 2621280"/>
              <a:gd name="connsiteX7" fmla="*/ 3606800 w 6715760"/>
              <a:gd name="connsiteY7" fmla="*/ 711200 h 2621280"/>
              <a:gd name="connsiteX8" fmla="*/ 3992880 w 6715760"/>
              <a:gd name="connsiteY8" fmla="*/ 762000 h 2621280"/>
              <a:gd name="connsiteX9" fmla="*/ 4500880 w 6715760"/>
              <a:gd name="connsiteY9" fmla="*/ 822960 h 2621280"/>
              <a:gd name="connsiteX10" fmla="*/ 4683760 w 6715760"/>
              <a:gd name="connsiteY10" fmla="*/ 934720 h 2621280"/>
              <a:gd name="connsiteX11" fmla="*/ 4318000 w 6715760"/>
              <a:gd name="connsiteY11" fmla="*/ 1056640 h 2621280"/>
              <a:gd name="connsiteX12" fmla="*/ 4358640 w 6715760"/>
              <a:gd name="connsiteY12" fmla="*/ 1320800 h 2621280"/>
              <a:gd name="connsiteX13" fmla="*/ 4632960 w 6715760"/>
              <a:gd name="connsiteY13" fmla="*/ 1351280 h 2621280"/>
              <a:gd name="connsiteX14" fmla="*/ 5019040 w 6715760"/>
              <a:gd name="connsiteY14" fmla="*/ 1361440 h 2621280"/>
              <a:gd name="connsiteX15" fmla="*/ 5588000 w 6715760"/>
              <a:gd name="connsiteY15" fmla="*/ 1341120 h 2621280"/>
              <a:gd name="connsiteX16" fmla="*/ 6187440 w 6715760"/>
              <a:gd name="connsiteY16" fmla="*/ 1320800 h 2621280"/>
              <a:gd name="connsiteX17" fmla="*/ 6543040 w 6715760"/>
              <a:gd name="connsiteY17" fmla="*/ 1259840 h 2621280"/>
              <a:gd name="connsiteX18" fmla="*/ 6715760 w 6715760"/>
              <a:gd name="connsiteY18" fmla="*/ 1351280 h 2621280"/>
              <a:gd name="connsiteX19" fmla="*/ 6522720 w 6715760"/>
              <a:gd name="connsiteY19" fmla="*/ 1473200 h 2621280"/>
              <a:gd name="connsiteX20" fmla="*/ 5760720 w 6715760"/>
              <a:gd name="connsiteY20" fmla="*/ 1534160 h 2621280"/>
              <a:gd name="connsiteX21" fmla="*/ 5080000 w 6715760"/>
              <a:gd name="connsiteY21" fmla="*/ 1656080 h 2621280"/>
              <a:gd name="connsiteX22" fmla="*/ 4582160 w 6715760"/>
              <a:gd name="connsiteY22" fmla="*/ 1788160 h 2621280"/>
              <a:gd name="connsiteX23" fmla="*/ 4196080 w 6715760"/>
              <a:gd name="connsiteY23" fmla="*/ 1889760 h 2621280"/>
              <a:gd name="connsiteX24" fmla="*/ 4084320 w 6715760"/>
              <a:gd name="connsiteY24" fmla="*/ 2174240 h 2621280"/>
              <a:gd name="connsiteX25" fmla="*/ 4165600 w 6715760"/>
              <a:gd name="connsiteY25" fmla="*/ 2296160 h 2621280"/>
              <a:gd name="connsiteX26" fmla="*/ 3962400 w 6715760"/>
              <a:gd name="connsiteY26" fmla="*/ 2479040 h 2621280"/>
              <a:gd name="connsiteX27" fmla="*/ 3586480 w 6715760"/>
              <a:gd name="connsiteY27" fmla="*/ 2611120 h 2621280"/>
              <a:gd name="connsiteX28" fmla="*/ 3322320 w 6715760"/>
              <a:gd name="connsiteY28" fmla="*/ 2621280 h 2621280"/>
              <a:gd name="connsiteX29" fmla="*/ 2834640 w 6715760"/>
              <a:gd name="connsiteY29" fmla="*/ 2499360 h 2621280"/>
              <a:gd name="connsiteX30" fmla="*/ 2458720 w 6715760"/>
              <a:gd name="connsiteY30" fmla="*/ 2072640 h 2621280"/>
              <a:gd name="connsiteX31" fmla="*/ 2631440 w 6715760"/>
              <a:gd name="connsiteY31" fmla="*/ 1696720 h 2621280"/>
              <a:gd name="connsiteX32" fmla="*/ 2854960 w 6715760"/>
              <a:gd name="connsiteY32" fmla="*/ 1574800 h 2621280"/>
              <a:gd name="connsiteX33" fmla="*/ 2773680 w 6715760"/>
              <a:gd name="connsiteY33" fmla="*/ 1452880 h 2621280"/>
              <a:gd name="connsiteX34" fmla="*/ 2529840 w 6715760"/>
              <a:gd name="connsiteY34" fmla="*/ 1381760 h 2621280"/>
              <a:gd name="connsiteX35" fmla="*/ 2235200 w 6715760"/>
              <a:gd name="connsiteY35" fmla="*/ 1229360 h 2621280"/>
              <a:gd name="connsiteX36" fmla="*/ 1971040 w 6715760"/>
              <a:gd name="connsiteY36" fmla="*/ 995680 h 2621280"/>
              <a:gd name="connsiteX37" fmla="*/ 1717040 w 6715760"/>
              <a:gd name="connsiteY37" fmla="*/ 894080 h 2621280"/>
              <a:gd name="connsiteX38" fmla="*/ 1351280 w 6715760"/>
              <a:gd name="connsiteY38" fmla="*/ 924560 h 2621280"/>
              <a:gd name="connsiteX39" fmla="*/ 944880 w 6715760"/>
              <a:gd name="connsiteY39" fmla="*/ 731520 h 2621280"/>
              <a:gd name="connsiteX40" fmla="*/ 426720 w 6715760"/>
              <a:gd name="connsiteY40" fmla="*/ 579120 h 2621280"/>
              <a:gd name="connsiteX41" fmla="*/ 111760 w 6715760"/>
              <a:gd name="connsiteY41" fmla="*/ 386080 h 2621280"/>
              <a:gd name="connsiteX42" fmla="*/ 0 w 6715760"/>
              <a:gd name="connsiteY42" fmla="*/ 233680 h 2621280"/>
              <a:gd name="connsiteX43" fmla="*/ 71120 w 6715760"/>
              <a:gd name="connsiteY43" fmla="*/ 91440 h 2621280"/>
              <a:gd name="connsiteX44" fmla="*/ 182880 w 6715760"/>
              <a:gd name="connsiteY44" fmla="*/ 40640 h 2621280"/>
              <a:gd name="connsiteX45" fmla="*/ 294640 w 6715760"/>
              <a:gd name="connsiteY45" fmla="*/ 0 h 2621280"/>
              <a:gd name="connsiteX0" fmla="*/ 294640 w 6715760"/>
              <a:gd name="connsiteY0" fmla="*/ 0 h 2621280"/>
              <a:gd name="connsiteX1" fmla="*/ 1016000 w 6715760"/>
              <a:gd name="connsiteY1" fmla="*/ 40640 h 2621280"/>
              <a:gd name="connsiteX2" fmla="*/ 1645920 w 6715760"/>
              <a:gd name="connsiteY2" fmla="*/ 132080 h 2621280"/>
              <a:gd name="connsiteX3" fmla="*/ 2062480 w 6715760"/>
              <a:gd name="connsiteY3" fmla="*/ 193040 h 2621280"/>
              <a:gd name="connsiteX4" fmla="*/ 2580640 w 6715760"/>
              <a:gd name="connsiteY4" fmla="*/ 528320 h 2621280"/>
              <a:gd name="connsiteX5" fmla="*/ 2763520 w 6715760"/>
              <a:gd name="connsiteY5" fmla="*/ 701040 h 2621280"/>
              <a:gd name="connsiteX6" fmla="*/ 3261360 w 6715760"/>
              <a:gd name="connsiteY6" fmla="*/ 762000 h 2621280"/>
              <a:gd name="connsiteX7" fmla="*/ 3606800 w 6715760"/>
              <a:gd name="connsiteY7" fmla="*/ 711200 h 2621280"/>
              <a:gd name="connsiteX8" fmla="*/ 3992880 w 6715760"/>
              <a:gd name="connsiteY8" fmla="*/ 762000 h 2621280"/>
              <a:gd name="connsiteX9" fmla="*/ 4500880 w 6715760"/>
              <a:gd name="connsiteY9" fmla="*/ 822960 h 2621280"/>
              <a:gd name="connsiteX10" fmla="*/ 4683760 w 6715760"/>
              <a:gd name="connsiteY10" fmla="*/ 934720 h 2621280"/>
              <a:gd name="connsiteX11" fmla="*/ 4318000 w 6715760"/>
              <a:gd name="connsiteY11" fmla="*/ 1056640 h 2621280"/>
              <a:gd name="connsiteX12" fmla="*/ 4358640 w 6715760"/>
              <a:gd name="connsiteY12" fmla="*/ 1320800 h 2621280"/>
              <a:gd name="connsiteX13" fmla="*/ 4632960 w 6715760"/>
              <a:gd name="connsiteY13" fmla="*/ 1351280 h 2621280"/>
              <a:gd name="connsiteX14" fmla="*/ 5019040 w 6715760"/>
              <a:gd name="connsiteY14" fmla="*/ 1361440 h 2621280"/>
              <a:gd name="connsiteX15" fmla="*/ 5588000 w 6715760"/>
              <a:gd name="connsiteY15" fmla="*/ 1341120 h 2621280"/>
              <a:gd name="connsiteX16" fmla="*/ 6187440 w 6715760"/>
              <a:gd name="connsiteY16" fmla="*/ 1320800 h 2621280"/>
              <a:gd name="connsiteX17" fmla="*/ 6543040 w 6715760"/>
              <a:gd name="connsiteY17" fmla="*/ 1259840 h 2621280"/>
              <a:gd name="connsiteX18" fmla="*/ 6715760 w 6715760"/>
              <a:gd name="connsiteY18" fmla="*/ 1351280 h 2621280"/>
              <a:gd name="connsiteX19" fmla="*/ 6522720 w 6715760"/>
              <a:gd name="connsiteY19" fmla="*/ 1473200 h 2621280"/>
              <a:gd name="connsiteX20" fmla="*/ 5760720 w 6715760"/>
              <a:gd name="connsiteY20" fmla="*/ 1534160 h 2621280"/>
              <a:gd name="connsiteX21" fmla="*/ 5080000 w 6715760"/>
              <a:gd name="connsiteY21" fmla="*/ 1656080 h 2621280"/>
              <a:gd name="connsiteX22" fmla="*/ 4582160 w 6715760"/>
              <a:gd name="connsiteY22" fmla="*/ 1788160 h 2621280"/>
              <a:gd name="connsiteX23" fmla="*/ 4196080 w 6715760"/>
              <a:gd name="connsiteY23" fmla="*/ 1889760 h 2621280"/>
              <a:gd name="connsiteX24" fmla="*/ 4084320 w 6715760"/>
              <a:gd name="connsiteY24" fmla="*/ 2174240 h 2621280"/>
              <a:gd name="connsiteX25" fmla="*/ 4165600 w 6715760"/>
              <a:gd name="connsiteY25" fmla="*/ 2296160 h 2621280"/>
              <a:gd name="connsiteX26" fmla="*/ 3962400 w 6715760"/>
              <a:gd name="connsiteY26" fmla="*/ 2479040 h 2621280"/>
              <a:gd name="connsiteX27" fmla="*/ 3586480 w 6715760"/>
              <a:gd name="connsiteY27" fmla="*/ 2611120 h 2621280"/>
              <a:gd name="connsiteX28" fmla="*/ 3322320 w 6715760"/>
              <a:gd name="connsiteY28" fmla="*/ 2621280 h 2621280"/>
              <a:gd name="connsiteX29" fmla="*/ 2834640 w 6715760"/>
              <a:gd name="connsiteY29" fmla="*/ 2499360 h 2621280"/>
              <a:gd name="connsiteX30" fmla="*/ 2458720 w 6715760"/>
              <a:gd name="connsiteY30" fmla="*/ 2072640 h 2621280"/>
              <a:gd name="connsiteX31" fmla="*/ 2631440 w 6715760"/>
              <a:gd name="connsiteY31" fmla="*/ 1696720 h 2621280"/>
              <a:gd name="connsiteX32" fmla="*/ 2854960 w 6715760"/>
              <a:gd name="connsiteY32" fmla="*/ 1574800 h 2621280"/>
              <a:gd name="connsiteX33" fmla="*/ 2773680 w 6715760"/>
              <a:gd name="connsiteY33" fmla="*/ 1452880 h 2621280"/>
              <a:gd name="connsiteX34" fmla="*/ 2529840 w 6715760"/>
              <a:gd name="connsiteY34" fmla="*/ 1381760 h 2621280"/>
              <a:gd name="connsiteX35" fmla="*/ 2235200 w 6715760"/>
              <a:gd name="connsiteY35" fmla="*/ 1229360 h 2621280"/>
              <a:gd name="connsiteX36" fmla="*/ 1971040 w 6715760"/>
              <a:gd name="connsiteY36" fmla="*/ 995680 h 2621280"/>
              <a:gd name="connsiteX37" fmla="*/ 1717040 w 6715760"/>
              <a:gd name="connsiteY37" fmla="*/ 894080 h 2621280"/>
              <a:gd name="connsiteX38" fmla="*/ 1351280 w 6715760"/>
              <a:gd name="connsiteY38" fmla="*/ 924560 h 2621280"/>
              <a:gd name="connsiteX39" fmla="*/ 944880 w 6715760"/>
              <a:gd name="connsiteY39" fmla="*/ 731520 h 2621280"/>
              <a:gd name="connsiteX40" fmla="*/ 426720 w 6715760"/>
              <a:gd name="connsiteY40" fmla="*/ 579120 h 2621280"/>
              <a:gd name="connsiteX41" fmla="*/ 111760 w 6715760"/>
              <a:gd name="connsiteY41" fmla="*/ 386080 h 2621280"/>
              <a:gd name="connsiteX42" fmla="*/ 0 w 6715760"/>
              <a:gd name="connsiteY42" fmla="*/ 233680 h 2621280"/>
              <a:gd name="connsiteX43" fmla="*/ 71120 w 6715760"/>
              <a:gd name="connsiteY43" fmla="*/ 91440 h 2621280"/>
              <a:gd name="connsiteX44" fmla="*/ 182880 w 6715760"/>
              <a:gd name="connsiteY44" fmla="*/ 40640 h 2621280"/>
              <a:gd name="connsiteX45" fmla="*/ 294640 w 6715760"/>
              <a:gd name="connsiteY45" fmla="*/ 0 h 262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715760" h="2621280">
                <a:moveTo>
                  <a:pt x="294640" y="0"/>
                </a:moveTo>
                <a:cubicBezTo>
                  <a:pt x="433493" y="0"/>
                  <a:pt x="790787" y="18627"/>
                  <a:pt x="1016000" y="40640"/>
                </a:cubicBezTo>
                <a:cubicBezTo>
                  <a:pt x="1241213" y="62653"/>
                  <a:pt x="1507067" y="111760"/>
                  <a:pt x="1645920" y="132080"/>
                </a:cubicBezTo>
                <a:lnTo>
                  <a:pt x="2062480" y="193040"/>
                </a:lnTo>
                <a:lnTo>
                  <a:pt x="2580640" y="528320"/>
                </a:lnTo>
                <a:lnTo>
                  <a:pt x="2763520" y="701040"/>
                </a:lnTo>
                <a:lnTo>
                  <a:pt x="3261360" y="762000"/>
                </a:lnTo>
                <a:lnTo>
                  <a:pt x="3606800" y="711200"/>
                </a:lnTo>
                <a:lnTo>
                  <a:pt x="3992880" y="762000"/>
                </a:lnTo>
                <a:lnTo>
                  <a:pt x="4500880" y="822960"/>
                </a:lnTo>
                <a:lnTo>
                  <a:pt x="4683760" y="934720"/>
                </a:lnTo>
                <a:lnTo>
                  <a:pt x="4318000" y="1056640"/>
                </a:lnTo>
                <a:lnTo>
                  <a:pt x="4358640" y="1320800"/>
                </a:lnTo>
                <a:lnTo>
                  <a:pt x="4632960" y="1351280"/>
                </a:lnTo>
                <a:lnTo>
                  <a:pt x="5019040" y="1361440"/>
                </a:lnTo>
                <a:lnTo>
                  <a:pt x="5588000" y="1341120"/>
                </a:lnTo>
                <a:lnTo>
                  <a:pt x="6187440" y="1320800"/>
                </a:lnTo>
                <a:lnTo>
                  <a:pt x="6543040" y="1259840"/>
                </a:lnTo>
                <a:lnTo>
                  <a:pt x="6715760" y="1351280"/>
                </a:lnTo>
                <a:lnTo>
                  <a:pt x="6522720" y="1473200"/>
                </a:lnTo>
                <a:lnTo>
                  <a:pt x="5760720" y="1534160"/>
                </a:lnTo>
                <a:lnTo>
                  <a:pt x="5080000" y="1656080"/>
                </a:lnTo>
                <a:lnTo>
                  <a:pt x="4582160" y="1788160"/>
                </a:lnTo>
                <a:lnTo>
                  <a:pt x="4196080" y="1889760"/>
                </a:lnTo>
                <a:lnTo>
                  <a:pt x="4084320" y="2174240"/>
                </a:lnTo>
                <a:lnTo>
                  <a:pt x="4165600" y="2296160"/>
                </a:lnTo>
                <a:lnTo>
                  <a:pt x="3962400" y="2479040"/>
                </a:lnTo>
                <a:lnTo>
                  <a:pt x="3586480" y="2611120"/>
                </a:lnTo>
                <a:lnTo>
                  <a:pt x="3322320" y="2621280"/>
                </a:lnTo>
                <a:lnTo>
                  <a:pt x="2834640" y="2499360"/>
                </a:lnTo>
                <a:lnTo>
                  <a:pt x="2458720" y="2072640"/>
                </a:lnTo>
                <a:lnTo>
                  <a:pt x="2631440" y="1696720"/>
                </a:lnTo>
                <a:lnTo>
                  <a:pt x="2854960" y="1574800"/>
                </a:lnTo>
                <a:lnTo>
                  <a:pt x="2773680" y="1452880"/>
                </a:lnTo>
                <a:lnTo>
                  <a:pt x="2529840" y="1381760"/>
                </a:lnTo>
                <a:lnTo>
                  <a:pt x="2235200" y="1229360"/>
                </a:lnTo>
                <a:lnTo>
                  <a:pt x="1971040" y="995680"/>
                </a:lnTo>
                <a:lnTo>
                  <a:pt x="1717040" y="894080"/>
                </a:lnTo>
                <a:lnTo>
                  <a:pt x="1351280" y="924560"/>
                </a:lnTo>
                <a:lnTo>
                  <a:pt x="944880" y="731520"/>
                </a:lnTo>
                <a:lnTo>
                  <a:pt x="426720" y="579120"/>
                </a:lnTo>
                <a:lnTo>
                  <a:pt x="111760" y="386080"/>
                </a:lnTo>
                <a:lnTo>
                  <a:pt x="0" y="233680"/>
                </a:lnTo>
                <a:lnTo>
                  <a:pt x="71120" y="91440"/>
                </a:lnTo>
                <a:lnTo>
                  <a:pt x="182880" y="40640"/>
                </a:lnTo>
                <a:lnTo>
                  <a:pt x="294640" y="0"/>
                </a:lnTo>
                <a:close/>
              </a:path>
            </a:pathLst>
          </a:cu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s-ES" sz="1350" kern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2B43C5D2-32B3-489E-48D3-93A94E169D04}"/>
              </a:ext>
            </a:extLst>
          </p:cNvPr>
          <p:cNvSpPr/>
          <p:nvPr/>
        </p:nvSpPr>
        <p:spPr>
          <a:xfrm>
            <a:off x="3436620" y="2119172"/>
            <a:ext cx="4236720" cy="1805940"/>
          </a:xfrm>
          <a:custGeom>
            <a:avLst/>
            <a:gdLst>
              <a:gd name="connsiteX0" fmla="*/ 345440 w 5648960"/>
              <a:gd name="connsiteY0" fmla="*/ 1950720 h 2407920"/>
              <a:gd name="connsiteX1" fmla="*/ 629920 w 5648960"/>
              <a:gd name="connsiteY1" fmla="*/ 1564640 h 2407920"/>
              <a:gd name="connsiteX2" fmla="*/ 711200 w 5648960"/>
              <a:gd name="connsiteY2" fmla="*/ 1188720 h 2407920"/>
              <a:gd name="connsiteX3" fmla="*/ 680720 w 5648960"/>
              <a:gd name="connsiteY3" fmla="*/ 934720 h 2407920"/>
              <a:gd name="connsiteX4" fmla="*/ 670560 w 5648960"/>
              <a:gd name="connsiteY4" fmla="*/ 680720 h 2407920"/>
              <a:gd name="connsiteX5" fmla="*/ 660400 w 5648960"/>
              <a:gd name="connsiteY5" fmla="*/ 508000 h 2407920"/>
              <a:gd name="connsiteX6" fmla="*/ 1127760 w 5648960"/>
              <a:gd name="connsiteY6" fmla="*/ 406400 h 2407920"/>
              <a:gd name="connsiteX7" fmla="*/ 1584960 w 5648960"/>
              <a:gd name="connsiteY7" fmla="*/ 355600 h 2407920"/>
              <a:gd name="connsiteX8" fmla="*/ 2153920 w 5648960"/>
              <a:gd name="connsiteY8" fmla="*/ 304800 h 2407920"/>
              <a:gd name="connsiteX9" fmla="*/ 2540000 w 5648960"/>
              <a:gd name="connsiteY9" fmla="*/ 325120 h 2407920"/>
              <a:gd name="connsiteX10" fmla="*/ 3048000 w 5648960"/>
              <a:gd name="connsiteY10" fmla="*/ 294640 h 2407920"/>
              <a:gd name="connsiteX11" fmla="*/ 3342640 w 5648960"/>
              <a:gd name="connsiteY11" fmla="*/ 142240 h 2407920"/>
              <a:gd name="connsiteX12" fmla="*/ 3495040 w 5648960"/>
              <a:gd name="connsiteY12" fmla="*/ 0 h 2407920"/>
              <a:gd name="connsiteX13" fmla="*/ 3911600 w 5648960"/>
              <a:gd name="connsiteY13" fmla="*/ 101600 h 2407920"/>
              <a:gd name="connsiteX14" fmla="*/ 4277360 w 5648960"/>
              <a:gd name="connsiteY14" fmla="*/ 182880 h 2407920"/>
              <a:gd name="connsiteX15" fmla="*/ 4612640 w 5648960"/>
              <a:gd name="connsiteY15" fmla="*/ 243840 h 2407920"/>
              <a:gd name="connsiteX16" fmla="*/ 4866640 w 5648960"/>
              <a:gd name="connsiteY16" fmla="*/ 325120 h 2407920"/>
              <a:gd name="connsiteX17" fmla="*/ 5120640 w 5648960"/>
              <a:gd name="connsiteY17" fmla="*/ 406400 h 2407920"/>
              <a:gd name="connsiteX18" fmla="*/ 5486400 w 5648960"/>
              <a:gd name="connsiteY18" fmla="*/ 365760 h 2407920"/>
              <a:gd name="connsiteX19" fmla="*/ 5648960 w 5648960"/>
              <a:gd name="connsiteY19" fmla="*/ 416560 h 2407920"/>
              <a:gd name="connsiteX20" fmla="*/ 5628640 w 5648960"/>
              <a:gd name="connsiteY20" fmla="*/ 538480 h 2407920"/>
              <a:gd name="connsiteX21" fmla="*/ 5171440 w 5648960"/>
              <a:gd name="connsiteY21" fmla="*/ 822960 h 2407920"/>
              <a:gd name="connsiteX22" fmla="*/ 4450080 w 5648960"/>
              <a:gd name="connsiteY22" fmla="*/ 1127760 h 2407920"/>
              <a:gd name="connsiteX23" fmla="*/ 4053840 w 5648960"/>
              <a:gd name="connsiteY23" fmla="*/ 1239520 h 2407920"/>
              <a:gd name="connsiteX24" fmla="*/ 3556000 w 5648960"/>
              <a:gd name="connsiteY24" fmla="*/ 1513840 h 2407920"/>
              <a:gd name="connsiteX25" fmla="*/ 3271520 w 5648960"/>
              <a:gd name="connsiteY25" fmla="*/ 1717040 h 2407920"/>
              <a:gd name="connsiteX26" fmla="*/ 2875280 w 5648960"/>
              <a:gd name="connsiteY26" fmla="*/ 1960880 h 2407920"/>
              <a:gd name="connsiteX27" fmla="*/ 2570480 w 5648960"/>
              <a:gd name="connsiteY27" fmla="*/ 2164080 h 2407920"/>
              <a:gd name="connsiteX28" fmla="*/ 2377440 w 5648960"/>
              <a:gd name="connsiteY28" fmla="*/ 2306320 h 2407920"/>
              <a:gd name="connsiteX29" fmla="*/ 2346960 w 5648960"/>
              <a:gd name="connsiteY29" fmla="*/ 2367280 h 2407920"/>
              <a:gd name="connsiteX30" fmla="*/ 2245360 w 5648960"/>
              <a:gd name="connsiteY30" fmla="*/ 2286000 h 2407920"/>
              <a:gd name="connsiteX31" fmla="*/ 1910080 w 5648960"/>
              <a:gd name="connsiteY31" fmla="*/ 2346960 h 2407920"/>
              <a:gd name="connsiteX32" fmla="*/ 1310640 w 5648960"/>
              <a:gd name="connsiteY32" fmla="*/ 2357120 h 2407920"/>
              <a:gd name="connsiteX33" fmla="*/ 487680 w 5648960"/>
              <a:gd name="connsiteY33" fmla="*/ 2407920 h 2407920"/>
              <a:gd name="connsiteX34" fmla="*/ 71120 w 5648960"/>
              <a:gd name="connsiteY34" fmla="*/ 2367280 h 2407920"/>
              <a:gd name="connsiteX35" fmla="*/ 0 w 5648960"/>
              <a:gd name="connsiteY35" fmla="*/ 2103120 h 2407920"/>
              <a:gd name="connsiteX36" fmla="*/ 345440 w 5648960"/>
              <a:gd name="connsiteY36" fmla="*/ 1950720 h 240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648960" h="2407920">
                <a:moveTo>
                  <a:pt x="345440" y="1950720"/>
                </a:moveTo>
                <a:lnTo>
                  <a:pt x="629920" y="1564640"/>
                </a:lnTo>
                <a:lnTo>
                  <a:pt x="711200" y="1188720"/>
                </a:lnTo>
                <a:lnTo>
                  <a:pt x="680720" y="934720"/>
                </a:lnTo>
                <a:lnTo>
                  <a:pt x="670560" y="680720"/>
                </a:lnTo>
                <a:lnTo>
                  <a:pt x="660400" y="508000"/>
                </a:lnTo>
                <a:lnTo>
                  <a:pt x="1127760" y="406400"/>
                </a:lnTo>
                <a:lnTo>
                  <a:pt x="1584960" y="355600"/>
                </a:lnTo>
                <a:lnTo>
                  <a:pt x="2153920" y="304800"/>
                </a:lnTo>
                <a:lnTo>
                  <a:pt x="2540000" y="325120"/>
                </a:lnTo>
                <a:lnTo>
                  <a:pt x="3048000" y="294640"/>
                </a:lnTo>
                <a:lnTo>
                  <a:pt x="3342640" y="142240"/>
                </a:lnTo>
                <a:lnTo>
                  <a:pt x="3495040" y="0"/>
                </a:lnTo>
                <a:lnTo>
                  <a:pt x="3911600" y="101600"/>
                </a:lnTo>
                <a:lnTo>
                  <a:pt x="4277360" y="182880"/>
                </a:lnTo>
                <a:lnTo>
                  <a:pt x="4612640" y="243840"/>
                </a:lnTo>
                <a:lnTo>
                  <a:pt x="4866640" y="325120"/>
                </a:lnTo>
                <a:lnTo>
                  <a:pt x="5120640" y="406400"/>
                </a:lnTo>
                <a:lnTo>
                  <a:pt x="5486400" y="365760"/>
                </a:lnTo>
                <a:lnTo>
                  <a:pt x="5648960" y="416560"/>
                </a:lnTo>
                <a:lnTo>
                  <a:pt x="5628640" y="538480"/>
                </a:lnTo>
                <a:lnTo>
                  <a:pt x="5171440" y="822960"/>
                </a:lnTo>
                <a:lnTo>
                  <a:pt x="4450080" y="1127760"/>
                </a:lnTo>
                <a:lnTo>
                  <a:pt x="4053840" y="1239520"/>
                </a:lnTo>
                <a:lnTo>
                  <a:pt x="3556000" y="1513840"/>
                </a:lnTo>
                <a:lnTo>
                  <a:pt x="3271520" y="1717040"/>
                </a:lnTo>
                <a:lnTo>
                  <a:pt x="2875280" y="1960880"/>
                </a:lnTo>
                <a:lnTo>
                  <a:pt x="2570480" y="2164080"/>
                </a:lnTo>
                <a:lnTo>
                  <a:pt x="2377440" y="2306320"/>
                </a:lnTo>
                <a:lnTo>
                  <a:pt x="2346960" y="2367280"/>
                </a:lnTo>
                <a:lnTo>
                  <a:pt x="2245360" y="2286000"/>
                </a:lnTo>
                <a:lnTo>
                  <a:pt x="1910080" y="2346960"/>
                </a:lnTo>
                <a:lnTo>
                  <a:pt x="1310640" y="2357120"/>
                </a:lnTo>
                <a:lnTo>
                  <a:pt x="487680" y="2407920"/>
                </a:lnTo>
                <a:lnTo>
                  <a:pt x="71120" y="2367280"/>
                </a:lnTo>
                <a:lnTo>
                  <a:pt x="0" y="2103120"/>
                </a:lnTo>
                <a:lnTo>
                  <a:pt x="345440" y="1950720"/>
                </a:lnTo>
                <a:close/>
              </a:path>
            </a:pathLst>
          </a:custGeom>
          <a:solidFill>
            <a:schemeClr val="accent5">
              <a:alpha val="2798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s-ES" sz="1350" kern="120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D2F1449-CD82-970C-E77A-AE9EF66BDFAB}"/>
              </a:ext>
            </a:extLst>
          </p:cNvPr>
          <p:cNvGrpSpPr/>
          <p:nvPr/>
        </p:nvGrpSpPr>
        <p:grpSpPr>
          <a:xfrm>
            <a:off x="27214" y="2111552"/>
            <a:ext cx="9147266" cy="490235"/>
            <a:chOff x="36285" y="1672402"/>
            <a:chExt cx="12196355" cy="653647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AB0DC6BF-77B7-3ECF-F984-5106BA512D60}"/>
                </a:ext>
              </a:extLst>
            </p:cNvPr>
            <p:cNvSpPr/>
            <p:nvPr/>
          </p:nvSpPr>
          <p:spPr>
            <a:xfrm>
              <a:off x="36285" y="1672402"/>
              <a:ext cx="9995217" cy="653647"/>
            </a:xfrm>
            <a:custGeom>
              <a:avLst/>
              <a:gdLst>
                <a:gd name="connsiteX0" fmla="*/ 0 w 9995217"/>
                <a:gd name="connsiteY0" fmla="*/ 310515 h 696278"/>
                <a:gd name="connsiteX1" fmla="*/ 471487 w 9995217"/>
                <a:gd name="connsiteY1" fmla="*/ 524828 h 696278"/>
                <a:gd name="connsiteX2" fmla="*/ 471487 w 9995217"/>
                <a:gd name="connsiteY2" fmla="*/ 524828 h 696278"/>
                <a:gd name="connsiteX3" fmla="*/ 600075 w 9995217"/>
                <a:gd name="connsiteY3" fmla="*/ 539115 h 696278"/>
                <a:gd name="connsiteX4" fmla="*/ 685800 w 9995217"/>
                <a:gd name="connsiteY4" fmla="*/ 567690 h 696278"/>
                <a:gd name="connsiteX5" fmla="*/ 771525 w 9995217"/>
                <a:gd name="connsiteY5" fmla="*/ 596265 h 696278"/>
                <a:gd name="connsiteX6" fmla="*/ 900112 w 9995217"/>
                <a:gd name="connsiteY6" fmla="*/ 639128 h 696278"/>
                <a:gd name="connsiteX7" fmla="*/ 942975 w 9995217"/>
                <a:gd name="connsiteY7" fmla="*/ 653415 h 696278"/>
                <a:gd name="connsiteX8" fmla="*/ 1057275 w 9995217"/>
                <a:gd name="connsiteY8" fmla="*/ 696278 h 696278"/>
                <a:gd name="connsiteX9" fmla="*/ 1343025 w 9995217"/>
                <a:gd name="connsiteY9" fmla="*/ 681990 h 696278"/>
                <a:gd name="connsiteX10" fmla="*/ 1528762 w 9995217"/>
                <a:gd name="connsiteY10" fmla="*/ 653415 h 696278"/>
                <a:gd name="connsiteX11" fmla="*/ 1643062 w 9995217"/>
                <a:gd name="connsiteY11" fmla="*/ 624840 h 696278"/>
                <a:gd name="connsiteX12" fmla="*/ 1843087 w 9995217"/>
                <a:gd name="connsiteY12" fmla="*/ 610553 h 696278"/>
                <a:gd name="connsiteX13" fmla="*/ 2657475 w 9995217"/>
                <a:gd name="connsiteY13" fmla="*/ 581978 h 696278"/>
                <a:gd name="connsiteX14" fmla="*/ 2800350 w 9995217"/>
                <a:gd name="connsiteY14" fmla="*/ 553403 h 696278"/>
                <a:gd name="connsiteX15" fmla="*/ 3143250 w 9995217"/>
                <a:gd name="connsiteY15" fmla="*/ 553403 h 696278"/>
                <a:gd name="connsiteX16" fmla="*/ 3584257 w 9995217"/>
                <a:gd name="connsiteY16" fmla="*/ 548640 h 696278"/>
                <a:gd name="connsiteX17" fmla="*/ 4488497 w 9995217"/>
                <a:gd name="connsiteY17" fmla="*/ 538480 h 696278"/>
                <a:gd name="connsiteX18" fmla="*/ 5057457 w 9995217"/>
                <a:gd name="connsiteY18" fmla="*/ 508000 h 696278"/>
                <a:gd name="connsiteX19" fmla="*/ 5585777 w 9995217"/>
                <a:gd name="connsiteY19" fmla="*/ 406400 h 696278"/>
                <a:gd name="connsiteX20" fmla="*/ 6408737 w 9995217"/>
                <a:gd name="connsiteY20" fmla="*/ 325120 h 696278"/>
                <a:gd name="connsiteX21" fmla="*/ 6906577 w 9995217"/>
                <a:gd name="connsiteY21" fmla="*/ 233680 h 696278"/>
                <a:gd name="connsiteX22" fmla="*/ 7516177 w 9995217"/>
                <a:gd name="connsiteY22" fmla="*/ 213360 h 696278"/>
                <a:gd name="connsiteX23" fmla="*/ 7831137 w 9995217"/>
                <a:gd name="connsiteY23" fmla="*/ 162560 h 696278"/>
                <a:gd name="connsiteX24" fmla="*/ 8024177 w 9995217"/>
                <a:gd name="connsiteY24" fmla="*/ 0 h 696278"/>
                <a:gd name="connsiteX25" fmla="*/ 8633777 w 9995217"/>
                <a:gd name="connsiteY25" fmla="*/ 142240 h 696278"/>
                <a:gd name="connsiteX26" fmla="*/ 9172257 w 9995217"/>
                <a:gd name="connsiteY26" fmla="*/ 243840 h 696278"/>
                <a:gd name="connsiteX27" fmla="*/ 9385617 w 9995217"/>
                <a:gd name="connsiteY27" fmla="*/ 274320 h 696278"/>
                <a:gd name="connsiteX28" fmla="*/ 9609137 w 9995217"/>
                <a:gd name="connsiteY28" fmla="*/ 375920 h 696278"/>
                <a:gd name="connsiteX29" fmla="*/ 9995217 w 9995217"/>
                <a:gd name="connsiteY29" fmla="*/ 335280 h 696278"/>
                <a:gd name="connsiteX0" fmla="*/ 0 w 9995217"/>
                <a:gd name="connsiteY0" fmla="*/ 310515 h 683961"/>
                <a:gd name="connsiteX1" fmla="*/ 471487 w 9995217"/>
                <a:gd name="connsiteY1" fmla="*/ 524828 h 683961"/>
                <a:gd name="connsiteX2" fmla="*/ 471487 w 9995217"/>
                <a:gd name="connsiteY2" fmla="*/ 524828 h 683961"/>
                <a:gd name="connsiteX3" fmla="*/ 600075 w 9995217"/>
                <a:gd name="connsiteY3" fmla="*/ 539115 h 683961"/>
                <a:gd name="connsiteX4" fmla="*/ 685800 w 9995217"/>
                <a:gd name="connsiteY4" fmla="*/ 567690 h 683961"/>
                <a:gd name="connsiteX5" fmla="*/ 771525 w 9995217"/>
                <a:gd name="connsiteY5" fmla="*/ 596265 h 683961"/>
                <a:gd name="connsiteX6" fmla="*/ 900112 w 9995217"/>
                <a:gd name="connsiteY6" fmla="*/ 639128 h 683961"/>
                <a:gd name="connsiteX7" fmla="*/ 942975 w 9995217"/>
                <a:gd name="connsiteY7" fmla="*/ 653415 h 683961"/>
                <a:gd name="connsiteX8" fmla="*/ 1057275 w 9995217"/>
                <a:gd name="connsiteY8" fmla="*/ 591023 h 683961"/>
                <a:gd name="connsiteX9" fmla="*/ 1343025 w 9995217"/>
                <a:gd name="connsiteY9" fmla="*/ 681990 h 683961"/>
                <a:gd name="connsiteX10" fmla="*/ 1528762 w 9995217"/>
                <a:gd name="connsiteY10" fmla="*/ 653415 h 683961"/>
                <a:gd name="connsiteX11" fmla="*/ 1643062 w 9995217"/>
                <a:gd name="connsiteY11" fmla="*/ 624840 h 683961"/>
                <a:gd name="connsiteX12" fmla="*/ 1843087 w 9995217"/>
                <a:gd name="connsiteY12" fmla="*/ 610553 h 683961"/>
                <a:gd name="connsiteX13" fmla="*/ 2657475 w 9995217"/>
                <a:gd name="connsiteY13" fmla="*/ 581978 h 683961"/>
                <a:gd name="connsiteX14" fmla="*/ 2800350 w 9995217"/>
                <a:gd name="connsiteY14" fmla="*/ 553403 h 683961"/>
                <a:gd name="connsiteX15" fmla="*/ 3143250 w 9995217"/>
                <a:gd name="connsiteY15" fmla="*/ 553403 h 683961"/>
                <a:gd name="connsiteX16" fmla="*/ 3584257 w 9995217"/>
                <a:gd name="connsiteY16" fmla="*/ 548640 h 683961"/>
                <a:gd name="connsiteX17" fmla="*/ 4488497 w 9995217"/>
                <a:gd name="connsiteY17" fmla="*/ 538480 h 683961"/>
                <a:gd name="connsiteX18" fmla="*/ 5057457 w 9995217"/>
                <a:gd name="connsiteY18" fmla="*/ 508000 h 683961"/>
                <a:gd name="connsiteX19" fmla="*/ 5585777 w 9995217"/>
                <a:gd name="connsiteY19" fmla="*/ 406400 h 683961"/>
                <a:gd name="connsiteX20" fmla="*/ 6408737 w 9995217"/>
                <a:gd name="connsiteY20" fmla="*/ 325120 h 683961"/>
                <a:gd name="connsiteX21" fmla="*/ 6906577 w 9995217"/>
                <a:gd name="connsiteY21" fmla="*/ 233680 h 683961"/>
                <a:gd name="connsiteX22" fmla="*/ 7516177 w 9995217"/>
                <a:gd name="connsiteY22" fmla="*/ 213360 h 683961"/>
                <a:gd name="connsiteX23" fmla="*/ 7831137 w 9995217"/>
                <a:gd name="connsiteY23" fmla="*/ 162560 h 683961"/>
                <a:gd name="connsiteX24" fmla="*/ 8024177 w 9995217"/>
                <a:gd name="connsiteY24" fmla="*/ 0 h 683961"/>
                <a:gd name="connsiteX25" fmla="*/ 8633777 w 9995217"/>
                <a:gd name="connsiteY25" fmla="*/ 142240 h 683961"/>
                <a:gd name="connsiteX26" fmla="*/ 9172257 w 9995217"/>
                <a:gd name="connsiteY26" fmla="*/ 243840 h 683961"/>
                <a:gd name="connsiteX27" fmla="*/ 9385617 w 9995217"/>
                <a:gd name="connsiteY27" fmla="*/ 274320 h 683961"/>
                <a:gd name="connsiteX28" fmla="*/ 9609137 w 9995217"/>
                <a:gd name="connsiteY28" fmla="*/ 375920 h 683961"/>
                <a:gd name="connsiteX29" fmla="*/ 9995217 w 9995217"/>
                <a:gd name="connsiteY29" fmla="*/ 335280 h 683961"/>
                <a:gd name="connsiteX0" fmla="*/ 0 w 9995217"/>
                <a:gd name="connsiteY0" fmla="*/ 310515 h 655483"/>
                <a:gd name="connsiteX1" fmla="*/ 471487 w 9995217"/>
                <a:gd name="connsiteY1" fmla="*/ 524828 h 655483"/>
                <a:gd name="connsiteX2" fmla="*/ 471487 w 9995217"/>
                <a:gd name="connsiteY2" fmla="*/ 524828 h 655483"/>
                <a:gd name="connsiteX3" fmla="*/ 600075 w 9995217"/>
                <a:gd name="connsiteY3" fmla="*/ 539115 h 655483"/>
                <a:gd name="connsiteX4" fmla="*/ 685800 w 9995217"/>
                <a:gd name="connsiteY4" fmla="*/ 567690 h 655483"/>
                <a:gd name="connsiteX5" fmla="*/ 771525 w 9995217"/>
                <a:gd name="connsiteY5" fmla="*/ 596265 h 655483"/>
                <a:gd name="connsiteX6" fmla="*/ 900112 w 9995217"/>
                <a:gd name="connsiteY6" fmla="*/ 639128 h 655483"/>
                <a:gd name="connsiteX7" fmla="*/ 942975 w 9995217"/>
                <a:gd name="connsiteY7" fmla="*/ 653415 h 655483"/>
                <a:gd name="connsiteX8" fmla="*/ 1057275 w 9995217"/>
                <a:gd name="connsiteY8" fmla="*/ 591023 h 655483"/>
                <a:gd name="connsiteX9" fmla="*/ 1349603 w 9995217"/>
                <a:gd name="connsiteY9" fmla="*/ 609628 h 655483"/>
                <a:gd name="connsiteX10" fmla="*/ 1528762 w 9995217"/>
                <a:gd name="connsiteY10" fmla="*/ 653415 h 655483"/>
                <a:gd name="connsiteX11" fmla="*/ 1643062 w 9995217"/>
                <a:gd name="connsiteY11" fmla="*/ 624840 h 655483"/>
                <a:gd name="connsiteX12" fmla="*/ 1843087 w 9995217"/>
                <a:gd name="connsiteY12" fmla="*/ 610553 h 655483"/>
                <a:gd name="connsiteX13" fmla="*/ 2657475 w 9995217"/>
                <a:gd name="connsiteY13" fmla="*/ 581978 h 655483"/>
                <a:gd name="connsiteX14" fmla="*/ 2800350 w 9995217"/>
                <a:gd name="connsiteY14" fmla="*/ 553403 h 655483"/>
                <a:gd name="connsiteX15" fmla="*/ 3143250 w 9995217"/>
                <a:gd name="connsiteY15" fmla="*/ 553403 h 655483"/>
                <a:gd name="connsiteX16" fmla="*/ 3584257 w 9995217"/>
                <a:gd name="connsiteY16" fmla="*/ 548640 h 655483"/>
                <a:gd name="connsiteX17" fmla="*/ 4488497 w 9995217"/>
                <a:gd name="connsiteY17" fmla="*/ 538480 h 655483"/>
                <a:gd name="connsiteX18" fmla="*/ 5057457 w 9995217"/>
                <a:gd name="connsiteY18" fmla="*/ 508000 h 655483"/>
                <a:gd name="connsiteX19" fmla="*/ 5585777 w 9995217"/>
                <a:gd name="connsiteY19" fmla="*/ 406400 h 655483"/>
                <a:gd name="connsiteX20" fmla="*/ 6408737 w 9995217"/>
                <a:gd name="connsiteY20" fmla="*/ 325120 h 655483"/>
                <a:gd name="connsiteX21" fmla="*/ 6906577 w 9995217"/>
                <a:gd name="connsiteY21" fmla="*/ 233680 h 655483"/>
                <a:gd name="connsiteX22" fmla="*/ 7516177 w 9995217"/>
                <a:gd name="connsiteY22" fmla="*/ 213360 h 655483"/>
                <a:gd name="connsiteX23" fmla="*/ 7831137 w 9995217"/>
                <a:gd name="connsiteY23" fmla="*/ 162560 h 655483"/>
                <a:gd name="connsiteX24" fmla="*/ 8024177 w 9995217"/>
                <a:gd name="connsiteY24" fmla="*/ 0 h 655483"/>
                <a:gd name="connsiteX25" fmla="*/ 8633777 w 9995217"/>
                <a:gd name="connsiteY25" fmla="*/ 142240 h 655483"/>
                <a:gd name="connsiteX26" fmla="*/ 9172257 w 9995217"/>
                <a:gd name="connsiteY26" fmla="*/ 243840 h 655483"/>
                <a:gd name="connsiteX27" fmla="*/ 9385617 w 9995217"/>
                <a:gd name="connsiteY27" fmla="*/ 274320 h 655483"/>
                <a:gd name="connsiteX28" fmla="*/ 9609137 w 9995217"/>
                <a:gd name="connsiteY28" fmla="*/ 375920 h 655483"/>
                <a:gd name="connsiteX29" fmla="*/ 9995217 w 9995217"/>
                <a:gd name="connsiteY29" fmla="*/ 335280 h 655483"/>
                <a:gd name="connsiteX0" fmla="*/ 0 w 9995217"/>
                <a:gd name="connsiteY0" fmla="*/ 310515 h 653647"/>
                <a:gd name="connsiteX1" fmla="*/ 471487 w 9995217"/>
                <a:gd name="connsiteY1" fmla="*/ 524828 h 653647"/>
                <a:gd name="connsiteX2" fmla="*/ 471487 w 9995217"/>
                <a:gd name="connsiteY2" fmla="*/ 524828 h 653647"/>
                <a:gd name="connsiteX3" fmla="*/ 600075 w 9995217"/>
                <a:gd name="connsiteY3" fmla="*/ 539115 h 653647"/>
                <a:gd name="connsiteX4" fmla="*/ 685800 w 9995217"/>
                <a:gd name="connsiteY4" fmla="*/ 567690 h 653647"/>
                <a:gd name="connsiteX5" fmla="*/ 771525 w 9995217"/>
                <a:gd name="connsiteY5" fmla="*/ 596265 h 653647"/>
                <a:gd name="connsiteX6" fmla="*/ 900112 w 9995217"/>
                <a:gd name="connsiteY6" fmla="*/ 639128 h 653647"/>
                <a:gd name="connsiteX7" fmla="*/ 896926 w 9995217"/>
                <a:gd name="connsiteY7" fmla="*/ 594209 h 653647"/>
                <a:gd name="connsiteX8" fmla="*/ 1057275 w 9995217"/>
                <a:gd name="connsiteY8" fmla="*/ 591023 h 653647"/>
                <a:gd name="connsiteX9" fmla="*/ 1349603 w 9995217"/>
                <a:gd name="connsiteY9" fmla="*/ 609628 h 653647"/>
                <a:gd name="connsiteX10" fmla="*/ 1528762 w 9995217"/>
                <a:gd name="connsiteY10" fmla="*/ 653415 h 653647"/>
                <a:gd name="connsiteX11" fmla="*/ 1643062 w 9995217"/>
                <a:gd name="connsiteY11" fmla="*/ 624840 h 653647"/>
                <a:gd name="connsiteX12" fmla="*/ 1843087 w 9995217"/>
                <a:gd name="connsiteY12" fmla="*/ 610553 h 653647"/>
                <a:gd name="connsiteX13" fmla="*/ 2657475 w 9995217"/>
                <a:gd name="connsiteY13" fmla="*/ 581978 h 653647"/>
                <a:gd name="connsiteX14" fmla="*/ 2800350 w 9995217"/>
                <a:gd name="connsiteY14" fmla="*/ 553403 h 653647"/>
                <a:gd name="connsiteX15" fmla="*/ 3143250 w 9995217"/>
                <a:gd name="connsiteY15" fmla="*/ 553403 h 653647"/>
                <a:gd name="connsiteX16" fmla="*/ 3584257 w 9995217"/>
                <a:gd name="connsiteY16" fmla="*/ 548640 h 653647"/>
                <a:gd name="connsiteX17" fmla="*/ 4488497 w 9995217"/>
                <a:gd name="connsiteY17" fmla="*/ 538480 h 653647"/>
                <a:gd name="connsiteX18" fmla="*/ 5057457 w 9995217"/>
                <a:gd name="connsiteY18" fmla="*/ 508000 h 653647"/>
                <a:gd name="connsiteX19" fmla="*/ 5585777 w 9995217"/>
                <a:gd name="connsiteY19" fmla="*/ 406400 h 653647"/>
                <a:gd name="connsiteX20" fmla="*/ 6408737 w 9995217"/>
                <a:gd name="connsiteY20" fmla="*/ 325120 h 653647"/>
                <a:gd name="connsiteX21" fmla="*/ 6906577 w 9995217"/>
                <a:gd name="connsiteY21" fmla="*/ 233680 h 653647"/>
                <a:gd name="connsiteX22" fmla="*/ 7516177 w 9995217"/>
                <a:gd name="connsiteY22" fmla="*/ 213360 h 653647"/>
                <a:gd name="connsiteX23" fmla="*/ 7831137 w 9995217"/>
                <a:gd name="connsiteY23" fmla="*/ 162560 h 653647"/>
                <a:gd name="connsiteX24" fmla="*/ 8024177 w 9995217"/>
                <a:gd name="connsiteY24" fmla="*/ 0 h 653647"/>
                <a:gd name="connsiteX25" fmla="*/ 8633777 w 9995217"/>
                <a:gd name="connsiteY25" fmla="*/ 142240 h 653647"/>
                <a:gd name="connsiteX26" fmla="*/ 9172257 w 9995217"/>
                <a:gd name="connsiteY26" fmla="*/ 243840 h 653647"/>
                <a:gd name="connsiteX27" fmla="*/ 9385617 w 9995217"/>
                <a:gd name="connsiteY27" fmla="*/ 274320 h 653647"/>
                <a:gd name="connsiteX28" fmla="*/ 9609137 w 9995217"/>
                <a:gd name="connsiteY28" fmla="*/ 375920 h 653647"/>
                <a:gd name="connsiteX29" fmla="*/ 9995217 w 9995217"/>
                <a:gd name="connsiteY29" fmla="*/ 335280 h 653647"/>
                <a:gd name="connsiteX0" fmla="*/ 0 w 9995217"/>
                <a:gd name="connsiteY0" fmla="*/ 310515 h 653647"/>
                <a:gd name="connsiteX1" fmla="*/ 471487 w 9995217"/>
                <a:gd name="connsiteY1" fmla="*/ 524828 h 653647"/>
                <a:gd name="connsiteX2" fmla="*/ 471487 w 9995217"/>
                <a:gd name="connsiteY2" fmla="*/ 524828 h 653647"/>
                <a:gd name="connsiteX3" fmla="*/ 600075 w 9995217"/>
                <a:gd name="connsiteY3" fmla="*/ 539115 h 653647"/>
                <a:gd name="connsiteX4" fmla="*/ 685800 w 9995217"/>
                <a:gd name="connsiteY4" fmla="*/ 567690 h 653647"/>
                <a:gd name="connsiteX5" fmla="*/ 771525 w 9995217"/>
                <a:gd name="connsiteY5" fmla="*/ 596265 h 653647"/>
                <a:gd name="connsiteX6" fmla="*/ 900112 w 9995217"/>
                <a:gd name="connsiteY6" fmla="*/ 639128 h 653647"/>
                <a:gd name="connsiteX7" fmla="*/ 896926 w 9995217"/>
                <a:gd name="connsiteY7" fmla="*/ 594209 h 653647"/>
                <a:gd name="connsiteX8" fmla="*/ 1057275 w 9995217"/>
                <a:gd name="connsiteY8" fmla="*/ 591023 h 653647"/>
                <a:gd name="connsiteX9" fmla="*/ 1349603 w 9995217"/>
                <a:gd name="connsiteY9" fmla="*/ 609628 h 653647"/>
                <a:gd name="connsiteX10" fmla="*/ 1528762 w 9995217"/>
                <a:gd name="connsiteY10" fmla="*/ 653415 h 653647"/>
                <a:gd name="connsiteX11" fmla="*/ 1643062 w 9995217"/>
                <a:gd name="connsiteY11" fmla="*/ 624840 h 653647"/>
                <a:gd name="connsiteX12" fmla="*/ 1843087 w 9995217"/>
                <a:gd name="connsiteY12" fmla="*/ 610553 h 653647"/>
                <a:gd name="connsiteX13" fmla="*/ 2440387 w 9995217"/>
                <a:gd name="connsiteY13" fmla="*/ 522772 h 653647"/>
                <a:gd name="connsiteX14" fmla="*/ 2800350 w 9995217"/>
                <a:gd name="connsiteY14" fmla="*/ 553403 h 653647"/>
                <a:gd name="connsiteX15" fmla="*/ 3143250 w 9995217"/>
                <a:gd name="connsiteY15" fmla="*/ 553403 h 653647"/>
                <a:gd name="connsiteX16" fmla="*/ 3584257 w 9995217"/>
                <a:gd name="connsiteY16" fmla="*/ 548640 h 653647"/>
                <a:gd name="connsiteX17" fmla="*/ 4488497 w 9995217"/>
                <a:gd name="connsiteY17" fmla="*/ 538480 h 653647"/>
                <a:gd name="connsiteX18" fmla="*/ 5057457 w 9995217"/>
                <a:gd name="connsiteY18" fmla="*/ 508000 h 653647"/>
                <a:gd name="connsiteX19" fmla="*/ 5585777 w 9995217"/>
                <a:gd name="connsiteY19" fmla="*/ 406400 h 653647"/>
                <a:gd name="connsiteX20" fmla="*/ 6408737 w 9995217"/>
                <a:gd name="connsiteY20" fmla="*/ 325120 h 653647"/>
                <a:gd name="connsiteX21" fmla="*/ 6906577 w 9995217"/>
                <a:gd name="connsiteY21" fmla="*/ 233680 h 653647"/>
                <a:gd name="connsiteX22" fmla="*/ 7516177 w 9995217"/>
                <a:gd name="connsiteY22" fmla="*/ 213360 h 653647"/>
                <a:gd name="connsiteX23" fmla="*/ 7831137 w 9995217"/>
                <a:gd name="connsiteY23" fmla="*/ 162560 h 653647"/>
                <a:gd name="connsiteX24" fmla="*/ 8024177 w 9995217"/>
                <a:gd name="connsiteY24" fmla="*/ 0 h 653647"/>
                <a:gd name="connsiteX25" fmla="*/ 8633777 w 9995217"/>
                <a:gd name="connsiteY25" fmla="*/ 142240 h 653647"/>
                <a:gd name="connsiteX26" fmla="*/ 9172257 w 9995217"/>
                <a:gd name="connsiteY26" fmla="*/ 243840 h 653647"/>
                <a:gd name="connsiteX27" fmla="*/ 9385617 w 9995217"/>
                <a:gd name="connsiteY27" fmla="*/ 274320 h 653647"/>
                <a:gd name="connsiteX28" fmla="*/ 9609137 w 9995217"/>
                <a:gd name="connsiteY28" fmla="*/ 375920 h 653647"/>
                <a:gd name="connsiteX29" fmla="*/ 9995217 w 9995217"/>
                <a:gd name="connsiteY29" fmla="*/ 335280 h 653647"/>
                <a:gd name="connsiteX0" fmla="*/ 0 w 9995217"/>
                <a:gd name="connsiteY0" fmla="*/ 310515 h 653647"/>
                <a:gd name="connsiteX1" fmla="*/ 471487 w 9995217"/>
                <a:gd name="connsiteY1" fmla="*/ 524828 h 653647"/>
                <a:gd name="connsiteX2" fmla="*/ 471487 w 9995217"/>
                <a:gd name="connsiteY2" fmla="*/ 524828 h 653647"/>
                <a:gd name="connsiteX3" fmla="*/ 600075 w 9995217"/>
                <a:gd name="connsiteY3" fmla="*/ 539115 h 653647"/>
                <a:gd name="connsiteX4" fmla="*/ 685800 w 9995217"/>
                <a:gd name="connsiteY4" fmla="*/ 567690 h 653647"/>
                <a:gd name="connsiteX5" fmla="*/ 771525 w 9995217"/>
                <a:gd name="connsiteY5" fmla="*/ 596265 h 653647"/>
                <a:gd name="connsiteX6" fmla="*/ 900112 w 9995217"/>
                <a:gd name="connsiteY6" fmla="*/ 639128 h 653647"/>
                <a:gd name="connsiteX7" fmla="*/ 896926 w 9995217"/>
                <a:gd name="connsiteY7" fmla="*/ 594209 h 653647"/>
                <a:gd name="connsiteX8" fmla="*/ 1057275 w 9995217"/>
                <a:gd name="connsiteY8" fmla="*/ 591023 h 653647"/>
                <a:gd name="connsiteX9" fmla="*/ 1349603 w 9995217"/>
                <a:gd name="connsiteY9" fmla="*/ 609628 h 653647"/>
                <a:gd name="connsiteX10" fmla="*/ 1528762 w 9995217"/>
                <a:gd name="connsiteY10" fmla="*/ 653415 h 653647"/>
                <a:gd name="connsiteX11" fmla="*/ 1643062 w 9995217"/>
                <a:gd name="connsiteY11" fmla="*/ 624840 h 653647"/>
                <a:gd name="connsiteX12" fmla="*/ 1843087 w 9995217"/>
                <a:gd name="connsiteY12" fmla="*/ 610553 h 653647"/>
                <a:gd name="connsiteX13" fmla="*/ 2440387 w 9995217"/>
                <a:gd name="connsiteY13" fmla="*/ 522772 h 653647"/>
                <a:gd name="connsiteX14" fmla="*/ 2800350 w 9995217"/>
                <a:gd name="connsiteY14" fmla="*/ 553403 h 653647"/>
                <a:gd name="connsiteX15" fmla="*/ 3143250 w 9995217"/>
                <a:gd name="connsiteY15" fmla="*/ 553403 h 653647"/>
                <a:gd name="connsiteX16" fmla="*/ 3584257 w 9995217"/>
                <a:gd name="connsiteY16" fmla="*/ 548640 h 653647"/>
                <a:gd name="connsiteX17" fmla="*/ 4488497 w 9995217"/>
                <a:gd name="connsiteY17" fmla="*/ 538480 h 653647"/>
                <a:gd name="connsiteX18" fmla="*/ 5057457 w 9995217"/>
                <a:gd name="connsiteY18" fmla="*/ 508000 h 653647"/>
                <a:gd name="connsiteX19" fmla="*/ 5585777 w 9995217"/>
                <a:gd name="connsiteY19" fmla="*/ 406400 h 653647"/>
                <a:gd name="connsiteX20" fmla="*/ 6408737 w 9995217"/>
                <a:gd name="connsiteY20" fmla="*/ 325120 h 653647"/>
                <a:gd name="connsiteX21" fmla="*/ 6906577 w 9995217"/>
                <a:gd name="connsiteY21" fmla="*/ 233680 h 653647"/>
                <a:gd name="connsiteX22" fmla="*/ 7516177 w 9995217"/>
                <a:gd name="connsiteY22" fmla="*/ 213360 h 653647"/>
                <a:gd name="connsiteX23" fmla="*/ 7831137 w 9995217"/>
                <a:gd name="connsiteY23" fmla="*/ 162560 h 653647"/>
                <a:gd name="connsiteX24" fmla="*/ 8024177 w 9995217"/>
                <a:gd name="connsiteY24" fmla="*/ 0 h 653647"/>
                <a:gd name="connsiteX25" fmla="*/ 8633777 w 9995217"/>
                <a:gd name="connsiteY25" fmla="*/ 142240 h 653647"/>
                <a:gd name="connsiteX26" fmla="*/ 9172257 w 9995217"/>
                <a:gd name="connsiteY26" fmla="*/ 243840 h 653647"/>
                <a:gd name="connsiteX27" fmla="*/ 9385617 w 9995217"/>
                <a:gd name="connsiteY27" fmla="*/ 274320 h 653647"/>
                <a:gd name="connsiteX28" fmla="*/ 9609137 w 9995217"/>
                <a:gd name="connsiteY28" fmla="*/ 375920 h 653647"/>
                <a:gd name="connsiteX29" fmla="*/ 9995217 w 9995217"/>
                <a:gd name="connsiteY29" fmla="*/ 335280 h 65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995217" h="653647">
                  <a:moveTo>
                    <a:pt x="0" y="310515"/>
                  </a:moveTo>
                  <a:lnTo>
                    <a:pt x="471487" y="524828"/>
                  </a:lnTo>
                  <a:lnTo>
                    <a:pt x="471487" y="524828"/>
                  </a:lnTo>
                  <a:cubicBezTo>
                    <a:pt x="514350" y="529590"/>
                    <a:pt x="557786" y="530657"/>
                    <a:pt x="600075" y="539115"/>
                  </a:cubicBezTo>
                  <a:cubicBezTo>
                    <a:pt x="629611" y="545022"/>
                    <a:pt x="657225" y="558165"/>
                    <a:pt x="685800" y="567690"/>
                  </a:cubicBezTo>
                  <a:lnTo>
                    <a:pt x="771525" y="596265"/>
                  </a:lnTo>
                  <a:lnTo>
                    <a:pt x="900112" y="639128"/>
                  </a:lnTo>
                  <a:cubicBezTo>
                    <a:pt x="914400" y="643891"/>
                    <a:pt x="870732" y="602226"/>
                    <a:pt x="896926" y="594209"/>
                  </a:cubicBezTo>
                  <a:cubicBezTo>
                    <a:pt x="923120" y="586192"/>
                    <a:pt x="979462" y="571569"/>
                    <a:pt x="1057275" y="591023"/>
                  </a:cubicBezTo>
                  <a:cubicBezTo>
                    <a:pt x="1152525" y="586260"/>
                    <a:pt x="1271022" y="599229"/>
                    <a:pt x="1349603" y="609628"/>
                  </a:cubicBezTo>
                  <a:cubicBezTo>
                    <a:pt x="1428184" y="620027"/>
                    <a:pt x="1479852" y="650880"/>
                    <a:pt x="1528762" y="653415"/>
                  </a:cubicBezTo>
                  <a:cubicBezTo>
                    <a:pt x="1577672" y="655950"/>
                    <a:pt x="1525755" y="637188"/>
                    <a:pt x="1643062" y="624840"/>
                  </a:cubicBezTo>
                  <a:cubicBezTo>
                    <a:pt x="1709540" y="617842"/>
                    <a:pt x="1776412" y="615315"/>
                    <a:pt x="1843087" y="610553"/>
                  </a:cubicBezTo>
                  <a:cubicBezTo>
                    <a:pt x="2153740" y="532887"/>
                    <a:pt x="1691302" y="643962"/>
                    <a:pt x="2440387" y="522772"/>
                  </a:cubicBezTo>
                  <a:cubicBezTo>
                    <a:pt x="2488332" y="515015"/>
                    <a:pt x="2751782" y="553403"/>
                    <a:pt x="2800350" y="553403"/>
                  </a:cubicBezTo>
                  <a:lnTo>
                    <a:pt x="3143250" y="553403"/>
                  </a:lnTo>
                  <a:lnTo>
                    <a:pt x="3584257" y="548640"/>
                  </a:lnTo>
                  <a:lnTo>
                    <a:pt x="4488497" y="538480"/>
                  </a:lnTo>
                  <a:lnTo>
                    <a:pt x="5057457" y="508000"/>
                  </a:lnTo>
                  <a:lnTo>
                    <a:pt x="5585777" y="406400"/>
                  </a:lnTo>
                  <a:lnTo>
                    <a:pt x="6408737" y="325120"/>
                  </a:lnTo>
                  <a:lnTo>
                    <a:pt x="6906577" y="233680"/>
                  </a:lnTo>
                  <a:lnTo>
                    <a:pt x="7516177" y="213360"/>
                  </a:lnTo>
                  <a:lnTo>
                    <a:pt x="7831137" y="162560"/>
                  </a:lnTo>
                  <a:lnTo>
                    <a:pt x="8024177" y="0"/>
                  </a:lnTo>
                  <a:lnTo>
                    <a:pt x="8633777" y="142240"/>
                  </a:lnTo>
                  <a:lnTo>
                    <a:pt x="9172257" y="243840"/>
                  </a:lnTo>
                  <a:lnTo>
                    <a:pt x="9385617" y="274320"/>
                  </a:lnTo>
                  <a:lnTo>
                    <a:pt x="9609137" y="375920"/>
                  </a:lnTo>
                  <a:lnTo>
                    <a:pt x="9995217" y="335280"/>
                  </a:lnTo>
                </a:path>
              </a:pathLst>
            </a:custGeom>
            <a:noFill/>
            <a:ln w="603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87BBEAB5-0FEF-7843-4865-783CCBB4384E}"/>
                </a:ext>
              </a:extLst>
            </p:cNvPr>
            <p:cNvSpPr/>
            <p:nvPr/>
          </p:nvSpPr>
          <p:spPr>
            <a:xfrm>
              <a:off x="10027920" y="1774003"/>
              <a:ext cx="2204720" cy="254000"/>
            </a:xfrm>
            <a:custGeom>
              <a:avLst/>
              <a:gdLst>
                <a:gd name="connsiteX0" fmla="*/ 0 w 2204720"/>
                <a:gd name="connsiteY0" fmla="*/ 243840 h 254000"/>
                <a:gd name="connsiteX1" fmla="*/ 0 w 2204720"/>
                <a:gd name="connsiteY1" fmla="*/ 243840 h 254000"/>
                <a:gd name="connsiteX2" fmla="*/ 91440 w 2204720"/>
                <a:gd name="connsiteY2" fmla="*/ 254000 h 254000"/>
                <a:gd name="connsiteX3" fmla="*/ 294640 w 2204720"/>
                <a:gd name="connsiteY3" fmla="*/ 233680 h 254000"/>
                <a:gd name="connsiteX4" fmla="*/ 406400 w 2204720"/>
                <a:gd name="connsiteY4" fmla="*/ 213360 h 254000"/>
                <a:gd name="connsiteX5" fmla="*/ 508000 w 2204720"/>
                <a:gd name="connsiteY5" fmla="*/ 203200 h 254000"/>
                <a:gd name="connsiteX6" fmla="*/ 548640 w 2204720"/>
                <a:gd name="connsiteY6" fmla="*/ 193040 h 254000"/>
                <a:gd name="connsiteX7" fmla="*/ 579120 w 2204720"/>
                <a:gd name="connsiteY7" fmla="*/ 182880 h 254000"/>
                <a:gd name="connsiteX8" fmla="*/ 629920 w 2204720"/>
                <a:gd name="connsiteY8" fmla="*/ 172720 h 254000"/>
                <a:gd name="connsiteX9" fmla="*/ 670560 w 2204720"/>
                <a:gd name="connsiteY9" fmla="*/ 162560 h 254000"/>
                <a:gd name="connsiteX10" fmla="*/ 772160 w 2204720"/>
                <a:gd name="connsiteY10" fmla="*/ 142240 h 254000"/>
                <a:gd name="connsiteX11" fmla="*/ 863600 w 2204720"/>
                <a:gd name="connsiteY11" fmla="*/ 111760 h 254000"/>
                <a:gd name="connsiteX12" fmla="*/ 894080 w 2204720"/>
                <a:gd name="connsiteY12" fmla="*/ 101600 h 254000"/>
                <a:gd name="connsiteX13" fmla="*/ 944880 w 2204720"/>
                <a:gd name="connsiteY13" fmla="*/ 91440 h 254000"/>
                <a:gd name="connsiteX14" fmla="*/ 985520 w 2204720"/>
                <a:gd name="connsiteY14" fmla="*/ 81280 h 254000"/>
                <a:gd name="connsiteX15" fmla="*/ 1259840 w 2204720"/>
                <a:gd name="connsiteY15" fmla="*/ 60960 h 254000"/>
                <a:gd name="connsiteX16" fmla="*/ 1320800 w 2204720"/>
                <a:gd name="connsiteY16" fmla="*/ 50800 h 254000"/>
                <a:gd name="connsiteX17" fmla="*/ 1371600 w 2204720"/>
                <a:gd name="connsiteY17" fmla="*/ 40640 h 254000"/>
                <a:gd name="connsiteX18" fmla="*/ 1503680 w 2204720"/>
                <a:gd name="connsiteY18" fmla="*/ 30480 h 254000"/>
                <a:gd name="connsiteX19" fmla="*/ 1544320 w 2204720"/>
                <a:gd name="connsiteY19" fmla="*/ 20320 h 254000"/>
                <a:gd name="connsiteX20" fmla="*/ 1656080 w 2204720"/>
                <a:gd name="connsiteY20" fmla="*/ 0 h 254000"/>
                <a:gd name="connsiteX21" fmla="*/ 1930400 w 2204720"/>
                <a:gd name="connsiteY21" fmla="*/ 10160 h 254000"/>
                <a:gd name="connsiteX22" fmla="*/ 1960880 w 2204720"/>
                <a:gd name="connsiteY22" fmla="*/ 20320 h 254000"/>
                <a:gd name="connsiteX23" fmla="*/ 2204720 w 2204720"/>
                <a:gd name="connsiteY23" fmla="*/ 20320 h 254000"/>
                <a:gd name="connsiteX24" fmla="*/ 2204720 w 2204720"/>
                <a:gd name="connsiteY24" fmla="*/ 2032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4720" h="254000">
                  <a:moveTo>
                    <a:pt x="0" y="243840"/>
                  </a:moveTo>
                  <a:lnTo>
                    <a:pt x="0" y="243840"/>
                  </a:lnTo>
                  <a:cubicBezTo>
                    <a:pt x="30480" y="247227"/>
                    <a:pt x="60772" y="254000"/>
                    <a:pt x="91440" y="254000"/>
                  </a:cubicBezTo>
                  <a:cubicBezTo>
                    <a:pt x="145168" y="254000"/>
                    <a:pt x="235248" y="243579"/>
                    <a:pt x="294640" y="233680"/>
                  </a:cubicBezTo>
                  <a:cubicBezTo>
                    <a:pt x="357060" y="223277"/>
                    <a:pt x="338641" y="221830"/>
                    <a:pt x="406400" y="213360"/>
                  </a:cubicBezTo>
                  <a:cubicBezTo>
                    <a:pt x="440173" y="209138"/>
                    <a:pt x="474133" y="206587"/>
                    <a:pt x="508000" y="203200"/>
                  </a:cubicBezTo>
                  <a:cubicBezTo>
                    <a:pt x="521547" y="199813"/>
                    <a:pt x="535214" y="196876"/>
                    <a:pt x="548640" y="193040"/>
                  </a:cubicBezTo>
                  <a:cubicBezTo>
                    <a:pt x="558938" y="190098"/>
                    <a:pt x="568730" y="185477"/>
                    <a:pt x="579120" y="182880"/>
                  </a:cubicBezTo>
                  <a:cubicBezTo>
                    <a:pt x="595873" y="178692"/>
                    <a:pt x="613063" y="176466"/>
                    <a:pt x="629920" y="172720"/>
                  </a:cubicBezTo>
                  <a:cubicBezTo>
                    <a:pt x="643551" y="169691"/>
                    <a:pt x="656906" y="165486"/>
                    <a:pt x="670560" y="162560"/>
                  </a:cubicBezTo>
                  <a:cubicBezTo>
                    <a:pt x="704331" y="155323"/>
                    <a:pt x="739395" y="153162"/>
                    <a:pt x="772160" y="142240"/>
                  </a:cubicBezTo>
                  <a:lnTo>
                    <a:pt x="863600" y="111760"/>
                  </a:lnTo>
                  <a:cubicBezTo>
                    <a:pt x="873760" y="108373"/>
                    <a:pt x="883578" y="103700"/>
                    <a:pt x="894080" y="101600"/>
                  </a:cubicBezTo>
                  <a:cubicBezTo>
                    <a:pt x="911013" y="98213"/>
                    <a:pt x="928023" y="95186"/>
                    <a:pt x="944880" y="91440"/>
                  </a:cubicBezTo>
                  <a:cubicBezTo>
                    <a:pt x="958511" y="88411"/>
                    <a:pt x="971782" y="83778"/>
                    <a:pt x="985520" y="81280"/>
                  </a:cubicBezTo>
                  <a:cubicBezTo>
                    <a:pt x="1082912" y="63572"/>
                    <a:pt x="1148448" y="66530"/>
                    <a:pt x="1259840" y="60960"/>
                  </a:cubicBezTo>
                  <a:lnTo>
                    <a:pt x="1320800" y="50800"/>
                  </a:lnTo>
                  <a:cubicBezTo>
                    <a:pt x="1337790" y="47711"/>
                    <a:pt x="1354437" y="42547"/>
                    <a:pt x="1371600" y="40640"/>
                  </a:cubicBezTo>
                  <a:cubicBezTo>
                    <a:pt x="1415487" y="35764"/>
                    <a:pt x="1459653" y="33867"/>
                    <a:pt x="1503680" y="30480"/>
                  </a:cubicBezTo>
                  <a:cubicBezTo>
                    <a:pt x="1517227" y="27093"/>
                    <a:pt x="1530689" y="23349"/>
                    <a:pt x="1544320" y="20320"/>
                  </a:cubicBezTo>
                  <a:cubicBezTo>
                    <a:pt x="1586920" y="10853"/>
                    <a:pt x="1611966" y="7352"/>
                    <a:pt x="1656080" y="0"/>
                  </a:cubicBezTo>
                  <a:cubicBezTo>
                    <a:pt x="1747520" y="3387"/>
                    <a:pt x="1839100" y="4073"/>
                    <a:pt x="1930400" y="10160"/>
                  </a:cubicBezTo>
                  <a:cubicBezTo>
                    <a:pt x="1941086" y="10872"/>
                    <a:pt x="1950178" y="19924"/>
                    <a:pt x="1960880" y="20320"/>
                  </a:cubicBezTo>
                  <a:cubicBezTo>
                    <a:pt x="2042104" y="23328"/>
                    <a:pt x="2123440" y="20320"/>
                    <a:pt x="2204720" y="20320"/>
                  </a:cubicBezTo>
                  <a:lnTo>
                    <a:pt x="2204720" y="20320"/>
                  </a:lnTo>
                </a:path>
              </a:pathLst>
            </a:custGeom>
            <a:noFill/>
            <a:ln w="603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C56DCC7F-0918-A4F9-0DD8-76DA3594C99E}"/>
              </a:ext>
            </a:extLst>
          </p:cNvPr>
          <p:cNvGrpSpPr/>
          <p:nvPr/>
        </p:nvGrpSpPr>
        <p:grpSpPr>
          <a:xfrm>
            <a:off x="5616380" y="4685625"/>
            <a:ext cx="3393900" cy="265457"/>
            <a:chOff x="6580607" y="4918496"/>
            <a:chExt cx="4525200" cy="353942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3891C228-30AF-9ED8-2043-91D03EC97360}"/>
                </a:ext>
              </a:extLst>
            </p:cNvPr>
            <p:cNvSpPr/>
            <p:nvPr/>
          </p:nvSpPr>
          <p:spPr>
            <a:xfrm>
              <a:off x="6580607" y="4937063"/>
              <a:ext cx="389744" cy="29362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C867AFCE-02AD-A232-517F-758A687B2A51}"/>
                </a:ext>
              </a:extLst>
            </p:cNvPr>
            <p:cNvSpPr txBox="1"/>
            <p:nvPr/>
          </p:nvSpPr>
          <p:spPr>
            <a:xfrm>
              <a:off x="7065811" y="4918496"/>
              <a:ext cx="4039996" cy="353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s-ES" sz="1125" b="1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Plantación de pinar para frenar la erosión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D396073A-711C-8E57-A874-85C3E0E637E7}"/>
              </a:ext>
            </a:extLst>
          </p:cNvPr>
          <p:cNvGrpSpPr/>
          <p:nvPr/>
        </p:nvGrpSpPr>
        <p:grpSpPr>
          <a:xfrm>
            <a:off x="5616380" y="4973926"/>
            <a:ext cx="3498094" cy="265457"/>
            <a:chOff x="6580607" y="5353364"/>
            <a:chExt cx="4664126" cy="353943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A74CCB2-613B-3C5B-F376-9488999CA5C0}"/>
                </a:ext>
              </a:extLst>
            </p:cNvPr>
            <p:cNvSpPr/>
            <p:nvPr/>
          </p:nvSpPr>
          <p:spPr>
            <a:xfrm>
              <a:off x="6580607" y="5368133"/>
              <a:ext cx="389744" cy="29362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750B75E0-FB9A-E1CA-25ED-834834E83AE8}"/>
                </a:ext>
              </a:extLst>
            </p:cNvPr>
            <p:cNvSpPr txBox="1"/>
            <p:nvPr/>
          </p:nvSpPr>
          <p:spPr>
            <a:xfrm>
              <a:off x="7065811" y="5353364"/>
              <a:ext cx="417892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s-ES" sz="1125" b="1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Estación de esquí para activar la economía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5216FD0A-6FFA-DF4D-E5E8-742925F1CAC8}"/>
              </a:ext>
            </a:extLst>
          </p:cNvPr>
          <p:cNvGrpSpPr/>
          <p:nvPr/>
        </p:nvGrpSpPr>
        <p:grpSpPr>
          <a:xfrm>
            <a:off x="5616378" y="5262229"/>
            <a:ext cx="2800789" cy="265457"/>
            <a:chOff x="6580607" y="5773088"/>
            <a:chExt cx="3734385" cy="35394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2A6AD075-1A0F-C35B-56DE-EDAA03B861D6}"/>
                </a:ext>
              </a:extLst>
            </p:cNvPr>
            <p:cNvSpPr/>
            <p:nvPr/>
          </p:nvSpPr>
          <p:spPr>
            <a:xfrm>
              <a:off x="6580607" y="5787857"/>
              <a:ext cx="389744" cy="2936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B8AD6E1-A099-D95E-8283-CDD90AF79A34}"/>
                </a:ext>
              </a:extLst>
            </p:cNvPr>
            <p:cNvSpPr txBox="1"/>
            <p:nvPr/>
          </p:nvSpPr>
          <p:spPr>
            <a:xfrm>
              <a:off x="7065811" y="5773088"/>
              <a:ext cx="3249181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s-ES" sz="1125" b="1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Núcleo urbano asociado al esquí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6FDA0827-955D-692A-6EBB-7D420A3E8839}"/>
              </a:ext>
            </a:extLst>
          </p:cNvPr>
          <p:cNvGrpSpPr/>
          <p:nvPr/>
        </p:nvGrpSpPr>
        <p:grpSpPr>
          <a:xfrm>
            <a:off x="5616380" y="5550532"/>
            <a:ext cx="1806927" cy="265457"/>
            <a:chOff x="6580607" y="6252773"/>
            <a:chExt cx="2409236" cy="353943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052C9945-C399-122F-5554-151504195D3D}"/>
                </a:ext>
              </a:extLst>
            </p:cNvPr>
            <p:cNvSpPr/>
            <p:nvPr/>
          </p:nvSpPr>
          <p:spPr>
            <a:xfrm>
              <a:off x="6580607" y="6267542"/>
              <a:ext cx="389744" cy="293626"/>
            </a:xfrm>
            <a:prstGeom prst="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12BB45C-B77B-36B6-64DD-3BBC7C4DF854}"/>
                </a:ext>
              </a:extLst>
            </p:cNvPr>
            <p:cNvSpPr txBox="1"/>
            <p:nvPr/>
          </p:nvSpPr>
          <p:spPr>
            <a:xfrm>
              <a:off x="7065811" y="6252773"/>
              <a:ext cx="192403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s-ES" sz="1125" b="1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Espacio protegido</a:t>
              </a:r>
            </a:p>
          </p:txBody>
        </p:sp>
      </p:grp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CD123D3-339A-09CB-4AE7-4FFE911AA21D}"/>
              </a:ext>
            </a:extLst>
          </p:cNvPr>
          <p:cNvSpPr txBox="1"/>
          <p:nvPr/>
        </p:nvSpPr>
        <p:spPr>
          <a:xfrm>
            <a:off x="389191" y="962404"/>
            <a:ext cx="240592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500" b="1">
                <a:effectLst>
                  <a:glow rad="190500">
                    <a:schemeClr val="bg1">
                      <a:alpha val="42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350" kern="1200" dirty="0">
                <a:solidFill>
                  <a:prstClr val="black"/>
                </a:solidFill>
                <a:effectLst>
                  <a:glow rad="190500">
                    <a:srgbClr val="FFC000">
                      <a:alpha val="86000"/>
                    </a:srgbClr>
                  </a:glow>
                </a:effectLst>
                <a:ea typeface="+mn-ea"/>
              </a:rPr>
              <a:t>No podemos controlar un sistema  incidiendo solo en elementos sectoriales</a:t>
            </a: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1F4269E-8CB2-8566-0E6B-7DCB8BF26C11}"/>
              </a:ext>
            </a:extLst>
          </p:cNvPr>
          <p:cNvGrpSpPr/>
          <p:nvPr/>
        </p:nvGrpSpPr>
        <p:grpSpPr>
          <a:xfrm>
            <a:off x="103446" y="1654900"/>
            <a:ext cx="3195471" cy="663569"/>
            <a:chOff x="137928" y="1063534"/>
            <a:chExt cx="4260628" cy="884758"/>
          </a:xfrm>
        </p:grpSpPr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D6A1DAD2-CA39-E314-46C8-D5D858D80DA0}"/>
                </a:ext>
              </a:extLst>
            </p:cNvPr>
            <p:cNvSpPr txBox="1"/>
            <p:nvPr/>
          </p:nvSpPr>
          <p:spPr>
            <a:xfrm>
              <a:off x="137928" y="1332739"/>
              <a:ext cx="18389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a typeface="+mn-ea"/>
                </a:rPr>
                <a:t>Efecto limitado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5C6AFA7D-B9E0-EAA5-D5C6-95CD7363574D}"/>
                </a:ext>
              </a:extLst>
            </p:cNvPr>
            <p:cNvSpPr txBox="1"/>
            <p:nvPr/>
          </p:nvSpPr>
          <p:spPr>
            <a:xfrm>
              <a:off x="2022525" y="1332739"/>
              <a:ext cx="2376031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a typeface="+mn-ea"/>
                </a:rPr>
                <a:t>Consecuencias en otros elementos</a:t>
              </a:r>
            </a:p>
          </p:txBody>
        </p:sp>
        <p:cxnSp>
          <p:nvCxnSpPr>
            <p:cNvPr id="52" name="Conector recto de flecha 51">
              <a:extLst>
                <a:ext uri="{FF2B5EF4-FFF2-40B4-BE49-F238E27FC236}">
                  <a16:creationId xmlns:a16="http://schemas.microsoft.com/office/drawing/2014/main" id="{EB33A03C-A202-6F9B-C1F6-93FFF44CDDC3}"/>
                </a:ext>
              </a:extLst>
            </p:cNvPr>
            <p:cNvCxnSpPr/>
            <p:nvPr/>
          </p:nvCxnSpPr>
          <p:spPr>
            <a:xfrm flipH="1">
              <a:off x="1358283" y="1063534"/>
              <a:ext cx="488272" cy="269205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4D1F97B4-3CE4-156C-8047-FF1D8AACBDFD}"/>
                </a:ext>
              </a:extLst>
            </p:cNvPr>
            <p:cNvCxnSpPr>
              <a:cxnSpLocks/>
            </p:cNvCxnSpPr>
            <p:nvPr/>
          </p:nvCxnSpPr>
          <p:spPr>
            <a:xfrm>
              <a:off x="1846555" y="1079717"/>
              <a:ext cx="497150" cy="251913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Cloud Callout 3">
            <a:extLst>
              <a:ext uri="{FF2B5EF4-FFF2-40B4-BE49-F238E27FC236}">
                <a16:creationId xmlns:a16="http://schemas.microsoft.com/office/drawing/2014/main" id="{AF5ECD9C-8E28-F64C-EAF0-6EC04BB7C1F1}"/>
              </a:ext>
            </a:extLst>
          </p:cNvPr>
          <p:cNvSpPr/>
          <p:nvPr/>
        </p:nvSpPr>
        <p:spPr>
          <a:xfrm>
            <a:off x="7555366" y="3429001"/>
            <a:ext cx="1653540" cy="1050749"/>
          </a:xfrm>
          <a:prstGeom prst="cloudCallout">
            <a:avLst>
              <a:gd name="adj1" fmla="val 63509"/>
              <a:gd name="adj2" fmla="val 586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s-ES_tradnl" sz="1200" b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diría D. Meadows sobre este territorio?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B4836778-688A-41B3-5D16-64DEB15066BB}"/>
              </a:ext>
            </a:extLst>
          </p:cNvPr>
          <p:cNvGrpSpPr/>
          <p:nvPr/>
        </p:nvGrpSpPr>
        <p:grpSpPr>
          <a:xfrm>
            <a:off x="347236" y="3573095"/>
            <a:ext cx="1236333" cy="781824"/>
            <a:chOff x="462981" y="3621124"/>
            <a:chExt cx="1648444" cy="1042432"/>
          </a:xfrm>
        </p:grpSpPr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F7FA283E-D57C-D97D-8A0E-41A72A1CD4ED}"/>
                </a:ext>
              </a:extLst>
            </p:cNvPr>
            <p:cNvSpPr txBox="1"/>
            <p:nvPr/>
          </p:nvSpPr>
          <p:spPr>
            <a:xfrm>
              <a:off x="559157" y="3621124"/>
              <a:ext cx="13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a typeface="+mn-ea"/>
                </a:rPr>
                <a:t>Incendios</a:t>
              </a:r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47664C95-D7E8-DD30-E7A2-5AA33A141499}"/>
                </a:ext>
              </a:extLst>
            </p:cNvPr>
            <p:cNvSpPr txBox="1"/>
            <p:nvPr/>
          </p:nvSpPr>
          <p:spPr>
            <a:xfrm>
              <a:off x="559157" y="3964024"/>
              <a:ext cx="13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a typeface="+mn-ea"/>
                </a:rPr>
                <a:t>Plagas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6497C845-A529-9A28-0BE4-8D8B7576B0BD}"/>
                </a:ext>
              </a:extLst>
            </p:cNvPr>
            <p:cNvSpPr txBox="1"/>
            <p:nvPr/>
          </p:nvSpPr>
          <p:spPr>
            <a:xfrm>
              <a:off x="559157" y="4294224"/>
              <a:ext cx="1552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a typeface="+mn-ea"/>
                </a:rPr>
                <a:t>Decaimiento</a:t>
              </a:r>
            </a:p>
          </p:txBody>
        </p:sp>
        <p:cxnSp>
          <p:nvCxnSpPr>
            <p:cNvPr id="59" name="Conector recto de flecha 58">
              <a:extLst>
                <a:ext uri="{FF2B5EF4-FFF2-40B4-BE49-F238E27FC236}">
                  <a16:creationId xmlns:a16="http://schemas.microsoft.com/office/drawing/2014/main" id="{726BD932-C7DF-E8BF-57E9-A4540ED689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981" y="3734321"/>
              <a:ext cx="9635" cy="729180"/>
            </a:xfrm>
            <a:prstGeom prst="straightConnector1">
              <a:avLst/>
            </a:prstGeom>
            <a:ln w="508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0C4C4DB-B65E-8ADC-1D72-692FC11F44AF}"/>
              </a:ext>
            </a:extLst>
          </p:cNvPr>
          <p:cNvSpPr txBox="1"/>
          <p:nvPr/>
        </p:nvSpPr>
        <p:spPr>
          <a:xfrm>
            <a:off x="935480" y="5511769"/>
            <a:ext cx="1853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 defTabSz="685800">
              <a:buClrTx/>
            </a:pPr>
            <a:r>
              <a:rPr lang="es-ES" sz="1200" kern="1200" dirty="0">
                <a:solidFill>
                  <a:prstClr val="black"/>
                </a:solidFill>
                <a:ea typeface="+mn-ea"/>
              </a:rPr>
              <a:t>Altera ciclo hidrológico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AB7AD1E-D2E8-169F-BE21-B225A54A8093}"/>
              </a:ext>
            </a:extLst>
          </p:cNvPr>
          <p:cNvSpPr txBox="1"/>
          <p:nvPr/>
        </p:nvSpPr>
        <p:spPr>
          <a:xfrm>
            <a:off x="2042839" y="3747322"/>
            <a:ext cx="1573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a typeface="+mn-ea"/>
              </a:rPr>
              <a:t>Dependencia económica exclusiva del esquí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3A0FDB0-0272-20CD-3750-8875739E244D}"/>
              </a:ext>
            </a:extLst>
          </p:cNvPr>
          <p:cNvSpPr txBox="1"/>
          <p:nvPr/>
        </p:nvSpPr>
        <p:spPr>
          <a:xfrm>
            <a:off x="4077696" y="2615204"/>
            <a:ext cx="1573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a typeface="+mn-ea"/>
              </a:rPr>
              <a:t>Inversiones constantes</a:t>
            </a:r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89235EFD-7780-AF7C-4D01-CA4018AC85D4}"/>
              </a:ext>
            </a:extLst>
          </p:cNvPr>
          <p:cNvGrpSpPr/>
          <p:nvPr/>
        </p:nvGrpSpPr>
        <p:grpSpPr>
          <a:xfrm>
            <a:off x="7641089" y="2573650"/>
            <a:ext cx="1448968" cy="740634"/>
            <a:chOff x="9895507" y="2429676"/>
            <a:chExt cx="1931957" cy="987512"/>
          </a:xfrm>
        </p:grpSpPr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FF0F486C-7C7D-3095-2819-8383E962DAE8}"/>
                </a:ext>
              </a:extLst>
            </p:cNvPr>
            <p:cNvSpPr txBox="1"/>
            <p:nvPr/>
          </p:nvSpPr>
          <p:spPr>
            <a:xfrm>
              <a:off x="9988498" y="2429676"/>
              <a:ext cx="18389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a typeface="+mn-ea"/>
                </a:rPr>
                <a:t>Presión turística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2E6D3747-AC28-1DF5-CCDA-8461D6E2B23F}"/>
                </a:ext>
              </a:extLst>
            </p:cNvPr>
            <p:cNvSpPr txBox="1"/>
            <p:nvPr/>
          </p:nvSpPr>
          <p:spPr>
            <a:xfrm>
              <a:off x="9988498" y="2801635"/>
              <a:ext cx="183896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a typeface="+mn-ea"/>
                </a:rPr>
                <a:t>Superpoblación ungulados</a:t>
              </a:r>
            </a:p>
          </p:txBody>
        </p:sp>
        <p:cxnSp>
          <p:nvCxnSpPr>
            <p:cNvPr id="66" name="Conector recto de flecha 65">
              <a:extLst>
                <a:ext uri="{FF2B5EF4-FFF2-40B4-BE49-F238E27FC236}">
                  <a16:creationId xmlns:a16="http://schemas.microsoft.com/office/drawing/2014/main" id="{A786DE15-15BF-F7E9-D86B-24664A8361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95507" y="2518298"/>
              <a:ext cx="9635" cy="729180"/>
            </a:xfrm>
            <a:prstGeom prst="straightConnector1">
              <a:avLst/>
            </a:prstGeom>
            <a:ln w="508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CuadroTexto 66">
            <a:extLst>
              <a:ext uri="{FF2B5EF4-FFF2-40B4-BE49-F238E27FC236}">
                <a16:creationId xmlns:a16="http://schemas.microsoft.com/office/drawing/2014/main" id="{D049A7E8-F821-33FE-DF12-8403CFF11637}"/>
              </a:ext>
            </a:extLst>
          </p:cNvPr>
          <p:cNvSpPr txBox="1"/>
          <p:nvPr/>
        </p:nvSpPr>
        <p:spPr>
          <a:xfrm>
            <a:off x="3436620" y="962404"/>
            <a:ext cx="25274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500" b="1">
                <a:effectLst>
                  <a:glow rad="190500">
                    <a:schemeClr val="bg1">
                      <a:alpha val="42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350" kern="1200" dirty="0">
                <a:solidFill>
                  <a:prstClr val="black"/>
                </a:solidFill>
                <a:effectLst>
                  <a:glow rad="190500">
                    <a:srgbClr val="4EA72E">
                      <a:lumMod val="20000"/>
                      <a:lumOff val="80000"/>
                      <a:alpha val="86000"/>
                    </a:srgbClr>
                  </a:glow>
                </a:effectLst>
                <a:ea typeface="+mn-ea"/>
              </a:rPr>
              <a:t>Beneficiar a unos elementos frente a otros es perjudicial</a:t>
            </a: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92E6D005-003A-F6B8-6E5F-88BE0DF372C1}"/>
              </a:ext>
            </a:extLst>
          </p:cNvPr>
          <p:cNvGrpSpPr/>
          <p:nvPr/>
        </p:nvGrpSpPr>
        <p:grpSpPr>
          <a:xfrm>
            <a:off x="3506944" y="1465829"/>
            <a:ext cx="2072541" cy="478903"/>
            <a:chOff x="8558951" y="811439"/>
            <a:chExt cx="2763388" cy="638537"/>
          </a:xfrm>
        </p:grpSpPr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7BA465BC-6862-D7EF-9DA1-B8C547CA9247}"/>
                </a:ext>
              </a:extLst>
            </p:cNvPr>
            <p:cNvSpPr txBox="1"/>
            <p:nvPr/>
          </p:nvSpPr>
          <p:spPr>
            <a:xfrm>
              <a:off x="8558951" y="1080644"/>
              <a:ext cx="18389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4EA72E">
                        <a:lumMod val="20000"/>
                        <a:lumOff val="80000"/>
                        <a:alpha val="86000"/>
                      </a:srgbClr>
                    </a:glow>
                  </a:effectLst>
                  <a:ea typeface="+mn-ea"/>
                </a:rPr>
                <a:t>Hipertrofia</a:t>
              </a: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CEE5BE37-7B93-B346-6210-E18A939EFBA0}"/>
                </a:ext>
              </a:extLst>
            </p:cNvPr>
            <p:cNvSpPr txBox="1"/>
            <p:nvPr/>
          </p:nvSpPr>
          <p:spPr>
            <a:xfrm>
              <a:off x="10121032" y="1080643"/>
              <a:ext cx="1201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4EA72E">
                        <a:lumMod val="20000"/>
                        <a:lumOff val="80000"/>
                        <a:alpha val="86000"/>
                      </a:srgbClr>
                    </a:glow>
                  </a:effectLst>
                  <a:ea typeface="+mn-ea"/>
                </a:rPr>
                <a:t>Atrofia</a:t>
              </a:r>
            </a:p>
          </p:txBody>
        </p:sp>
        <p:cxnSp>
          <p:nvCxnSpPr>
            <p:cNvPr id="71" name="Conector recto de flecha 70">
              <a:extLst>
                <a:ext uri="{FF2B5EF4-FFF2-40B4-BE49-F238E27FC236}">
                  <a16:creationId xmlns:a16="http://schemas.microsoft.com/office/drawing/2014/main" id="{F6F1FC64-7952-210A-334D-E09C17C2A876}"/>
                </a:ext>
              </a:extLst>
            </p:cNvPr>
            <p:cNvCxnSpPr/>
            <p:nvPr/>
          </p:nvCxnSpPr>
          <p:spPr>
            <a:xfrm flipH="1">
              <a:off x="9779306" y="811439"/>
              <a:ext cx="488272" cy="269205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de flecha 71">
              <a:extLst>
                <a:ext uri="{FF2B5EF4-FFF2-40B4-BE49-F238E27FC236}">
                  <a16:creationId xmlns:a16="http://schemas.microsoft.com/office/drawing/2014/main" id="{39871226-34BC-2779-F50E-66026A124768}"/>
                </a:ext>
              </a:extLst>
            </p:cNvPr>
            <p:cNvCxnSpPr>
              <a:cxnSpLocks/>
            </p:cNvCxnSpPr>
            <p:nvPr/>
          </p:nvCxnSpPr>
          <p:spPr>
            <a:xfrm>
              <a:off x="10267578" y="827622"/>
              <a:ext cx="497150" cy="251913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01EE91F9-26F3-FEFA-8904-FC9A9D413981}"/>
              </a:ext>
            </a:extLst>
          </p:cNvPr>
          <p:cNvGrpSpPr/>
          <p:nvPr/>
        </p:nvGrpSpPr>
        <p:grpSpPr>
          <a:xfrm>
            <a:off x="5755990" y="2847474"/>
            <a:ext cx="1018622" cy="276999"/>
            <a:chOff x="6833561" y="2920508"/>
            <a:chExt cx="1358163" cy="369331"/>
          </a:xfrm>
        </p:grpSpPr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5DD02994-7F9E-FBFB-1904-2F543F517E9A}"/>
                </a:ext>
              </a:extLst>
            </p:cNvPr>
            <p:cNvSpPr txBox="1"/>
            <p:nvPr/>
          </p:nvSpPr>
          <p:spPr>
            <a:xfrm>
              <a:off x="6833561" y="2920508"/>
              <a:ext cx="1358163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4EA72E">
                        <a:lumMod val="20000"/>
                        <a:lumOff val="80000"/>
                        <a:alpha val="86000"/>
                      </a:srgbClr>
                    </a:glow>
                  </a:effectLst>
                  <a:ea typeface="+mn-ea"/>
                </a:rPr>
                <a:t>Ganadería</a:t>
              </a:r>
            </a:p>
          </p:txBody>
        </p: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D759E855-D065-C20D-A52D-C3A26111BE85}"/>
                </a:ext>
              </a:extLst>
            </p:cNvPr>
            <p:cNvCxnSpPr>
              <a:cxnSpLocks/>
            </p:cNvCxnSpPr>
            <p:nvPr/>
          </p:nvCxnSpPr>
          <p:spPr>
            <a:xfrm>
              <a:off x="6850979" y="2942188"/>
              <a:ext cx="0" cy="342698"/>
            </a:xfrm>
            <a:prstGeom prst="straightConnector1">
              <a:avLst/>
            </a:prstGeom>
            <a:ln w="50800">
              <a:solidFill>
                <a:schemeClr val="accent6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CuadroTexto 75">
            <a:extLst>
              <a:ext uri="{FF2B5EF4-FFF2-40B4-BE49-F238E27FC236}">
                <a16:creationId xmlns:a16="http://schemas.microsoft.com/office/drawing/2014/main" id="{EA92C69C-F840-AEDE-1CDF-91EEBA0BABB6}"/>
              </a:ext>
            </a:extLst>
          </p:cNvPr>
          <p:cNvSpPr txBox="1"/>
          <p:nvPr/>
        </p:nvSpPr>
        <p:spPr>
          <a:xfrm>
            <a:off x="3775420" y="3231693"/>
            <a:ext cx="1540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4EA72E">
                      <a:lumMod val="20000"/>
                      <a:lumOff val="80000"/>
                      <a:alpha val="86000"/>
                    </a:srgbClr>
                  </a:glow>
                </a:effectLst>
                <a:ea typeface="+mn-ea"/>
              </a:rPr>
              <a:t>Hiperdependencia del clima</a:t>
            </a:r>
          </a:p>
        </p:txBody>
      </p:sp>
      <p:grpSp>
        <p:nvGrpSpPr>
          <p:cNvPr id="77" name="Grupo 76">
            <a:extLst>
              <a:ext uri="{FF2B5EF4-FFF2-40B4-BE49-F238E27FC236}">
                <a16:creationId xmlns:a16="http://schemas.microsoft.com/office/drawing/2014/main" id="{83A60BA0-718A-BAAD-71AB-9FB43E5918B4}"/>
              </a:ext>
            </a:extLst>
          </p:cNvPr>
          <p:cNvGrpSpPr/>
          <p:nvPr/>
        </p:nvGrpSpPr>
        <p:grpSpPr>
          <a:xfrm>
            <a:off x="6768873" y="3302618"/>
            <a:ext cx="1097800" cy="646331"/>
            <a:chOff x="6727991" y="2920508"/>
            <a:chExt cx="1463733" cy="861774"/>
          </a:xfrm>
        </p:grpSpPr>
        <p:sp>
          <p:nvSpPr>
            <p:cNvPr id="78" name="CuadroTexto 77">
              <a:extLst>
                <a:ext uri="{FF2B5EF4-FFF2-40B4-BE49-F238E27FC236}">
                  <a16:creationId xmlns:a16="http://schemas.microsoft.com/office/drawing/2014/main" id="{1ACFCE45-EBFF-6314-EE5D-98EBB8D2C134}"/>
                </a:ext>
              </a:extLst>
            </p:cNvPr>
            <p:cNvSpPr txBox="1"/>
            <p:nvPr/>
          </p:nvSpPr>
          <p:spPr>
            <a:xfrm>
              <a:off x="6833562" y="2920508"/>
              <a:ext cx="135816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4EA72E">
                        <a:lumMod val="20000"/>
                        <a:lumOff val="80000"/>
                        <a:alpha val="86000"/>
                      </a:srgbClr>
                    </a:glow>
                  </a:effectLst>
                  <a:ea typeface="+mn-ea"/>
                </a:rPr>
                <a:t>Ganadería</a:t>
              </a:r>
            </a:p>
            <a:p>
              <a:pPr algn="l"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4EA72E">
                        <a:lumMod val="20000"/>
                        <a:lumOff val="80000"/>
                        <a:alpha val="86000"/>
                      </a:srgbClr>
                    </a:glow>
                  </a:effectLst>
                  <a:ea typeface="+mn-ea"/>
                </a:rPr>
                <a:t>Caza</a:t>
              </a:r>
            </a:p>
            <a:p>
              <a:pPr algn="l"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4EA72E">
                        <a:lumMod val="20000"/>
                        <a:lumOff val="80000"/>
                        <a:alpha val="86000"/>
                      </a:srgbClr>
                    </a:glow>
                  </a:effectLst>
                  <a:ea typeface="+mn-ea"/>
                </a:rPr>
                <a:t>Agricultura</a:t>
              </a:r>
            </a:p>
          </p:txBody>
        </p:sp>
        <p:cxnSp>
          <p:nvCxnSpPr>
            <p:cNvPr id="79" name="Conector recto de flecha 78">
              <a:extLst>
                <a:ext uri="{FF2B5EF4-FFF2-40B4-BE49-F238E27FC236}">
                  <a16:creationId xmlns:a16="http://schemas.microsoft.com/office/drawing/2014/main" id="{C76E9778-0DA2-89BF-9A51-BE11651DC23A}"/>
                </a:ext>
              </a:extLst>
            </p:cNvPr>
            <p:cNvCxnSpPr>
              <a:cxnSpLocks/>
            </p:cNvCxnSpPr>
            <p:nvPr/>
          </p:nvCxnSpPr>
          <p:spPr>
            <a:xfrm>
              <a:off x="6727991" y="2968923"/>
              <a:ext cx="0" cy="782582"/>
            </a:xfrm>
            <a:prstGeom prst="straightConnector1">
              <a:avLst/>
            </a:prstGeom>
            <a:ln w="50800">
              <a:solidFill>
                <a:schemeClr val="accent6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E598F28F-743E-3373-EFAD-BFD631E27055}"/>
              </a:ext>
            </a:extLst>
          </p:cNvPr>
          <p:cNvGrpSpPr/>
          <p:nvPr/>
        </p:nvGrpSpPr>
        <p:grpSpPr>
          <a:xfrm>
            <a:off x="3039711" y="5164785"/>
            <a:ext cx="1086241" cy="461665"/>
            <a:chOff x="6743403" y="2920508"/>
            <a:chExt cx="1448321" cy="615554"/>
          </a:xfrm>
        </p:grpSpPr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7592B884-B2E8-1678-D043-A6FAE39230FB}"/>
                </a:ext>
              </a:extLst>
            </p:cNvPr>
            <p:cNvSpPr txBox="1"/>
            <p:nvPr/>
          </p:nvSpPr>
          <p:spPr>
            <a:xfrm>
              <a:off x="6833562" y="2920508"/>
              <a:ext cx="1358162" cy="61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4EA72E">
                        <a:lumMod val="20000"/>
                        <a:lumOff val="80000"/>
                        <a:alpha val="86000"/>
                      </a:srgbClr>
                    </a:glow>
                  </a:effectLst>
                  <a:ea typeface="+mn-ea"/>
                </a:rPr>
                <a:t>Diversidad</a:t>
              </a:r>
            </a:p>
            <a:p>
              <a:pPr algn="l"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4EA72E">
                        <a:lumMod val="20000"/>
                        <a:lumOff val="80000"/>
                        <a:alpha val="86000"/>
                      </a:srgbClr>
                    </a:glow>
                  </a:effectLst>
                  <a:ea typeface="+mn-ea"/>
                </a:rPr>
                <a:t>Servicios</a:t>
              </a:r>
            </a:p>
          </p:txBody>
        </p:sp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7E8E7ADF-A821-40B8-6F77-125FB76BE565}"/>
                </a:ext>
              </a:extLst>
            </p:cNvPr>
            <p:cNvCxnSpPr>
              <a:cxnSpLocks/>
            </p:cNvCxnSpPr>
            <p:nvPr/>
          </p:nvCxnSpPr>
          <p:spPr>
            <a:xfrm>
              <a:off x="6743403" y="2980608"/>
              <a:ext cx="0" cy="524675"/>
            </a:xfrm>
            <a:prstGeom prst="straightConnector1">
              <a:avLst/>
            </a:prstGeom>
            <a:ln w="50800">
              <a:solidFill>
                <a:schemeClr val="accent6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EBE39A2-1944-A71B-6BA2-75B50AAF3939}"/>
              </a:ext>
            </a:extLst>
          </p:cNvPr>
          <p:cNvSpPr txBox="1"/>
          <p:nvPr/>
        </p:nvSpPr>
        <p:spPr>
          <a:xfrm>
            <a:off x="6180425" y="948558"/>
            <a:ext cx="285071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500" b="1">
                <a:effectLst>
                  <a:glow rad="190500">
                    <a:schemeClr val="bg1">
                      <a:alpha val="42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35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74000"/>
                    </a:srgbClr>
                  </a:glow>
                </a:effectLst>
                <a:ea typeface="+mn-ea"/>
              </a:rPr>
              <a:t>Es muy perjudicial para un sistema depender de elementos lejanos</a:t>
            </a:r>
          </a:p>
        </p:txBody>
      </p:sp>
      <p:grpSp>
        <p:nvGrpSpPr>
          <p:cNvPr id="84" name="Grupo 83">
            <a:extLst>
              <a:ext uri="{FF2B5EF4-FFF2-40B4-BE49-F238E27FC236}">
                <a16:creationId xmlns:a16="http://schemas.microsoft.com/office/drawing/2014/main" id="{09321FFD-B759-4BD0-5675-8D4E8B0B8325}"/>
              </a:ext>
            </a:extLst>
          </p:cNvPr>
          <p:cNvGrpSpPr/>
          <p:nvPr/>
        </p:nvGrpSpPr>
        <p:grpSpPr>
          <a:xfrm>
            <a:off x="6310236" y="1620845"/>
            <a:ext cx="2205418" cy="740685"/>
            <a:chOff x="8558951" y="811439"/>
            <a:chExt cx="2940557" cy="987579"/>
          </a:xfrm>
        </p:grpSpPr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48729BEC-DA88-8BC3-A2C5-83BD88981A46}"/>
                </a:ext>
              </a:extLst>
            </p:cNvPr>
            <p:cNvSpPr txBox="1"/>
            <p:nvPr/>
          </p:nvSpPr>
          <p:spPr>
            <a:xfrm>
              <a:off x="8558951" y="937244"/>
              <a:ext cx="183896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A02B93">
                        <a:lumMod val="60000"/>
                        <a:lumOff val="40000"/>
                        <a:alpha val="86000"/>
                      </a:srgbClr>
                    </a:glow>
                  </a:effectLst>
                  <a:ea typeface="+mn-ea"/>
                </a:rPr>
                <a:t>Anula mecanismos internos</a:t>
              </a:r>
            </a:p>
          </p:txBody>
        </p: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A2E5BC64-2A70-98BA-24BB-4A9CE572DF0F}"/>
                </a:ext>
              </a:extLst>
            </p:cNvPr>
            <p:cNvSpPr txBox="1"/>
            <p:nvPr/>
          </p:nvSpPr>
          <p:spPr>
            <a:xfrm>
              <a:off x="10132607" y="1022768"/>
              <a:ext cx="1366901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b="1"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200" kern="1200" dirty="0">
                  <a:solidFill>
                    <a:prstClr val="black"/>
                  </a:solidFill>
                  <a:effectLst>
                    <a:glow rad="190500">
                      <a:srgbClr val="A02B93">
                        <a:lumMod val="60000"/>
                        <a:lumOff val="40000"/>
                        <a:alpha val="86000"/>
                      </a:srgbClr>
                    </a:glow>
                  </a:effectLst>
                  <a:ea typeface="+mn-ea"/>
                </a:rPr>
                <a:t>Propósitos lejanos</a:t>
              </a:r>
            </a:p>
          </p:txBody>
        </p:sp>
        <p:cxnSp>
          <p:nvCxnSpPr>
            <p:cNvPr id="87" name="Conector recto de flecha 86">
              <a:extLst>
                <a:ext uri="{FF2B5EF4-FFF2-40B4-BE49-F238E27FC236}">
                  <a16:creationId xmlns:a16="http://schemas.microsoft.com/office/drawing/2014/main" id="{4E2ACC18-4EC8-D558-72E4-8B762FE30634}"/>
                </a:ext>
              </a:extLst>
            </p:cNvPr>
            <p:cNvCxnSpPr/>
            <p:nvPr/>
          </p:nvCxnSpPr>
          <p:spPr>
            <a:xfrm flipH="1">
              <a:off x="9779306" y="811439"/>
              <a:ext cx="488272" cy="269205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de flecha 87">
              <a:extLst>
                <a:ext uri="{FF2B5EF4-FFF2-40B4-BE49-F238E27FC236}">
                  <a16:creationId xmlns:a16="http://schemas.microsoft.com/office/drawing/2014/main" id="{BC23F337-897C-0893-730E-CACF2890C1CF}"/>
                </a:ext>
              </a:extLst>
            </p:cNvPr>
            <p:cNvCxnSpPr>
              <a:cxnSpLocks/>
            </p:cNvCxnSpPr>
            <p:nvPr/>
          </p:nvCxnSpPr>
          <p:spPr>
            <a:xfrm>
              <a:off x="10267578" y="827622"/>
              <a:ext cx="497150" cy="251913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CuadroTexto 88">
            <a:extLst>
              <a:ext uri="{FF2B5EF4-FFF2-40B4-BE49-F238E27FC236}">
                <a16:creationId xmlns:a16="http://schemas.microsoft.com/office/drawing/2014/main" id="{680FC2CF-6A67-ADBA-8C42-6F361851C3AC}"/>
              </a:ext>
            </a:extLst>
          </p:cNvPr>
          <p:cNvSpPr txBox="1"/>
          <p:nvPr/>
        </p:nvSpPr>
        <p:spPr>
          <a:xfrm>
            <a:off x="5479363" y="3699996"/>
            <a:ext cx="1295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86000"/>
                    </a:srgbClr>
                  </a:glow>
                </a:effectLst>
                <a:ea typeface="+mn-ea"/>
              </a:rPr>
              <a:t>El ENP se gestiona desde lejos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6FBC69A-32A4-5BA4-7705-FDD07863C4EE}"/>
              </a:ext>
            </a:extLst>
          </p:cNvPr>
          <p:cNvSpPr txBox="1"/>
          <p:nvPr/>
        </p:nvSpPr>
        <p:spPr>
          <a:xfrm>
            <a:off x="763346" y="4754634"/>
            <a:ext cx="1616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86000"/>
                    </a:srgbClr>
                  </a:glow>
                </a:effectLst>
                <a:ea typeface="+mn-ea"/>
              </a:rPr>
              <a:t>No hay actores locales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AAC14B9D-EAC5-059E-6B0F-0A6492DECF83}"/>
              </a:ext>
            </a:extLst>
          </p:cNvPr>
          <p:cNvSpPr txBox="1"/>
          <p:nvPr/>
        </p:nvSpPr>
        <p:spPr>
          <a:xfrm>
            <a:off x="891829" y="3099114"/>
            <a:ext cx="154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86000"/>
                    </a:srgbClr>
                  </a:glow>
                </a:effectLst>
                <a:ea typeface="+mn-ea"/>
              </a:rPr>
              <a:t>Muchos visitantes lejanos</a:t>
            </a:r>
          </a:p>
        </p:txBody>
      </p:sp>
    </p:spTree>
    <p:extLst>
      <p:ext uri="{BB962C8B-B14F-4D97-AF65-F5344CB8AC3E}">
        <p14:creationId xmlns:p14="http://schemas.microsoft.com/office/powerpoint/2010/main" val="272166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" grpId="0" animBg="1"/>
      <p:bldP spid="7" grpId="0" animBg="1"/>
      <p:bldP spid="45" grpId="0"/>
      <p:bldP spid="54" grpId="0" animBg="1"/>
      <p:bldP spid="54" grpId="1" animBg="1"/>
      <p:bldP spid="60" grpId="0"/>
      <p:bldP spid="61" grpId="0"/>
      <p:bldP spid="62" grpId="0"/>
      <p:bldP spid="67" grpId="0"/>
      <p:bldP spid="76" grpId="0"/>
      <p:bldP spid="83" grpId="0"/>
      <p:bldP spid="89" grpId="0"/>
      <p:bldP spid="90" grpId="0"/>
      <p:bldP spid="9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65ED0-FB93-2FB0-9682-9996F8AF8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625F9B77-729E-9C12-368E-201C4C9819CB}"/>
              </a:ext>
            </a:extLst>
          </p:cNvPr>
          <p:cNvGrpSpPr/>
          <p:nvPr/>
        </p:nvGrpSpPr>
        <p:grpSpPr>
          <a:xfrm>
            <a:off x="-1" y="857250"/>
            <a:ext cx="9144001" cy="5143500"/>
            <a:chOff x="-1" y="0"/>
            <a:chExt cx="12192001" cy="6858000"/>
          </a:xfrm>
        </p:grpSpPr>
        <p:pic>
          <p:nvPicPr>
            <p:cNvPr id="3" name="Imagen 2" descr="Vista de una montaña&#10;&#10;Descripción generada automáticamente">
              <a:extLst>
                <a:ext uri="{FF2B5EF4-FFF2-40B4-BE49-F238E27FC236}">
                  <a16:creationId xmlns:a16="http://schemas.microsoft.com/office/drawing/2014/main" id="{37733567-F60C-BBA1-0D3B-98C93FB1A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" y="697043"/>
              <a:ext cx="12192001" cy="6160957"/>
            </a:xfrm>
            <a:prstGeom prst="rect">
              <a:avLst/>
            </a:prstGeom>
          </p:spPr>
        </p:pic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42A3857-575C-27CE-778A-1CBF2454AF1E}"/>
                </a:ext>
              </a:extLst>
            </p:cNvPr>
            <p:cNvSpPr/>
            <p:nvPr/>
          </p:nvSpPr>
          <p:spPr>
            <a:xfrm>
              <a:off x="0" y="0"/>
              <a:ext cx="12192000" cy="697043"/>
            </a:xfrm>
            <a:prstGeom prst="rect">
              <a:avLst/>
            </a:prstGeom>
            <a:solidFill>
              <a:srgbClr val="468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495DD72-63C8-EBFA-CCC0-D40E82C64905}"/>
              </a:ext>
            </a:extLst>
          </p:cNvPr>
          <p:cNvSpPr/>
          <p:nvPr/>
        </p:nvSpPr>
        <p:spPr>
          <a:xfrm>
            <a:off x="5527759" y="4605669"/>
            <a:ext cx="3540149" cy="1293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s-ES" sz="1350" kern="120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CD5AAA0B-59DD-CA84-9D26-F9CE7102B919}"/>
              </a:ext>
            </a:extLst>
          </p:cNvPr>
          <p:cNvGrpSpPr/>
          <p:nvPr/>
        </p:nvGrpSpPr>
        <p:grpSpPr>
          <a:xfrm>
            <a:off x="-11242" y="3583587"/>
            <a:ext cx="4013615" cy="2597045"/>
            <a:chOff x="-14990" y="3635115"/>
            <a:chExt cx="5351487" cy="3462727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E937FBFE-38CA-E21C-9A3E-97D3119433B5}"/>
                </a:ext>
              </a:extLst>
            </p:cNvPr>
            <p:cNvSpPr/>
            <p:nvPr/>
          </p:nvSpPr>
          <p:spPr>
            <a:xfrm>
              <a:off x="-14990" y="3635115"/>
              <a:ext cx="3117954" cy="929390"/>
            </a:xfrm>
            <a:custGeom>
              <a:avLst/>
              <a:gdLst>
                <a:gd name="connsiteX0" fmla="*/ 89941 w 3117954"/>
                <a:gd name="connsiteY0" fmla="*/ 74951 h 929390"/>
                <a:gd name="connsiteX1" fmla="*/ 929390 w 3117954"/>
                <a:gd name="connsiteY1" fmla="*/ 14990 h 929390"/>
                <a:gd name="connsiteX2" fmla="*/ 1633928 w 3117954"/>
                <a:gd name="connsiteY2" fmla="*/ 14990 h 929390"/>
                <a:gd name="connsiteX3" fmla="*/ 1993692 w 3117954"/>
                <a:gd name="connsiteY3" fmla="*/ 0 h 929390"/>
                <a:gd name="connsiteX4" fmla="*/ 2233534 w 3117954"/>
                <a:gd name="connsiteY4" fmla="*/ 89941 h 929390"/>
                <a:gd name="connsiteX5" fmla="*/ 2653259 w 3117954"/>
                <a:gd name="connsiteY5" fmla="*/ 419725 h 929390"/>
                <a:gd name="connsiteX6" fmla="*/ 3013023 w 3117954"/>
                <a:gd name="connsiteY6" fmla="*/ 509666 h 929390"/>
                <a:gd name="connsiteX7" fmla="*/ 3117954 w 3117954"/>
                <a:gd name="connsiteY7" fmla="*/ 614597 h 929390"/>
                <a:gd name="connsiteX8" fmla="*/ 2428406 w 3117954"/>
                <a:gd name="connsiteY8" fmla="*/ 764498 h 929390"/>
                <a:gd name="connsiteX9" fmla="*/ 1963711 w 3117954"/>
                <a:gd name="connsiteY9" fmla="*/ 839449 h 929390"/>
                <a:gd name="connsiteX10" fmla="*/ 1409075 w 3117954"/>
                <a:gd name="connsiteY10" fmla="*/ 824459 h 929390"/>
                <a:gd name="connsiteX11" fmla="*/ 779488 w 3117954"/>
                <a:gd name="connsiteY11" fmla="*/ 929390 h 929390"/>
                <a:gd name="connsiteX12" fmla="*/ 404734 w 3117954"/>
                <a:gd name="connsiteY12" fmla="*/ 854439 h 929390"/>
                <a:gd name="connsiteX13" fmla="*/ 119921 w 3117954"/>
                <a:gd name="connsiteY13" fmla="*/ 719528 h 929390"/>
                <a:gd name="connsiteX14" fmla="*/ 0 w 3117954"/>
                <a:gd name="connsiteY14" fmla="*/ 719528 h 929390"/>
                <a:gd name="connsiteX15" fmla="*/ 0 w 3117954"/>
                <a:gd name="connsiteY15" fmla="*/ 89941 h 929390"/>
                <a:gd name="connsiteX16" fmla="*/ 0 w 3117954"/>
                <a:gd name="connsiteY16" fmla="*/ 89941 h 92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17954" h="929390">
                  <a:moveTo>
                    <a:pt x="89941" y="74951"/>
                  </a:moveTo>
                  <a:lnTo>
                    <a:pt x="929390" y="14990"/>
                  </a:lnTo>
                  <a:lnTo>
                    <a:pt x="1633928" y="14990"/>
                  </a:lnTo>
                  <a:lnTo>
                    <a:pt x="1993692" y="0"/>
                  </a:lnTo>
                  <a:lnTo>
                    <a:pt x="2233534" y="89941"/>
                  </a:lnTo>
                  <a:lnTo>
                    <a:pt x="2653259" y="419725"/>
                  </a:lnTo>
                  <a:lnTo>
                    <a:pt x="3013023" y="509666"/>
                  </a:lnTo>
                  <a:lnTo>
                    <a:pt x="3117954" y="614597"/>
                  </a:lnTo>
                  <a:lnTo>
                    <a:pt x="2428406" y="764498"/>
                  </a:lnTo>
                  <a:lnTo>
                    <a:pt x="1963711" y="839449"/>
                  </a:lnTo>
                  <a:lnTo>
                    <a:pt x="1409075" y="824459"/>
                  </a:lnTo>
                  <a:lnTo>
                    <a:pt x="779488" y="929390"/>
                  </a:lnTo>
                  <a:lnTo>
                    <a:pt x="404734" y="854439"/>
                  </a:lnTo>
                  <a:lnTo>
                    <a:pt x="119921" y="719528"/>
                  </a:lnTo>
                  <a:lnTo>
                    <a:pt x="0" y="719528"/>
                  </a:lnTo>
                  <a:lnTo>
                    <a:pt x="0" y="89941"/>
                  </a:lnTo>
                  <a:lnTo>
                    <a:pt x="0" y="89941"/>
                  </a:lnTo>
                </a:path>
              </a:pathLst>
            </a:custGeom>
            <a:solidFill>
              <a:schemeClr val="accent6">
                <a:lumMod val="5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D481959A-8446-02FE-3555-59C5EA53D049}"/>
                </a:ext>
              </a:extLst>
            </p:cNvPr>
            <p:cNvSpPr/>
            <p:nvPr/>
          </p:nvSpPr>
          <p:spPr>
            <a:xfrm>
              <a:off x="654584" y="4743069"/>
              <a:ext cx="4681913" cy="2354773"/>
            </a:xfrm>
            <a:custGeom>
              <a:avLst/>
              <a:gdLst>
                <a:gd name="connsiteX0" fmla="*/ 0 w 4661941"/>
                <a:gd name="connsiteY0" fmla="*/ 314794 h 2353456"/>
                <a:gd name="connsiteX1" fmla="*/ 644577 w 4661941"/>
                <a:gd name="connsiteY1" fmla="*/ 524656 h 2353456"/>
                <a:gd name="connsiteX2" fmla="*/ 959371 w 4661941"/>
                <a:gd name="connsiteY2" fmla="*/ 584617 h 2353456"/>
                <a:gd name="connsiteX3" fmla="*/ 1304145 w 4661941"/>
                <a:gd name="connsiteY3" fmla="*/ 449705 h 2353456"/>
                <a:gd name="connsiteX4" fmla="*/ 1603948 w 4661941"/>
                <a:gd name="connsiteY4" fmla="*/ 329784 h 2353456"/>
                <a:gd name="connsiteX5" fmla="*/ 1573968 w 4661941"/>
                <a:gd name="connsiteY5" fmla="*/ 164892 h 2353456"/>
                <a:gd name="connsiteX6" fmla="*/ 1903751 w 4661941"/>
                <a:gd name="connsiteY6" fmla="*/ 0 h 2353456"/>
                <a:gd name="connsiteX7" fmla="*/ 2113613 w 4661941"/>
                <a:gd name="connsiteY7" fmla="*/ 119922 h 2353456"/>
                <a:gd name="connsiteX8" fmla="*/ 2383436 w 4661941"/>
                <a:gd name="connsiteY8" fmla="*/ 434715 h 2353456"/>
                <a:gd name="connsiteX9" fmla="*/ 2878112 w 4661941"/>
                <a:gd name="connsiteY9" fmla="*/ 584617 h 2353456"/>
                <a:gd name="connsiteX10" fmla="*/ 3267856 w 4661941"/>
                <a:gd name="connsiteY10" fmla="*/ 629587 h 2353456"/>
                <a:gd name="connsiteX11" fmla="*/ 3717561 w 4661941"/>
                <a:gd name="connsiteY11" fmla="*/ 914400 h 2353456"/>
                <a:gd name="connsiteX12" fmla="*/ 3972394 w 4661941"/>
                <a:gd name="connsiteY12" fmla="*/ 1079292 h 2353456"/>
                <a:gd name="connsiteX13" fmla="*/ 4092315 w 4661941"/>
                <a:gd name="connsiteY13" fmla="*/ 1289154 h 2353456"/>
                <a:gd name="connsiteX14" fmla="*/ 4362138 w 4661941"/>
                <a:gd name="connsiteY14" fmla="*/ 1588958 h 2353456"/>
                <a:gd name="connsiteX15" fmla="*/ 4631961 w 4661941"/>
                <a:gd name="connsiteY15" fmla="*/ 1843790 h 2353456"/>
                <a:gd name="connsiteX16" fmla="*/ 4661941 w 4661941"/>
                <a:gd name="connsiteY16" fmla="*/ 2143594 h 2353456"/>
                <a:gd name="connsiteX17" fmla="*/ 4272197 w 4661941"/>
                <a:gd name="connsiteY17" fmla="*/ 2008682 h 2353456"/>
                <a:gd name="connsiteX18" fmla="*/ 3717561 w 4661941"/>
                <a:gd name="connsiteY18" fmla="*/ 1903751 h 2353456"/>
                <a:gd name="connsiteX19" fmla="*/ 3417758 w 4661941"/>
                <a:gd name="connsiteY19" fmla="*/ 1813810 h 2353456"/>
                <a:gd name="connsiteX20" fmla="*/ 2983043 w 4661941"/>
                <a:gd name="connsiteY20" fmla="*/ 1768840 h 2353456"/>
                <a:gd name="connsiteX21" fmla="*/ 3192905 w 4661941"/>
                <a:gd name="connsiteY21" fmla="*/ 1933731 h 2353456"/>
                <a:gd name="connsiteX22" fmla="*/ 3028013 w 4661941"/>
                <a:gd name="connsiteY22" fmla="*/ 1993692 h 2353456"/>
                <a:gd name="connsiteX23" fmla="*/ 2773181 w 4661941"/>
                <a:gd name="connsiteY23" fmla="*/ 1888761 h 2353456"/>
                <a:gd name="connsiteX24" fmla="*/ 2248525 w 4661941"/>
                <a:gd name="connsiteY24" fmla="*/ 1768840 h 2353456"/>
                <a:gd name="connsiteX25" fmla="*/ 2128604 w 4661941"/>
                <a:gd name="connsiteY25" fmla="*/ 2173574 h 2353456"/>
                <a:gd name="connsiteX26" fmla="*/ 1828800 w 4661941"/>
                <a:gd name="connsiteY26" fmla="*/ 2353456 h 2353456"/>
                <a:gd name="connsiteX27" fmla="*/ 1349115 w 4661941"/>
                <a:gd name="connsiteY27" fmla="*/ 2128604 h 2353456"/>
                <a:gd name="connsiteX28" fmla="*/ 929391 w 4661941"/>
                <a:gd name="connsiteY28" fmla="*/ 1888761 h 2353456"/>
                <a:gd name="connsiteX29" fmla="*/ 899410 w 4661941"/>
                <a:gd name="connsiteY29" fmla="*/ 1499017 h 2353456"/>
                <a:gd name="connsiteX30" fmla="*/ 839450 w 4661941"/>
                <a:gd name="connsiteY30" fmla="*/ 1139253 h 2353456"/>
                <a:gd name="connsiteX31" fmla="*/ 644577 w 4661941"/>
                <a:gd name="connsiteY31" fmla="*/ 959371 h 2353456"/>
                <a:gd name="connsiteX32" fmla="*/ 29981 w 4661941"/>
                <a:gd name="connsiteY32" fmla="*/ 749508 h 2353456"/>
                <a:gd name="connsiteX0" fmla="*/ 0 w 4661941"/>
                <a:gd name="connsiteY0" fmla="*/ 314794 h 2353456"/>
                <a:gd name="connsiteX1" fmla="*/ 644577 w 4661941"/>
                <a:gd name="connsiteY1" fmla="*/ 524656 h 2353456"/>
                <a:gd name="connsiteX2" fmla="*/ 959371 w 4661941"/>
                <a:gd name="connsiteY2" fmla="*/ 584617 h 2353456"/>
                <a:gd name="connsiteX3" fmla="*/ 1304145 w 4661941"/>
                <a:gd name="connsiteY3" fmla="*/ 449705 h 2353456"/>
                <a:gd name="connsiteX4" fmla="*/ 1603948 w 4661941"/>
                <a:gd name="connsiteY4" fmla="*/ 329784 h 2353456"/>
                <a:gd name="connsiteX5" fmla="*/ 1573968 w 4661941"/>
                <a:gd name="connsiteY5" fmla="*/ 164892 h 2353456"/>
                <a:gd name="connsiteX6" fmla="*/ 1903751 w 4661941"/>
                <a:gd name="connsiteY6" fmla="*/ 0 h 2353456"/>
                <a:gd name="connsiteX7" fmla="*/ 2113613 w 4661941"/>
                <a:gd name="connsiteY7" fmla="*/ 119922 h 2353456"/>
                <a:gd name="connsiteX8" fmla="*/ 2383436 w 4661941"/>
                <a:gd name="connsiteY8" fmla="*/ 434715 h 2353456"/>
                <a:gd name="connsiteX9" fmla="*/ 2878112 w 4661941"/>
                <a:gd name="connsiteY9" fmla="*/ 584617 h 2353456"/>
                <a:gd name="connsiteX10" fmla="*/ 3267856 w 4661941"/>
                <a:gd name="connsiteY10" fmla="*/ 629587 h 2353456"/>
                <a:gd name="connsiteX11" fmla="*/ 3717561 w 4661941"/>
                <a:gd name="connsiteY11" fmla="*/ 914400 h 2353456"/>
                <a:gd name="connsiteX12" fmla="*/ 3972394 w 4661941"/>
                <a:gd name="connsiteY12" fmla="*/ 1079292 h 2353456"/>
                <a:gd name="connsiteX13" fmla="*/ 4092315 w 4661941"/>
                <a:gd name="connsiteY13" fmla="*/ 1289154 h 2353456"/>
                <a:gd name="connsiteX14" fmla="*/ 4362138 w 4661941"/>
                <a:gd name="connsiteY14" fmla="*/ 1588958 h 2353456"/>
                <a:gd name="connsiteX15" fmla="*/ 4631961 w 4661941"/>
                <a:gd name="connsiteY15" fmla="*/ 1843790 h 2353456"/>
                <a:gd name="connsiteX16" fmla="*/ 4661941 w 4661941"/>
                <a:gd name="connsiteY16" fmla="*/ 2143594 h 2353456"/>
                <a:gd name="connsiteX17" fmla="*/ 4272197 w 4661941"/>
                <a:gd name="connsiteY17" fmla="*/ 2008682 h 2353456"/>
                <a:gd name="connsiteX18" fmla="*/ 3717561 w 4661941"/>
                <a:gd name="connsiteY18" fmla="*/ 1903751 h 2353456"/>
                <a:gd name="connsiteX19" fmla="*/ 3417758 w 4661941"/>
                <a:gd name="connsiteY19" fmla="*/ 1813810 h 2353456"/>
                <a:gd name="connsiteX20" fmla="*/ 2983043 w 4661941"/>
                <a:gd name="connsiteY20" fmla="*/ 1768840 h 2353456"/>
                <a:gd name="connsiteX21" fmla="*/ 3192905 w 4661941"/>
                <a:gd name="connsiteY21" fmla="*/ 1933731 h 2353456"/>
                <a:gd name="connsiteX22" fmla="*/ 3028013 w 4661941"/>
                <a:gd name="connsiteY22" fmla="*/ 1993692 h 2353456"/>
                <a:gd name="connsiteX23" fmla="*/ 2773181 w 4661941"/>
                <a:gd name="connsiteY23" fmla="*/ 1888761 h 2353456"/>
                <a:gd name="connsiteX24" fmla="*/ 2248525 w 4661941"/>
                <a:gd name="connsiteY24" fmla="*/ 1768840 h 2353456"/>
                <a:gd name="connsiteX25" fmla="*/ 2128604 w 4661941"/>
                <a:gd name="connsiteY25" fmla="*/ 2173574 h 2353456"/>
                <a:gd name="connsiteX26" fmla="*/ 1828800 w 4661941"/>
                <a:gd name="connsiteY26" fmla="*/ 2353456 h 2353456"/>
                <a:gd name="connsiteX27" fmla="*/ 1349115 w 4661941"/>
                <a:gd name="connsiteY27" fmla="*/ 2128604 h 2353456"/>
                <a:gd name="connsiteX28" fmla="*/ 929391 w 4661941"/>
                <a:gd name="connsiteY28" fmla="*/ 1888761 h 2353456"/>
                <a:gd name="connsiteX29" fmla="*/ 899410 w 4661941"/>
                <a:gd name="connsiteY29" fmla="*/ 1499017 h 2353456"/>
                <a:gd name="connsiteX30" fmla="*/ 839450 w 4661941"/>
                <a:gd name="connsiteY30" fmla="*/ 1139253 h 2353456"/>
                <a:gd name="connsiteX31" fmla="*/ 644577 w 4661941"/>
                <a:gd name="connsiteY31" fmla="*/ 959371 h 2353456"/>
                <a:gd name="connsiteX32" fmla="*/ 170832 w 4661941"/>
                <a:gd name="connsiteY32" fmla="*/ 800701 h 2353456"/>
                <a:gd name="connsiteX33" fmla="*/ 29981 w 4661941"/>
                <a:gd name="connsiteY33" fmla="*/ 749508 h 2353456"/>
                <a:gd name="connsiteX0" fmla="*/ 0 w 4661941"/>
                <a:gd name="connsiteY0" fmla="*/ 314794 h 2353456"/>
                <a:gd name="connsiteX1" fmla="*/ 644577 w 4661941"/>
                <a:gd name="connsiteY1" fmla="*/ 524656 h 2353456"/>
                <a:gd name="connsiteX2" fmla="*/ 959371 w 4661941"/>
                <a:gd name="connsiteY2" fmla="*/ 584617 h 2353456"/>
                <a:gd name="connsiteX3" fmla="*/ 1304145 w 4661941"/>
                <a:gd name="connsiteY3" fmla="*/ 449705 h 2353456"/>
                <a:gd name="connsiteX4" fmla="*/ 1603948 w 4661941"/>
                <a:gd name="connsiteY4" fmla="*/ 329784 h 2353456"/>
                <a:gd name="connsiteX5" fmla="*/ 1573968 w 4661941"/>
                <a:gd name="connsiteY5" fmla="*/ 164892 h 2353456"/>
                <a:gd name="connsiteX6" fmla="*/ 1903751 w 4661941"/>
                <a:gd name="connsiteY6" fmla="*/ 0 h 2353456"/>
                <a:gd name="connsiteX7" fmla="*/ 2113613 w 4661941"/>
                <a:gd name="connsiteY7" fmla="*/ 119922 h 2353456"/>
                <a:gd name="connsiteX8" fmla="*/ 2383436 w 4661941"/>
                <a:gd name="connsiteY8" fmla="*/ 434715 h 2353456"/>
                <a:gd name="connsiteX9" fmla="*/ 2878112 w 4661941"/>
                <a:gd name="connsiteY9" fmla="*/ 584617 h 2353456"/>
                <a:gd name="connsiteX10" fmla="*/ 3267856 w 4661941"/>
                <a:gd name="connsiteY10" fmla="*/ 629587 h 2353456"/>
                <a:gd name="connsiteX11" fmla="*/ 3717561 w 4661941"/>
                <a:gd name="connsiteY11" fmla="*/ 914400 h 2353456"/>
                <a:gd name="connsiteX12" fmla="*/ 3972394 w 4661941"/>
                <a:gd name="connsiteY12" fmla="*/ 1079292 h 2353456"/>
                <a:gd name="connsiteX13" fmla="*/ 4092315 w 4661941"/>
                <a:gd name="connsiteY13" fmla="*/ 1289154 h 2353456"/>
                <a:gd name="connsiteX14" fmla="*/ 4362138 w 4661941"/>
                <a:gd name="connsiteY14" fmla="*/ 1588958 h 2353456"/>
                <a:gd name="connsiteX15" fmla="*/ 4631961 w 4661941"/>
                <a:gd name="connsiteY15" fmla="*/ 1843790 h 2353456"/>
                <a:gd name="connsiteX16" fmla="*/ 4661941 w 4661941"/>
                <a:gd name="connsiteY16" fmla="*/ 2143594 h 2353456"/>
                <a:gd name="connsiteX17" fmla="*/ 4272197 w 4661941"/>
                <a:gd name="connsiteY17" fmla="*/ 2008682 h 2353456"/>
                <a:gd name="connsiteX18" fmla="*/ 3717561 w 4661941"/>
                <a:gd name="connsiteY18" fmla="*/ 1903751 h 2353456"/>
                <a:gd name="connsiteX19" fmla="*/ 3417758 w 4661941"/>
                <a:gd name="connsiteY19" fmla="*/ 1813810 h 2353456"/>
                <a:gd name="connsiteX20" fmla="*/ 2983043 w 4661941"/>
                <a:gd name="connsiteY20" fmla="*/ 1768840 h 2353456"/>
                <a:gd name="connsiteX21" fmla="*/ 3192905 w 4661941"/>
                <a:gd name="connsiteY21" fmla="*/ 1933731 h 2353456"/>
                <a:gd name="connsiteX22" fmla="*/ 3028013 w 4661941"/>
                <a:gd name="connsiteY22" fmla="*/ 1993692 h 2353456"/>
                <a:gd name="connsiteX23" fmla="*/ 2773181 w 4661941"/>
                <a:gd name="connsiteY23" fmla="*/ 1888761 h 2353456"/>
                <a:gd name="connsiteX24" fmla="*/ 2248525 w 4661941"/>
                <a:gd name="connsiteY24" fmla="*/ 1768840 h 2353456"/>
                <a:gd name="connsiteX25" fmla="*/ 2128604 w 4661941"/>
                <a:gd name="connsiteY25" fmla="*/ 2173574 h 2353456"/>
                <a:gd name="connsiteX26" fmla="*/ 1828800 w 4661941"/>
                <a:gd name="connsiteY26" fmla="*/ 2353456 h 2353456"/>
                <a:gd name="connsiteX27" fmla="*/ 1349115 w 4661941"/>
                <a:gd name="connsiteY27" fmla="*/ 2128604 h 2353456"/>
                <a:gd name="connsiteX28" fmla="*/ 929391 w 4661941"/>
                <a:gd name="connsiteY28" fmla="*/ 1888761 h 2353456"/>
                <a:gd name="connsiteX29" fmla="*/ 899410 w 4661941"/>
                <a:gd name="connsiteY29" fmla="*/ 1499017 h 2353456"/>
                <a:gd name="connsiteX30" fmla="*/ 839450 w 4661941"/>
                <a:gd name="connsiteY30" fmla="*/ 1139253 h 2353456"/>
                <a:gd name="connsiteX31" fmla="*/ 644577 w 4661941"/>
                <a:gd name="connsiteY31" fmla="*/ 959371 h 2353456"/>
                <a:gd name="connsiteX32" fmla="*/ 170832 w 4661941"/>
                <a:gd name="connsiteY32" fmla="*/ 800701 h 2353456"/>
                <a:gd name="connsiteX33" fmla="*/ 6977 w 4661941"/>
                <a:gd name="connsiteY33" fmla="*/ 306685 h 2353456"/>
                <a:gd name="connsiteX0" fmla="*/ 9659 w 4671600"/>
                <a:gd name="connsiteY0" fmla="*/ 314794 h 2353456"/>
                <a:gd name="connsiteX1" fmla="*/ 654236 w 4671600"/>
                <a:gd name="connsiteY1" fmla="*/ 524656 h 2353456"/>
                <a:gd name="connsiteX2" fmla="*/ 969030 w 4671600"/>
                <a:gd name="connsiteY2" fmla="*/ 584617 h 2353456"/>
                <a:gd name="connsiteX3" fmla="*/ 1313804 w 4671600"/>
                <a:gd name="connsiteY3" fmla="*/ 449705 h 2353456"/>
                <a:gd name="connsiteX4" fmla="*/ 1613607 w 4671600"/>
                <a:gd name="connsiteY4" fmla="*/ 329784 h 2353456"/>
                <a:gd name="connsiteX5" fmla="*/ 1583627 w 4671600"/>
                <a:gd name="connsiteY5" fmla="*/ 164892 h 2353456"/>
                <a:gd name="connsiteX6" fmla="*/ 1913410 w 4671600"/>
                <a:gd name="connsiteY6" fmla="*/ 0 h 2353456"/>
                <a:gd name="connsiteX7" fmla="*/ 2123272 w 4671600"/>
                <a:gd name="connsiteY7" fmla="*/ 119922 h 2353456"/>
                <a:gd name="connsiteX8" fmla="*/ 2393095 w 4671600"/>
                <a:gd name="connsiteY8" fmla="*/ 434715 h 2353456"/>
                <a:gd name="connsiteX9" fmla="*/ 2887771 w 4671600"/>
                <a:gd name="connsiteY9" fmla="*/ 584617 h 2353456"/>
                <a:gd name="connsiteX10" fmla="*/ 3277515 w 4671600"/>
                <a:gd name="connsiteY10" fmla="*/ 629587 h 2353456"/>
                <a:gd name="connsiteX11" fmla="*/ 3727220 w 4671600"/>
                <a:gd name="connsiteY11" fmla="*/ 914400 h 2353456"/>
                <a:gd name="connsiteX12" fmla="*/ 3982053 w 4671600"/>
                <a:gd name="connsiteY12" fmla="*/ 1079292 h 2353456"/>
                <a:gd name="connsiteX13" fmla="*/ 4101974 w 4671600"/>
                <a:gd name="connsiteY13" fmla="*/ 1289154 h 2353456"/>
                <a:gd name="connsiteX14" fmla="*/ 4371797 w 4671600"/>
                <a:gd name="connsiteY14" fmla="*/ 1588958 h 2353456"/>
                <a:gd name="connsiteX15" fmla="*/ 4641620 w 4671600"/>
                <a:gd name="connsiteY15" fmla="*/ 1843790 h 2353456"/>
                <a:gd name="connsiteX16" fmla="*/ 4671600 w 4671600"/>
                <a:gd name="connsiteY16" fmla="*/ 2143594 h 2353456"/>
                <a:gd name="connsiteX17" fmla="*/ 4281856 w 4671600"/>
                <a:gd name="connsiteY17" fmla="*/ 2008682 h 2353456"/>
                <a:gd name="connsiteX18" fmla="*/ 3727220 w 4671600"/>
                <a:gd name="connsiteY18" fmla="*/ 1903751 h 2353456"/>
                <a:gd name="connsiteX19" fmla="*/ 3427417 w 4671600"/>
                <a:gd name="connsiteY19" fmla="*/ 1813810 h 2353456"/>
                <a:gd name="connsiteX20" fmla="*/ 2992702 w 4671600"/>
                <a:gd name="connsiteY20" fmla="*/ 1768840 h 2353456"/>
                <a:gd name="connsiteX21" fmla="*/ 3202564 w 4671600"/>
                <a:gd name="connsiteY21" fmla="*/ 1933731 h 2353456"/>
                <a:gd name="connsiteX22" fmla="*/ 3037672 w 4671600"/>
                <a:gd name="connsiteY22" fmla="*/ 1993692 h 2353456"/>
                <a:gd name="connsiteX23" fmla="*/ 2782840 w 4671600"/>
                <a:gd name="connsiteY23" fmla="*/ 1888761 h 2353456"/>
                <a:gd name="connsiteX24" fmla="*/ 2258184 w 4671600"/>
                <a:gd name="connsiteY24" fmla="*/ 1768840 h 2353456"/>
                <a:gd name="connsiteX25" fmla="*/ 2138263 w 4671600"/>
                <a:gd name="connsiteY25" fmla="*/ 2173574 h 2353456"/>
                <a:gd name="connsiteX26" fmla="*/ 1838459 w 4671600"/>
                <a:gd name="connsiteY26" fmla="*/ 2353456 h 2353456"/>
                <a:gd name="connsiteX27" fmla="*/ 1358774 w 4671600"/>
                <a:gd name="connsiteY27" fmla="*/ 2128604 h 2353456"/>
                <a:gd name="connsiteX28" fmla="*/ 939050 w 4671600"/>
                <a:gd name="connsiteY28" fmla="*/ 1888761 h 2353456"/>
                <a:gd name="connsiteX29" fmla="*/ 909069 w 4671600"/>
                <a:gd name="connsiteY29" fmla="*/ 1499017 h 2353456"/>
                <a:gd name="connsiteX30" fmla="*/ 849109 w 4671600"/>
                <a:gd name="connsiteY30" fmla="*/ 1139253 h 2353456"/>
                <a:gd name="connsiteX31" fmla="*/ 654236 w 4671600"/>
                <a:gd name="connsiteY31" fmla="*/ 959371 h 2353456"/>
                <a:gd name="connsiteX32" fmla="*/ 180491 w 4671600"/>
                <a:gd name="connsiteY32" fmla="*/ 800701 h 2353456"/>
                <a:gd name="connsiteX33" fmla="*/ 16636 w 4671600"/>
                <a:gd name="connsiteY33" fmla="*/ 306685 h 2353456"/>
                <a:gd name="connsiteX0" fmla="*/ 9659 w 4671600"/>
                <a:gd name="connsiteY0" fmla="*/ 314794 h 2353456"/>
                <a:gd name="connsiteX1" fmla="*/ 654236 w 4671600"/>
                <a:gd name="connsiteY1" fmla="*/ 524656 h 2353456"/>
                <a:gd name="connsiteX2" fmla="*/ 969030 w 4671600"/>
                <a:gd name="connsiteY2" fmla="*/ 584617 h 2353456"/>
                <a:gd name="connsiteX3" fmla="*/ 1313804 w 4671600"/>
                <a:gd name="connsiteY3" fmla="*/ 449705 h 2353456"/>
                <a:gd name="connsiteX4" fmla="*/ 1613607 w 4671600"/>
                <a:gd name="connsiteY4" fmla="*/ 329784 h 2353456"/>
                <a:gd name="connsiteX5" fmla="*/ 1583627 w 4671600"/>
                <a:gd name="connsiteY5" fmla="*/ 164892 h 2353456"/>
                <a:gd name="connsiteX6" fmla="*/ 1913410 w 4671600"/>
                <a:gd name="connsiteY6" fmla="*/ 0 h 2353456"/>
                <a:gd name="connsiteX7" fmla="*/ 2123272 w 4671600"/>
                <a:gd name="connsiteY7" fmla="*/ 119922 h 2353456"/>
                <a:gd name="connsiteX8" fmla="*/ 2393095 w 4671600"/>
                <a:gd name="connsiteY8" fmla="*/ 434715 h 2353456"/>
                <a:gd name="connsiteX9" fmla="*/ 2887771 w 4671600"/>
                <a:gd name="connsiteY9" fmla="*/ 584617 h 2353456"/>
                <a:gd name="connsiteX10" fmla="*/ 3277515 w 4671600"/>
                <a:gd name="connsiteY10" fmla="*/ 629587 h 2353456"/>
                <a:gd name="connsiteX11" fmla="*/ 3727220 w 4671600"/>
                <a:gd name="connsiteY11" fmla="*/ 914400 h 2353456"/>
                <a:gd name="connsiteX12" fmla="*/ 3982053 w 4671600"/>
                <a:gd name="connsiteY12" fmla="*/ 1079292 h 2353456"/>
                <a:gd name="connsiteX13" fmla="*/ 4101974 w 4671600"/>
                <a:gd name="connsiteY13" fmla="*/ 1289154 h 2353456"/>
                <a:gd name="connsiteX14" fmla="*/ 4371797 w 4671600"/>
                <a:gd name="connsiteY14" fmla="*/ 1588958 h 2353456"/>
                <a:gd name="connsiteX15" fmla="*/ 4641620 w 4671600"/>
                <a:gd name="connsiteY15" fmla="*/ 1843790 h 2353456"/>
                <a:gd name="connsiteX16" fmla="*/ 4671600 w 4671600"/>
                <a:gd name="connsiteY16" fmla="*/ 2143594 h 2353456"/>
                <a:gd name="connsiteX17" fmla="*/ 4281856 w 4671600"/>
                <a:gd name="connsiteY17" fmla="*/ 2008682 h 2353456"/>
                <a:gd name="connsiteX18" fmla="*/ 3727220 w 4671600"/>
                <a:gd name="connsiteY18" fmla="*/ 1903751 h 2353456"/>
                <a:gd name="connsiteX19" fmla="*/ 3427417 w 4671600"/>
                <a:gd name="connsiteY19" fmla="*/ 1813810 h 2353456"/>
                <a:gd name="connsiteX20" fmla="*/ 2992702 w 4671600"/>
                <a:gd name="connsiteY20" fmla="*/ 1768840 h 2353456"/>
                <a:gd name="connsiteX21" fmla="*/ 3202564 w 4671600"/>
                <a:gd name="connsiteY21" fmla="*/ 1933731 h 2353456"/>
                <a:gd name="connsiteX22" fmla="*/ 3037672 w 4671600"/>
                <a:gd name="connsiteY22" fmla="*/ 1993692 h 2353456"/>
                <a:gd name="connsiteX23" fmla="*/ 2782840 w 4671600"/>
                <a:gd name="connsiteY23" fmla="*/ 1888761 h 2353456"/>
                <a:gd name="connsiteX24" fmla="*/ 2258184 w 4671600"/>
                <a:gd name="connsiteY24" fmla="*/ 1768840 h 2353456"/>
                <a:gd name="connsiteX25" fmla="*/ 2138263 w 4671600"/>
                <a:gd name="connsiteY25" fmla="*/ 2173574 h 2353456"/>
                <a:gd name="connsiteX26" fmla="*/ 1838459 w 4671600"/>
                <a:gd name="connsiteY26" fmla="*/ 2353456 h 2353456"/>
                <a:gd name="connsiteX27" fmla="*/ 1358774 w 4671600"/>
                <a:gd name="connsiteY27" fmla="*/ 2128604 h 2353456"/>
                <a:gd name="connsiteX28" fmla="*/ 939050 w 4671600"/>
                <a:gd name="connsiteY28" fmla="*/ 1888761 h 2353456"/>
                <a:gd name="connsiteX29" fmla="*/ 909069 w 4671600"/>
                <a:gd name="connsiteY29" fmla="*/ 1499017 h 2353456"/>
                <a:gd name="connsiteX30" fmla="*/ 849109 w 4671600"/>
                <a:gd name="connsiteY30" fmla="*/ 1139253 h 2353456"/>
                <a:gd name="connsiteX31" fmla="*/ 654236 w 4671600"/>
                <a:gd name="connsiteY31" fmla="*/ 959371 h 2353456"/>
                <a:gd name="connsiteX32" fmla="*/ 180491 w 4671600"/>
                <a:gd name="connsiteY32" fmla="*/ 800701 h 2353456"/>
                <a:gd name="connsiteX33" fmla="*/ 16636 w 4671600"/>
                <a:gd name="connsiteY33" fmla="*/ 306685 h 2353456"/>
                <a:gd name="connsiteX0" fmla="*/ 9659 w 4671600"/>
                <a:gd name="connsiteY0" fmla="*/ 314794 h 2353456"/>
                <a:gd name="connsiteX1" fmla="*/ 654236 w 4671600"/>
                <a:gd name="connsiteY1" fmla="*/ 524656 h 2353456"/>
                <a:gd name="connsiteX2" fmla="*/ 969030 w 4671600"/>
                <a:gd name="connsiteY2" fmla="*/ 584617 h 2353456"/>
                <a:gd name="connsiteX3" fmla="*/ 1313804 w 4671600"/>
                <a:gd name="connsiteY3" fmla="*/ 449705 h 2353456"/>
                <a:gd name="connsiteX4" fmla="*/ 1613607 w 4671600"/>
                <a:gd name="connsiteY4" fmla="*/ 329784 h 2353456"/>
                <a:gd name="connsiteX5" fmla="*/ 1583627 w 4671600"/>
                <a:gd name="connsiteY5" fmla="*/ 164892 h 2353456"/>
                <a:gd name="connsiteX6" fmla="*/ 1913410 w 4671600"/>
                <a:gd name="connsiteY6" fmla="*/ 0 h 2353456"/>
                <a:gd name="connsiteX7" fmla="*/ 2123272 w 4671600"/>
                <a:gd name="connsiteY7" fmla="*/ 119922 h 2353456"/>
                <a:gd name="connsiteX8" fmla="*/ 2393095 w 4671600"/>
                <a:gd name="connsiteY8" fmla="*/ 434715 h 2353456"/>
                <a:gd name="connsiteX9" fmla="*/ 2887771 w 4671600"/>
                <a:gd name="connsiteY9" fmla="*/ 584617 h 2353456"/>
                <a:gd name="connsiteX10" fmla="*/ 3277515 w 4671600"/>
                <a:gd name="connsiteY10" fmla="*/ 629587 h 2353456"/>
                <a:gd name="connsiteX11" fmla="*/ 3727220 w 4671600"/>
                <a:gd name="connsiteY11" fmla="*/ 914400 h 2353456"/>
                <a:gd name="connsiteX12" fmla="*/ 3982053 w 4671600"/>
                <a:gd name="connsiteY12" fmla="*/ 1079292 h 2353456"/>
                <a:gd name="connsiteX13" fmla="*/ 4101974 w 4671600"/>
                <a:gd name="connsiteY13" fmla="*/ 1289154 h 2353456"/>
                <a:gd name="connsiteX14" fmla="*/ 4371797 w 4671600"/>
                <a:gd name="connsiteY14" fmla="*/ 1588958 h 2353456"/>
                <a:gd name="connsiteX15" fmla="*/ 4641620 w 4671600"/>
                <a:gd name="connsiteY15" fmla="*/ 1843790 h 2353456"/>
                <a:gd name="connsiteX16" fmla="*/ 4671600 w 4671600"/>
                <a:gd name="connsiteY16" fmla="*/ 2143594 h 2353456"/>
                <a:gd name="connsiteX17" fmla="*/ 4281856 w 4671600"/>
                <a:gd name="connsiteY17" fmla="*/ 2008682 h 2353456"/>
                <a:gd name="connsiteX18" fmla="*/ 3727220 w 4671600"/>
                <a:gd name="connsiteY18" fmla="*/ 1903751 h 2353456"/>
                <a:gd name="connsiteX19" fmla="*/ 3427417 w 4671600"/>
                <a:gd name="connsiteY19" fmla="*/ 1813810 h 2353456"/>
                <a:gd name="connsiteX20" fmla="*/ 2992702 w 4671600"/>
                <a:gd name="connsiteY20" fmla="*/ 1768840 h 2353456"/>
                <a:gd name="connsiteX21" fmla="*/ 3202564 w 4671600"/>
                <a:gd name="connsiteY21" fmla="*/ 1933731 h 2353456"/>
                <a:gd name="connsiteX22" fmla="*/ 3037672 w 4671600"/>
                <a:gd name="connsiteY22" fmla="*/ 1993692 h 2353456"/>
                <a:gd name="connsiteX23" fmla="*/ 2782840 w 4671600"/>
                <a:gd name="connsiteY23" fmla="*/ 1888761 h 2353456"/>
                <a:gd name="connsiteX24" fmla="*/ 2258184 w 4671600"/>
                <a:gd name="connsiteY24" fmla="*/ 1768840 h 2353456"/>
                <a:gd name="connsiteX25" fmla="*/ 2138263 w 4671600"/>
                <a:gd name="connsiteY25" fmla="*/ 2173574 h 2353456"/>
                <a:gd name="connsiteX26" fmla="*/ 1838459 w 4671600"/>
                <a:gd name="connsiteY26" fmla="*/ 2353456 h 2353456"/>
                <a:gd name="connsiteX27" fmla="*/ 1358774 w 4671600"/>
                <a:gd name="connsiteY27" fmla="*/ 2128604 h 2353456"/>
                <a:gd name="connsiteX28" fmla="*/ 939050 w 4671600"/>
                <a:gd name="connsiteY28" fmla="*/ 1888761 h 2353456"/>
                <a:gd name="connsiteX29" fmla="*/ 909069 w 4671600"/>
                <a:gd name="connsiteY29" fmla="*/ 1499017 h 2353456"/>
                <a:gd name="connsiteX30" fmla="*/ 849109 w 4671600"/>
                <a:gd name="connsiteY30" fmla="*/ 1139253 h 2353456"/>
                <a:gd name="connsiteX31" fmla="*/ 654236 w 4671600"/>
                <a:gd name="connsiteY31" fmla="*/ 959371 h 2353456"/>
                <a:gd name="connsiteX32" fmla="*/ 180491 w 4671600"/>
                <a:gd name="connsiteY32" fmla="*/ 800701 h 2353456"/>
                <a:gd name="connsiteX33" fmla="*/ 16636 w 4671600"/>
                <a:gd name="connsiteY33" fmla="*/ 306685 h 2353456"/>
                <a:gd name="connsiteX0" fmla="*/ 9659 w 4671600"/>
                <a:gd name="connsiteY0" fmla="*/ 314794 h 2353456"/>
                <a:gd name="connsiteX1" fmla="*/ 654236 w 4671600"/>
                <a:gd name="connsiteY1" fmla="*/ 524656 h 2353456"/>
                <a:gd name="connsiteX2" fmla="*/ 969030 w 4671600"/>
                <a:gd name="connsiteY2" fmla="*/ 584617 h 2353456"/>
                <a:gd name="connsiteX3" fmla="*/ 1313804 w 4671600"/>
                <a:gd name="connsiteY3" fmla="*/ 449705 h 2353456"/>
                <a:gd name="connsiteX4" fmla="*/ 1613607 w 4671600"/>
                <a:gd name="connsiteY4" fmla="*/ 329784 h 2353456"/>
                <a:gd name="connsiteX5" fmla="*/ 1583627 w 4671600"/>
                <a:gd name="connsiteY5" fmla="*/ 164892 h 2353456"/>
                <a:gd name="connsiteX6" fmla="*/ 1913410 w 4671600"/>
                <a:gd name="connsiteY6" fmla="*/ 0 h 2353456"/>
                <a:gd name="connsiteX7" fmla="*/ 2123272 w 4671600"/>
                <a:gd name="connsiteY7" fmla="*/ 119922 h 2353456"/>
                <a:gd name="connsiteX8" fmla="*/ 2393095 w 4671600"/>
                <a:gd name="connsiteY8" fmla="*/ 434715 h 2353456"/>
                <a:gd name="connsiteX9" fmla="*/ 2887771 w 4671600"/>
                <a:gd name="connsiteY9" fmla="*/ 584617 h 2353456"/>
                <a:gd name="connsiteX10" fmla="*/ 3277515 w 4671600"/>
                <a:gd name="connsiteY10" fmla="*/ 629587 h 2353456"/>
                <a:gd name="connsiteX11" fmla="*/ 3727220 w 4671600"/>
                <a:gd name="connsiteY11" fmla="*/ 914400 h 2353456"/>
                <a:gd name="connsiteX12" fmla="*/ 3982053 w 4671600"/>
                <a:gd name="connsiteY12" fmla="*/ 1079292 h 2353456"/>
                <a:gd name="connsiteX13" fmla="*/ 4101974 w 4671600"/>
                <a:gd name="connsiteY13" fmla="*/ 1289154 h 2353456"/>
                <a:gd name="connsiteX14" fmla="*/ 4371797 w 4671600"/>
                <a:gd name="connsiteY14" fmla="*/ 1588958 h 2353456"/>
                <a:gd name="connsiteX15" fmla="*/ 4641620 w 4671600"/>
                <a:gd name="connsiteY15" fmla="*/ 1843790 h 2353456"/>
                <a:gd name="connsiteX16" fmla="*/ 4671600 w 4671600"/>
                <a:gd name="connsiteY16" fmla="*/ 2143594 h 2353456"/>
                <a:gd name="connsiteX17" fmla="*/ 4281856 w 4671600"/>
                <a:gd name="connsiteY17" fmla="*/ 2008682 h 2353456"/>
                <a:gd name="connsiteX18" fmla="*/ 3727220 w 4671600"/>
                <a:gd name="connsiteY18" fmla="*/ 1903751 h 2353456"/>
                <a:gd name="connsiteX19" fmla="*/ 3427417 w 4671600"/>
                <a:gd name="connsiteY19" fmla="*/ 1813810 h 2353456"/>
                <a:gd name="connsiteX20" fmla="*/ 2992702 w 4671600"/>
                <a:gd name="connsiteY20" fmla="*/ 1768840 h 2353456"/>
                <a:gd name="connsiteX21" fmla="*/ 3202564 w 4671600"/>
                <a:gd name="connsiteY21" fmla="*/ 1933731 h 2353456"/>
                <a:gd name="connsiteX22" fmla="*/ 3037672 w 4671600"/>
                <a:gd name="connsiteY22" fmla="*/ 1993692 h 2353456"/>
                <a:gd name="connsiteX23" fmla="*/ 2782840 w 4671600"/>
                <a:gd name="connsiteY23" fmla="*/ 1888761 h 2353456"/>
                <a:gd name="connsiteX24" fmla="*/ 2258184 w 4671600"/>
                <a:gd name="connsiteY24" fmla="*/ 1768840 h 2353456"/>
                <a:gd name="connsiteX25" fmla="*/ 2138263 w 4671600"/>
                <a:gd name="connsiteY25" fmla="*/ 2173574 h 2353456"/>
                <a:gd name="connsiteX26" fmla="*/ 1838459 w 4671600"/>
                <a:gd name="connsiteY26" fmla="*/ 2353456 h 2353456"/>
                <a:gd name="connsiteX27" fmla="*/ 1358774 w 4671600"/>
                <a:gd name="connsiteY27" fmla="*/ 2128604 h 2353456"/>
                <a:gd name="connsiteX28" fmla="*/ 939050 w 4671600"/>
                <a:gd name="connsiteY28" fmla="*/ 1888761 h 2353456"/>
                <a:gd name="connsiteX29" fmla="*/ 909069 w 4671600"/>
                <a:gd name="connsiteY29" fmla="*/ 1499017 h 2353456"/>
                <a:gd name="connsiteX30" fmla="*/ 849109 w 4671600"/>
                <a:gd name="connsiteY30" fmla="*/ 1139253 h 2353456"/>
                <a:gd name="connsiteX31" fmla="*/ 654236 w 4671600"/>
                <a:gd name="connsiteY31" fmla="*/ 959371 h 2353456"/>
                <a:gd name="connsiteX32" fmla="*/ 180491 w 4671600"/>
                <a:gd name="connsiteY32" fmla="*/ 800701 h 2353456"/>
                <a:gd name="connsiteX33" fmla="*/ 16636 w 4671600"/>
                <a:gd name="connsiteY33" fmla="*/ 306685 h 2353456"/>
                <a:gd name="connsiteX0" fmla="*/ 9659 w 4671600"/>
                <a:gd name="connsiteY0" fmla="*/ 330385 h 2369047"/>
                <a:gd name="connsiteX1" fmla="*/ 654236 w 4671600"/>
                <a:gd name="connsiteY1" fmla="*/ 540247 h 2369047"/>
                <a:gd name="connsiteX2" fmla="*/ 969030 w 4671600"/>
                <a:gd name="connsiteY2" fmla="*/ 600208 h 2369047"/>
                <a:gd name="connsiteX3" fmla="*/ 1313804 w 4671600"/>
                <a:gd name="connsiteY3" fmla="*/ 465296 h 2369047"/>
                <a:gd name="connsiteX4" fmla="*/ 1613607 w 4671600"/>
                <a:gd name="connsiteY4" fmla="*/ 345375 h 2369047"/>
                <a:gd name="connsiteX5" fmla="*/ 1583627 w 4671600"/>
                <a:gd name="connsiteY5" fmla="*/ 180483 h 2369047"/>
                <a:gd name="connsiteX6" fmla="*/ 1913410 w 4671600"/>
                <a:gd name="connsiteY6" fmla="*/ 15591 h 2369047"/>
                <a:gd name="connsiteX7" fmla="*/ 2123272 w 4671600"/>
                <a:gd name="connsiteY7" fmla="*/ 135513 h 2369047"/>
                <a:gd name="connsiteX8" fmla="*/ 2393095 w 4671600"/>
                <a:gd name="connsiteY8" fmla="*/ 450306 h 2369047"/>
                <a:gd name="connsiteX9" fmla="*/ 2887771 w 4671600"/>
                <a:gd name="connsiteY9" fmla="*/ 600208 h 2369047"/>
                <a:gd name="connsiteX10" fmla="*/ 3277515 w 4671600"/>
                <a:gd name="connsiteY10" fmla="*/ 645178 h 2369047"/>
                <a:gd name="connsiteX11" fmla="*/ 3727220 w 4671600"/>
                <a:gd name="connsiteY11" fmla="*/ 929991 h 2369047"/>
                <a:gd name="connsiteX12" fmla="*/ 3982053 w 4671600"/>
                <a:gd name="connsiteY12" fmla="*/ 1094883 h 2369047"/>
                <a:gd name="connsiteX13" fmla="*/ 4101974 w 4671600"/>
                <a:gd name="connsiteY13" fmla="*/ 1304745 h 2369047"/>
                <a:gd name="connsiteX14" fmla="*/ 4371797 w 4671600"/>
                <a:gd name="connsiteY14" fmla="*/ 1604549 h 2369047"/>
                <a:gd name="connsiteX15" fmla="*/ 4641620 w 4671600"/>
                <a:gd name="connsiteY15" fmla="*/ 1859381 h 2369047"/>
                <a:gd name="connsiteX16" fmla="*/ 4671600 w 4671600"/>
                <a:gd name="connsiteY16" fmla="*/ 2159185 h 2369047"/>
                <a:gd name="connsiteX17" fmla="*/ 4281856 w 4671600"/>
                <a:gd name="connsiteY17" fmla="*/ 2024273 h 2369047"/>
                <a:gd name="connsiteX18" fmla="*/ 3727220 w 4671600"/>
                <a:gd name="connsiteY18" fmla="*/ 1919342 h 2369047"/>
                <a:gd name="connsiteX19" fmla="*/ 3427417 w 4671600"/>
                <a:gd name="connsiteY19" fmla="*/ 1829401 h 2369047"/>
                <a:gd name="connsiteX20" fmla="*/ 2992702 w 4671600"/>
                <a:gd name="connsiteY20" fmla="*/ 1784431 h 2369047"/>
                <a:gd name="connsiteX21" fmla="*/ 3202564 w 4671600"/>
                <a:gd name="connsiteY21" fmla="*/ 1949322 h 2369047"/>
                <a:gd name="connsiteX22" fmla="*/ 3037672 w 4671600"/>
                <a:gd name="connsiteY22" fmla="*/ 2009283 h 2369047"/>
                <a:gd name="connsiteX23" fmla="*/ 2782840 w 4671600"/>
                <a:gd name="connsiteY23" fmla="*/ 1904352 h 2369047"/>
                <a:gd name="connsiteX24" fmla="*/ 2258184 w 4671600"/>
                <a:gd name="connsiteY24" fmla="*/ 1784431 h 2369047"/>
                <a:gd name="connsiteX25" fmla="*/ 2138263 w 4671600"/>
                <a:gd name="connsiteY25" fmla="*/ 2189165 h 2369047"/>
                <a:gd name="connsiteX26" fmla="*/ 1838459 w 4671600"/>
                <a:gd name="connsiteY26" fmla="*/ 2369047 h 2369047"/>
                <a:gd name="connsiteX27" fmla="*/ 1358774 w 4671600"/>
                <a:gd name="connsiteY27" fmla="*/ 2144195 h 2369047"/>
                <a:gd name="connsiteX28" fmla="*/ 939050 w 4671600"/>
                <a:gd name="connsiteY28" fmla="*/ 1904352 h 2369047"/>
                <a:gd name="connsiteX29" fmla="*/ 909069 w 4671600"/>
                <a:gd name="connsiteY29" fmla="*/ 1514608 h 2369047"/>
                <a:gd name="connsiteX30" fmla="*/ 849109 w 4671600"/>
                <a:gd name="connsiteY30" fmla="*/ 1154844 h 2369047"/>
                <a:gd name="connsiteX31" fmla="*/ 654236 w 4671600"/>
                <a:gd name="connsiteY31" fmla="*/ 974962 h 2369047"/>
                <a:gd name="connsiteX32" fmla="*/ 180491 w 4671600"/>
                <a:gd name="connsiteY32" fmla="*/ 816292 h 2369047"/>
                <a:gd name="connsiteX33" fmla="*/ 16636 w 4671600"/>
                <a:gd name="connsiteY33" fmla="*/ 322276 h 2369047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65504"/>
                <a:gd name="connsiteX1" fmla="*/ 654236 w 4671600"/>
                <a:gd name="connsiteY1" fmla="*/ 525973 h 2365504"/>
                <a:gd name="connsiteX2" fmla="*/ 969030 w 4671600"/>
                <a:gd name="connsiteY2" fmla="*/ 585934 h 2365504"/>
                <a:gd name="connsiteX3" fmla="*/ 1313804 w 4671600"/>
                <a:gd name="connsiteY3" fmla="*/ 451022 h 2365504"/>
                <a:gd name="connsiteX4" fmla="*/ 1613607 w 4671600"/>
                <a:gd name="connsiteY4" fmla="*/ 331101 h 2365504"/>
                <a:gd name="connsiteX5" fmla="*/ 1583627 w 4671600"/>
                <a:gd name="connsiteY5" fmla="*/ 166209 h 2365504"/>
                <a:gd name="connsiteX6" fmla="*/ 1913410 w 4671600"/>
                <a:gd name="connsiteY6" fmla="*/ 1317 h 2365504"/>
                <a:gd name="connsiteX7" fmla="*/ 2123272 w 4671600"/>
                <a:gd name="connsiteY7" fmla="*/ 121239 h 2365504"/>
                <a:gd name="connsiteX8" fmla="*/ 2393095 w 4671600"/>
                <a:gd name="connsiteY8" fmla="*/ 436032 h 2365504"/>
                <a:gd name="connsiteX9" fmla="*/ 2887771 w 4671600"/>
                <a:gd name="connsiteY9" fmla="*/ 585934 h 2365504"/>
                <a:gd name="connsiteX10" fmla="*/ 3277515 w 4671600"/>
                <a:gd name="connsiteY10" fmla="*/ 630904 h 2365504"/>
                <a:gd name="connsiteX11" fmla="*/ 3727220 w 4671600"/>
                <a:gd name="connsiteY11" fmla="*/ 915717 h 2365504"/>
                <a:gd name="connsiteX12" fmla="*/ 3982053 w 4671600"/>
                <a:gd name="connsiteY12" fmla="*/ 1080609 h 2365504"/>
                <a:gd name="connsiteX13" fmla="*/ 4101974 w 4671600"/>
                <a:gd name="connsiteY13" fmla="*/ 1290471 h 2365504"/>
                <a:gd name="connsiteX14" fmla="*/ 4371797 w 4671600"/>
                <a:gd name="connsiteY14" fmla="*/ 1590275 h 2365504"/>
                <a:gd name="connsiteX15" fmla="*/ 4641620 w 4671600"/>
                <a:gd name="connsiteY15" fmla="*/ 1845107 h 2365504"/>
                <a:gd name="connsiteX16" fmla="*/ 4671600 w 4671600"/>
                <a:gd name="connsiteY16" fmla="*/ 2144911 h 2365504"/>
                <a:gd name="connsiteX17" fmla="*/ 4281856 w 4671600"/>
                <a:gd name="connsiteY17" fmla="*/ 2009999 h 2365504"/>
                <a:gd name="connsiteX18" fmla="*/ 3727220 w 4671600"/>
                <a:gd name="connsiteY18" fmla="*/ 1905068 h 2365504"/>
                <a:gd name="connsiteX19" fmla="*/ 3427417 w 4671600"/>
                <a:gd name="connsiteY19" fmla="*/ 1815127 h 2365504"/>
                <a:gd name="connsiteX20" fmla="*/ 2992702 w 4671600"/>
                <a:gd name="connsiteY20" fmla="*/ 1770157 h 2365504"/>
                <a:gd name="connsiteX21" fmla="*/ 3202564 w 4671600"/>
                <a:gd name="connsiteY21" fmla="*/ 1935048 h 2365504"/>
                <a:gd name="connsiteX22" fmla="*/ 3037672 w 4671600"/>
                <a:gd name="connsiteY22" fmla="*/ 1995009 h 2365504"/>
                <a:gd name="connsiteX23" fmla="*/ 2782840 w 4671600"/>
                <a:gd name="connsiteY23" fmla="*/ 1890078 h 2365504"/>
                <a:gd name="connsiteX24" fmla="*/ 2258184 w 4671600"/>
                <a:gd name="connsiteY24" fmla="*/ 1770157 h 2365504"/>
                <a:gd name="connsiteX25" fmla="*/ 2138263 w 4671600"/>
                <a:gd name="connsiteY25" fmla="*/ 2174891 h 2365504"/>
                <a:gd name="connsiteX26" fmla="*/ 1838459 w 4671600"/>
                <a:gd name="connsiteY26" fmla="*/ 2354773 h 2365504"/>
                <a:gd name="connsiteX27" fmla="*/ 1358774 w 4671600"/>
                <a:gd name="connsiteY27" fmla="*/ 2129921 h 2365504"/>
                <a:gd name="connsiteX28" fmla="*/ 939050 w 4671600"/>
                <a:gd name="connsiteY28" fmla="*/ 1890078 h 2365504"/>
                <a:gd name="connsiteX29" fmla="*/ 909069 w 4671600"/>
                <a:gd name="connsiteY29" fmla="*/ 1500334 h 2365504"/>
                <a:gd name="connsiteX30" fmla="*/ 849109 w 4671600"/>
                <a:gd name="connsiteY30" fmla="*/ 1140570 h 2365504"/>
                <a:gd name="connsiteX31" fmla="*/ 654236 w 4671600"/>
                <a:gd name="connsiteY31" fmla="*/ 960688 h 2365504"/>
                <a:gd name="connsiteX32" fmla="*/ 180491 w 4671600"/>
                <a:gd name="connsiteY32" fmla="*/ 802018 h 2365504"/>
                <a:gd name="connsiteX33" fmla="*/ 16636 w 4671600"/>
                <a:gd name="connsiteY33" fmla="*/ 308002 h 2365504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9659 w 4671600"/>
                <a:gd name="connsiteY0" fmla="*/ 316111 h 2354773"/>
                <a:gd name="connsiteX1" fmla="*/ 654236 w 4671600"/>
                <a:gd name="connsiteY1" fmla="*/ 525973 h 2354773"/>
                <a:gd name="connsiteX2" fmla="*/ 969030 w 4671600"/>
                <a:gd name="connsiteY2" fmla="*/ 585934 h 2354773"/>
                <a:gd name="connsiteX3" fmla="*/ 1313804 w 4671600"/>
                <a:gd name="connsiteY3" fmla="*/ 451022 h 2354773"/>
                <a:gd name="connsiteX4" fmla="*/ 1613607 w 4671600"/>
                <a:gd name="connsiteY4" fmla="*/ 331101 h 2354773"/>
                <a:gd name="connsiteX5" fmla="*/ 1583627 w 4671600"/>
                <a:gd name="connsiteY5" fmla="*/ 166209 h 2354773"/>
                <a:gd name="connsiteX6" fmla="*/ 1913410 w 4671600"/>
                <a:gd name="connsiteY6" fmla="*/ 1317 h 2354773"/>
                <a:gd name="connsiteX7" fmla="*/ 2123272 w 4671600"/>
                <a:gd name="connsiteY7" fmla="*/ 121239 h 2354773"/>
                <a:gd name="connsiteX8" fmla="*/ 2393095 w 4671600"/>
                <a:gd name="connsiteY8" fmla="*/ 436032 h 2354773"/>
                <a:gd name="connsiteX9" fmla="*/ 2887771 w 4671600"/>
                <a:gd name="connsiteY9" fmla="*/ 585934 h 2354773"/>
                <a:gd name="connsiteX10" fmla="*/ 3277515 w 4671600"/>
                <a:gd name="connsiteY10" fmla="*/ 630904 h 2354773"/>
                <a:gd name="connsiteX11" fmla="*/ 3727220 w 4671600"/>
                <a:gd name="connsiteY11" fmla="*/ 915717 h 2354773"/>
                <a:gd name="connsiteX12" fmla="*/ 3982053 w 4671600"/>
                <a:gd name="connsiteY12" fmla="*/ 1080609 h 2354773"/>
                <a:gd name="connsiteX13" fmla="*/ 4101974 w 4671600"/>
                <a:gd name="connsiteY13" fmla="*/ 1290471 h 2354773"/>
                <a:gd name="connsiteX14" fmla="*/ 4371797 w 4671600"/>
                <a:gd name="connsiteY14" fmla="*/ 1590275 h 2354773"/>
                <a:gd name="connsiteX15" fmla="*/ 4641620 w 4671600"/>
                <a:gd name="connsiteY15" fmla="*/ 1845107 h 2354773"/>
                <a:gd name="connsiteX16" fmla="*/ 4671600 w 4671600"/>
                <a:gd name="connsiteY16" fmla="*/ 2144911 h 2354773"/>
                <a:gd name="connsiteX17" fmla="*/ 4281856 w 4671600"/>
                <a:gd name="connsiteY17" fmla="*/ 2009999 h 2354773"/>
                <a:gd name="connsiteX18" fmla="*/ 3727220 w 4671600"/>
                <a:gd name="connsiteY18" fmla="*/ 1905068 h 2354773"/>
                <a:gd name="connsiteX19" fmla="*/ 3427417 w 4671600"/>
                <a:gd name="connsiteY19" fmla="*/ 1815127 h 2354773"/>
                <a:gd name="connsiteX20" fmla="*/ 2992702 w 4671600"/>
                <a:gd name="connsiteY20" fmla="*/ 1770157 h 2354773"/>
                <a:gd name="connsiteX21" fmla="*/ 3202564 w 4671600"/>
                <a:gd name="connsiteY21" fmla="*/ 1935048 h 2354773"/>
                <a:gd name="connsiteX22" fmla="*/ 3037672 w 4671600"/>
                <a:gd name="connsiteY22" fmla="*/ 1995009 h 2354773"/>
                <a:gd name="connsiteX23" fmla="*/ 2782840 w 4671600"/>
                <a:gd name="connsiteY23" fmla="*/ 1890078 h 2354773"/>
                <a:gd name="connsiteX24" fmla="*/ 2258184 w 4671600"/>
                <a:gd name="connsiteY24" fmla="*/ 1770157 h 2354773"/>
                <a:gd name="connsiteX25" fmla="*/ 2138263 w 4671600"/>
                <a:gd name="connsiteY25" fmla="*/ 2174891 h 2354773"/>
                <a:gd name="connsiteX26" fmla="*/ 1838459 w 4671600"/>
                <a:gd name="connsiteY26" fmla="*/ 2354773 h 2354773"/>
                <a:gd name="connsiteX27" fmla="*/ 1358774 w 4671600"/>
                <a:gd name="connsiteY27" fmla="*/ 2129921 h 2354773"/>
                <a:gd name="connsiteX28" fmla="*/ 939050 w 4671600"/>
                <a:gd name="connsiteY28" fmla="*/ 1890078 h 2354773"/>
                <a:gd name="connsiteX29" fmla="*/ 909069 w 4671600"/>
                <a:gd name="connsiteY29" fmla="*/ 1500334 h 2354773"/>
                <a:gd name="connsiteX30" fmla="*/ 849109 w 4671600"/>
                <a:gd name="connsiteY30" fmla="*/ 1140570 h 2354773"/>
                <a:gd name="connsiteX31" fmla="*/ 654236 w 4671600"/>
                <a:gd name="connsiteY31" fmla="*/ 960688 h 2354773"/>
                <a:gd name="connsiteX32" fmla="*/ 180491 w 4671600"/>
                <a:gd name="connsiteY32" fmla="*/ 802018 h 2354773"/>
                <a:gd name="connsiteX33" fmla="*/ 16636 w 4671600"/>
                <a:gd name="connsiteY33" fmla="*/ 308002 h 2354773"/>
                <a:gd name="connsiteX0" fmla="*/ 19972 w 4681913"/>
                <a:gd name="connsiteY0" fmla="*/ 316111 h 2354773"/>
                <a:gd name="connsiteX1" fmla="*/ 664549 w 4681913"/>
                <a:gd name="connsiteY1" fmla="*/ 525973 h 2354773"/>
                <a:gd name="connsiteX2" fmla="*/ 979343 w 4681913"/>
                <a:gd name="connsiteY2" fmla="*/ 585934 h 2354773"/>
                <a:gd name="connsiteX3" fmla="*/ 1324117 w 4681913"/>
                <a:gd name="connsiteY3" fmla="*/ 451022 h 2354773"/>
                <a:gd name="connsiteX4" fmla="*/ 1623920 w 4681913"/>
                <a:gd name="connsiteY4" fmla="*/ 331101 h 2354773"/>
                <a:gd name="connsiteX5" fmla="*/ 1593940 w 4681913"/>
                <a:gd name="connsiteY5" fmla="*/ 166209 h 2354773"/>
                <a:gd name="connsiteX6" fmla="*/ 1923723 w 4681913"/>
                <a:gd name="connsiteY6" fmla="*/ 1317 h 2354773"/>
                <a:gd name="connsiteX7" fmla="*/ 2133585 w 4681913"/>
                <a:gd name="connsiteY7" fmla="*/ 121239 h 2354773"/>
                <a:gd name="connsiteX8" fmla="*/ 2403408 w 4681913"/>
                <a:gd name="connsiteY8" fmla="*/ 436032 h 2354773"/>
                <a:gd name="connsiteX9" fmla="*/ 2898084 w 4681913"/>
                <a:gd name="connsiteY9" fmla="*/ 585934 h 2354773"/>
                <a:gd name="connsiteX10" fmla="*/ 3287828 w 4681913"/>
                <a:gd name="connsiteY10" fmla="*/ 630904 h 2354773"/>
                <a:gd name="connsiteX11" fmla="*/ 3737533 w 4681913"/>
                <a:gd name="connsiteY11" fmla="*/ 915717 h 2354773"/>
                <a:gd name="connsiteX12" fmla="*/ 3992366 w 4681913"/>
                <a:gd name="connsiteY12" fmla="*/ 1080609 h 2354773"/>
                <a:gd name="connsiteX13" fmla="*/ 4112287 w 4681913"/>
                <a:gd name="connsiteY13" fmla="*/ 1290471 h 2354773"/>
                <a:gd name="connsiteX14" fmla="*/ 4382110 w 4681913"/>
                <a:gd name="connsiteY14" fmla="*/ 1590275 h 2354773"/>
                <a:gd name="connsiteX15" fmla="*/ 4651933 w 4681913"/>
                <a:gd name="connsiteY15" fmla="*/ 1845107 h 2354773"/>
                <a:gd name="connsiteX16" fmla="*/ 4681913 w 4681913"/>
                <a:gd name="connsiteY16" fmla="*/ 2144911 h 2354773"/>
                <a:gd name="connsiteX17" fmla="*/ 4292169 w 4681913"/>
                <a:gd name="connsiteY17" fmla="*/ 2009999 h 2354773"/>
                <a:gd name="connsiteX18" fmla="*/ 3737533 w 4681913"/>
                <a:gd name="connsiteY18" fmla="*/ 1905068 h 2354773"/>
                <a:gd name="connsiteX19" fmla="*/ 3437730 w 4681913"/>
                <a:gd name="connsiteY19" fmla="*/ 1815127 h 2354773"/>
                <a:gd name="connsiteX20" fmla="*/ 3003015 w 4681913"/>
                <a:gd name="connsiteY20" fmla="*/ 1770157 h 2354773"/>
                <a:gd name="connsiteX21" fmla="*/ 3212877 w 4681913"/>
                <a:gd name="connsiteY21" fmla="*/ 1935048 h 2354773"/>
                <a:gd name="connsiteX22" fmla="*/ 3047985 w 4681913"/>
                <a:gd name="connsiteY22" fmla="*/ 1995009 h 2354773"/>
                <a:gd name="connsiteX23" fmla="*/ 2793153 w 4681913"/>
                <a:gd name="connsiteY23" fmla="*/ 1890078 h 2354773"/>
                <a:gd name="connsiteX24" fmla="*/ 2268497 w 4681913"/>
                <a:gd name="connsiteY24" fmla="*/ 1770157 h 2354773"/>
                <a:gd name="connsiteX25" fmla="*/ 2148576 w 4681913"/>
                <a:gd name="connsiteY25" fmla="*/ 2174891 h 2354773"/>
                <a:gd name="connsiteX26" fmla="*/ 1848772 w 4681913"/>
                <a:gd name="connsiteY26" fmla="*/ 2354773 h 2354773"/>
                <a:gd name="connsiteX27" fmla="*/ 1369087 w 4681913"/>
                <a:gd name="connsiteY27" fmla="*/ 2129921 h 2354773"/>
                <a:gd name="connsiteX28" fmla="*/ 949363 w 4681913"/>
                <a:gd name="connsiteY28" fmla="*/ 1890078 h 2354773"/>
                <a:gd name="connsiteX29" fmla="*/ 919382 w 4681913"/>
                <a:gd name="connsiteY29" fmla="*/ 1500334 h 2354773"/>
                <a:gd name="connsiteX30" fmla="*/ 859422 w 4681913"/>
                <a:gd name="connsiteY30" fmla="*/ 1140570 h 2354773"/>
                <a:gd name="connsiteX31" fmla="*/ 664549 w 4681913"/>
                <a:gd name="connsiteY31" fmla="*/ 960688 h 2354773"/>
                <a:gd name="connsiteX32" fmla="*/ 190804 w 4681913"/>
                <a:gd name="connsiteY32" fmla="*/ 802018 h 2354773"/>
                <a:gd name="connsiteX33" fmla="*/ 26949 w 4681913"/>
                <a:gd name="connsiteY33" fmla="*/ 308002 h 235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681913" h="2354773">
                  <a:moveTo>
                    <a:pt x="19972" y="316111"/>
                  </a:moveTo>
                  <a:lnTo>
                    <a:pt x="664549" y="525973"/>
                  </a:lnTo>
                  <a:cubicBezTo>
                    <a:pt x="824444" y="570944"/>
                    <a:pt x="869415" y="598426"/>
                    <a:pt x="979343" y="585934"/>
                  </a:cubicBezTo>
                  <a:cubicBezTo>
                    <a:pt x="1089271" y="573442"/>
                    <a:pt x="1224183" y="490996"/>
                    <a:pt x="1324117" y="451022"/>
                  </a:cubicBezTo>
                  <a:lnTo>
                    <a:pt x="1623920" y="331101"/>
                  </a:lnTo>
                  <a:cubicBezTo>
                    <a:pt x="1723854" y="291127"/>
                    <a:pt x="1543973" y="221173"/>
                    <a:pt x="1593940" y="166209"/>
                  </a:cubicBezTo>
                  <a:lnTo>
                    <a:pt x="1923723" y="1317"/>
                  </a:lnTo>
                  <a:cubicBezTo>
                    <a:pt x="2013664" y="-6178"/>
                    <a:pt x="2043644" y="16308"/>
                    <a:pt x="2133585" y="121239"/>
                  </a:cubicBezTo>
                  <a:lnTo>
                    <a:pt x="2403408" y="436032"/>
                  </a:lnTo>
                  <a:cubicBezTo>
                    <a:pt x="2493349" y="540963"/>
                    <a:pt x="2750681" y="553455"/>
                    <a:pt x="2898084" y="585934"/>
                  </a:cubicBezTo>
                  <a:lnTo>
                    <a:pt x="3287828" y="630904"/>
                  </a:lnTo>
                  <a:cubicBezTo>
                    <a:pt x="3417743" y="645894"/>
                    <a:pt x="3620110" y="840766"/>
                    <a:pt x="3737533" y="915717"/>
                  </a:cubicBezTo>
                  <a:lnTo>
                    <a:pt x="3992366" y="1080609"/>
                  </a:lnTo>
                  <a:lnTo>
                    <a:pt x="4112287" y="1290471"/>
                  </a:lnTo>
                  <a:lnTo>
                    <a:pt x="4382110" y="1590275"/>
                  </a:lnTo>
                  <a:lnTo>
                    <a:pt x="4651933" y="1845107"/>
                  </a:lnTo>
                  <a:lnTo>
                    <a:pt x="4681913" y="2144911"/>
                  </a:lnTo>
                  <a:lnTo>
                    <a:pt x="4292169" y="2009999"/>
                  </a:lnTo>
                  <a:lnTo>
                    <a:pt x="3737533" y="1905068"/>
                  </a:lnTo>
                  <a:lnTo>
                    <a:pt x="3437730" y="1815127"/>
                  </a:lnTo>
                  <a:lnTo>
                    <a:pt x="3003015" y="1770157"/>
                  </a:lnTo>
                  <a:lnTo>
                    <a:pt x="3212877" y="1935048"/>
                  </a:lnTo>
                  <a:lnTo>
                    <a:pt x="3047985" y="1995009"/>
                  </a:lnTo>
                  <a:lnTo>
                    <a:pt x="2793153" y="1890078"/>
                  </a:lnTo>
                  <a:cubicBezTo>
                    <a:pt x="2663238" y="1852603"/>
                    <a:pt x="2375926" y="1722688"/>
                    <a:pt x="2268497" y="1770157"/>
                  </a:cubicBezTo>
                  <a:cubicBezTo>
                    <a:pt x="2161068" y="1817626"/>
                    <a:pt x="2248511" y="2114930"/>
                    <a:pt x="2148576" y="2174891"/>
                  </a:cubicBezTo>
                  <a:lnTo>
                    <a:pt x="1848772" y="2354773"/>
                  </a:lnTo>
                  <a:cubicBezTo>
                    <a:pt x="1718857" y="2347278"/>
                    <a:pt x="1508995" y="2209869"/>
                    <a:pt x="1369087" y="2129921"/>
                  </a:cubicBezTo>
                  <a:lnTo>
                    <a:pt x="949363" y="1890078"/>
                  </a:lnTo>
                  <a:cubicBezTo>
                    <a:pt x="809455" y="1810130"/>
                    <a:pt x="934372" y="1625252"/>
                    <a:pt x="919382" y="1500334"/>
                  </a:cubicBezTo>
                  <a:lnTo>
                    <a:pt x="859422" y="1140570"/>
                  </a:lnTo>
                  <a:cubicBezTo>
                    <a:pt x="839435" y="1020649"/>
                    <a:pt x="775985" y="1017113"/>
                    <a:pt x="664549" y="960688"/>
                  </a:cubicBezTo>
                  <a:lnTo>
                    <a:pt x="190804" y="802018"/>
                  </a:lnTo>
                  <a:cubicBezTo>
                    <a:pt x="32889" y="749128"/>
                    <a:pt x="-44954" y="507180"/>
                    <a:pt x="26949" y="308002"/>
                  </a:cubicBezTo>
                </a:path>
              </a:pathLst>
            </a:custGeom>
            <a:solidFill>
              <a:schemeClr val="accent6">
                <a:lumMod val="5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6" name="Forma libre 5">
            <a:extLst>
              <a:ext uri="{FF2B5EF4-FFF2-40B4-BE49-F238E27FC236}">
                <a16:creationId xmlns:a16="http://schemas.microsoft.com/office/drawing/2014/main" id="{47110FE0-4F73-8967-FAB9-E65F74959456}"/>
              </a:ext>
            </a:extLst>
          </p:cNvPr>
          <p:cNvSpPr/>
          <p:nvPr/>
        </p:nvSpPr>
        <p:spPr>
          <a:xfrm>
            <a:off x="198120" y="2888792"/>
            <a:ext cx="5036820" cy="1965960"/>
          </a:xfrm>
          <a:custGeom>
            <a:avLst/>
            <a:gdLst>
              <a:gd name="connsiteX0" fmla="*/ 294640 w 6715760"/>
              <a:gd name="connsiteY0" fmla="*/ 304800 h 2926080"/>
              <a:gd name="connsiteX1" fmla="*/ 294640 w 6715760"/>
              <a:gd name="connsiteY1" fmla="*/ 0 h 2926080"/>
              <a:gd name="connsiteX2" fmla="*/ 1016000 w 6715760"/>
              <a:gd name="connsiteY2" fmla="*/ 345440 h 2926080"/>
              <a:gd name="connsiteX3" fmla="*/ 1645920 w 6715760"/>
              <a:gd name="connsiteY3" fmla="*/ 436880 h 2926080"/>
              <a:gd name="connsiteX4" fmla="*/ 2062480 w 6715760"/>
              <a:gd name="connsiteY4" fmla="*/ 497840 h 2926080"/>
              <a:gd name="connsiteX5" fmla="*/ 2580640 w 6715760"/>
              <a:gd name="connsiteY5" fmla="*/ 833120 h 2926080"/>
              <a:gd name="connsiteX6" fmla="*/ 2763520 w 6715760"/>
              <a:gd name="connsiteY6" fmla="*/ 1005840 h 2926080"/>
              <a:gd name="connsiteX7" fmla="*/ 3261360 w 6715760"/>
              <a:gd name="connsiteY7" fmla="*/ 1066800 h 2926080"/>
              <a:gd name="connsiteX8" fmla="*/ 3606800 w 6715760"/>
              <a:gd name="connsiteY8" fmla="*/ 1016000 h 2926080"/>
              <a:gd name="connsiteX9" fmla="*/ 3992880 w 6715760"/>
              <a:gd name="connsiteY9" fmla="*/ 1066800 h 2926080"/>
              <a:gd name="connsiteX10" fmla="*/ 4500880 w 6715760"/>
              <a:gd name="connsiteY10" fmla="*/ 1127760 h 2926080"/>
              <a:gd name="connsiteX11" fmla="*/ 4683760 w 6715760"/>
              <a:gd name="connsiteY11" fmla="*/ 1239520 h 2926080"/>
              <a:gd name="connsiteX12" fmla="*/ 4318000 w 6715760"/>
              <a:gd name="connsiteY12" fmla="*/ 1361440 h 2926080"/>
              <a:gd name="connsiteX13" fmla="*/ 4358640 w 6715760"/>
              <a:gd name="connsiteY13" fmla="*/ 1625600 h 2926080"/>
              <a:gd name="connsiteX14" fmla="*/ 4632960 w 6715760"/>
              <a:gd name="connsiteY14" fmla="*/ 1656080 h 2926080"/>
              <a:gd name="connsiteX15" fmla="*/ 5019040 w 6715760"/>
              <a:gd name="connsiteY15" fmla="*/ 1666240 h 2926080"/>
              <a:gd name="connsiteX16" fmla="*/ 5588000 w 6715760"/>
              <a:gd name="connsiteY16" fmla="*/ 1645920 h 2926080"/>
              <a:gd name="connsiteX17" fmla="*/ 6187440 w 6715760"/>
              <a:gd name="connsiteY17" fmla="*/ 1625600 h 2926080"/>
              <a:gd name="connsiteX18" fmla="*/ 6543040 w 6715760"/>
              <a:gd name="connsiteY18" fmla="*/ 1564640 h 2926080"/>
              <a:gd name="connsiteX19" fmla="*/ 6715760 w 6715760"/>
              <a:gd name="connsiteY19" fmla="*/ 1656080 h 2926080"/>
              <a:gd name="connsiteX20" fmla="*/ 6522720 w 6715760"/>
              <a:gd name="connsiteY20" fmla="*/ 1778000 h 2926080"/>
              <a:gd name="connsiteX21" fmla="*/ 5760720 w 6715760"/>
              <a:gd name="connsiteY21" fmla="*/ 1838960 h 2926080"/>
              <a:gd name="connsiteX22" fmla="*/ 5080000 w 6715760"/>
              <a:gd name="connsiteY22" fmla="*/ 1960880 h 2926080"/>
              <a:gd name="connsiteX23" fmla="*/ 4582160 w 6715760"/>
              <a:gd name="connsiteY23" fmla="*/ 2092960 h 2926080"/>
              <a:gd name="connsiteX24" fmla="*/ 4196080 w 6715760"/>
              <a:gd name="connsiteY24" fmla="*/ 2194560 h 2926080"/>
              <a:gd name="connsiteX25" fmla="*/ 4084320 w 6715760"/>
              <a:gd name="connsiteY25" fmla="*/ 2479040 h 2926080"/>
              <a:gd name="connsiteX26" fmla="*/ 4165600 w 6715760"/>
              <a:gd name="connsiteY26" fmla="*/ 2600960 h 2926080"/>
              <a:gd name="connsiteX27" fmla="*/ 3962400 w 6715760"/>
              <a:gd name="connsiteY27" fmla="*/ 2783840 h 2926080"/>
              <a:gd name="connsiteX28" fmla="*/ 3586480 w 6715760"/>
              <a:gd name="connsiteY28" fmla="*/ 2915920 h 2926080"/>
              <a:gd name="connsiteX29" fmla="*/ 3322320 w 6715760"/>
              <a:gd name="connsiteY29" fmla="*/ 2926080 h 2926080"/>
              <a:gd name="connsiteX30" fmla="*/ 2834640 w 6715760"/>
              <a:gd name="connsiteY30" fmla="*/ 2804160 h 2926080"/>
              <a:gd name="connsiteX31" fmla="*/ 2458720 w 6715760"/>
              <a:gd name="connsiteY31" fmla="*/ 2377440 h 2926080"/>
              <a:gd name="connsiteX32" fmla="*/ 2631440 w 6715760"/>
              <a:gd name="connsiteY32" fmla="*/ 2001520 h 2926080"/>
              <a:gd name="connsiteX33" fmla="*/ 2854960 w 6715760"/>
              <a:gd name="connsiteY33" fmla="*/ 1879600 h 2926080"/>
              <a:gd name="connsiteX34" fmla="*/ 2773680 w 6715760"/>
              <a:gd name="connsiteY34" fmla="*/ 1757680 h 2926080"/>
              <a:gd name="connsiteX35" fmla="*/ 2529840 w 6715760"/>
              <a:gd name="connsiteY35" fmla="*/ 1686560 h 2926080"/>
              <a:gd name="connsiteX36" fmla="*/ 2235200 w 6715760"/>
              <a:gd name="connsiteY36" fmla="*/ 1534160 h 2926080"/>
              <a:gd name="connsiteX37" fmla="*/ 1971040 w 6715760"/>
              <a:gd name="connsiteY37" fmla="*/ 1300480 h 2926080"/>
              <a:gd name="connsiteX38" fmla="*/ 1717040 w 6715760"/>
              <a:gd name="connsiteY38" fmla="*/ 1198880 h 2926080"/>
              <a:gd name="connsiteX39" fmla="*/ 1351280 w 6715760"/>
              <a:gd name="connsiteY39" fmla="*/ 1229360 h 2926080"/>
              <a:gd name="connsiteX40" fmla="*/ 944880 w 6715760"/>
              <a:gd name="connsiteY40" fmla="*/ 1036320 h 2926080"/>
              <a:gd name="connsiteX41" fmla="*/ 426720 w 6715760"/>
              <a:gd name="connsiteY41" fmla="*/ 883920 h 2926080"/>
              <a:gd name="connsiteX42" fmla="*/ 111760 w 6715760"/>
              <a:gd name="connsiteY42" fmla="*/ 690880 h 2926080"/>
              <a:gd name="connsiteX43" fmla="*/ 0 w 6715760"/>
              <a:gd name="connsiteY43" fmla="*/ 538480 h 2926080"/>
              <a:gd name="connsiteX44" fmla="*/ 71120 w 6715760"/>
              <a:gd name="connsiteY44" fmla="*/ 396240 h 2926080"/>
              <a:gd name="connsiteX45" fmla="*/ 182880 w 6715760"/>
              <a:gd name="connsiteY45" fmla="*/ 345440 h 2926080"/>
              <a:gd name="connsiteX46" fmla="*/ 294640 w 6715760"/>
              <a:gd name="connsiteY46" fmla="*/ 304800 h 2926080"/>
              <a:gd name="connsiteX0" fmla="*/ 294640 w 6715760"/>
              <a:gd name="connsiteY0" fmla="*/ 0 h 2621280"/>
              <a:gd name="connsiteX1" fmla="*/ 1016000 w 6715760"/>
              <a:gd name="connsiteY1" fmla="*/ 40640 h 2621280"/>
              <a:gd name="connsiteX2" fmla="*/ 1645920 w 6715760"/>
              <a:gd name="connsiteY2" fmla="*/ 132080 h 2621280"/>
              <a:gd name="connsiteX3" fmla="*/ 2062480 w 6715760"/>
              <a:gd name="connsiteY3" fmla="*/ 193040 h 2621280"/>
              <a:gd name="connsiteX4" fmla="*/ 2580640 w 6715760"/>
              <a:gd name="connsiteY4" fmla="*/ 528320 h 2621280"/>
              <a:gd name="connsiteX5" fmla="*/ 2763520 w 6715760"/>
              <a:gd name="connsiteY5" fmla="*/ 701040 h 2621280"/>
              <a:gd name="connsiteX6" fmla="*/ 3261360 w 6715760"/>
              <a:gd name="connsiteY6" fmla="*/ 762000 h 2621280"/>
              <a:gd name="connsiteX7" fmla="*/ 3606800 w 6715760"/>
              <a:gd name="connsiteY7" fmla="*/ 711200 h 2621280"/>
              <a:gd name="connsiteX8" fmla="*/ 3992880 w 6715760"/>
              <a:gd name="connsiteY8" fmla="*/ 762000 h 2621280"/>
              <a:gd name="connsiteX9" fmla="*/ 4500880 w 6715760"/>
              <a:gd name="connsiteY9" fmla="*/ 822960 h 2621280"/>
              <a:gd name="connsiteX10" fmla="*/ 4683760 w 6715760"/>
              <a:gd name="connsiteY10" fmla="*/ 934720 h 2621280"/>
              <a:gd name="connsiteX11" fmla="*/ 4318000 w 6715760"/>
              <a:gd name="connsiteY11" fmla="*/ 1056640 h 2621280"/>
              <a:gd name="connsiteX12" fmla="*/ 4358640 w 6715760"/>
              <a:gd name="connsiteY12" fmla="*/ 1320800 h 2621280"/>
              <a:gd name="connsiteX13" fmla="*/ 4632960 w 6715760"/>
              <a:gd name="connsiteY13" fmla="*/ 1351280 h 2621280"/>
              <a:gd name="connsiteX14" fmla="*/ 5019040 w 6715760"/>
              <a:gd name="connsiteY14" fmla="*/ 1361440 h 2621280"/>
              <a:gd name="connsiteX15" fmla="*/ 5588000 w 6715760"/>
              <a:gd name="connsiteY15" fmla="*/ 1341120 h 2621280"/>
              <a:gd name="connsiteX16" fmla="*/ 6187440 w 6715760"/>
              <a:gd name="connsiteY16" fmla="*/ 1320800 h 2621280"/>
              <a:gd name="connsiteX17" fmla="*/ 6543040 w 6715760"/>
              <a:gd name="connsiteY17" fmla="*/ 1259840 h 2621280"/>
              <a:gd name="connsiteX18" fmla="*/ 6715760 w 6715760"/>
              <a:gd name="connsiteY18" fmla="*/ 1351280 h 2621280"/>
              <a:gd name="connsiteX19" fmla="*/ 6522720 w 6715760"/>
              <a:gd name="connsiteY19" fmla="*/ 1473200 h 2621280"/>
              <a:gd name="connsiteX20" fmla="*/ 5760720 w 6715760"/>
              <a:gd name="connsiteY20" fmla="*/ 1534160 h 2621280"/>
              <a:gd name="connsiteX21" fmla="*/ 5080000 w 6715760"/>
              <a:gd name="connsiteY21" fmla="*/ 1656080 h 2621280"/>
              <a:gd name="connsiteX22" fmla="*/ 4582160 w 6715760"/>
              <a:gd name="connsiteY22" fmla="*/ 1788160 h 2621280"/>
              <a:gd name="connsiteX23" fmla="*/ 4196080 w 6715760"/>
              <a:gd name="connsiteY23" fmla="*/ 1889760 h 2621280"/>
              <a:gd name="connsiteX24" fmla="*/ 4084320 w 6715760"/>
              <a:gd name="connsiteY24" fmla="*/ 2174240 h 2621280"/>
              <a:gd name="connsiteX25" fmla="*/ 4165600 w 6715760"/>
              <a:gd name="connsiteY25" fmla="*/ 2296160 h 2621280"/>
              <a:gd name="connsiteX26" fmla="*/ 3962400 w 6715760"/>
              <a:gd name="connsiteY26" fmla="*/ 2479040 h 2621280"/>
              <a:gd name="connsiteX27" fmla="*/ 3586480 w 6715760"/>
              <a:gd name="connsiteY27" fmla="*/ 2611120 h 2621280"/>
              <a:gd name="connsiteX28" fmla="*/ 3322320 w 6715760"/>
              <a:gd name="connsiteY28" fmla="*/ 2621280 h 2621280"/>
              <a:gd name="connsiteX29" fmla="*/ 2834640 w 6715760"/>
              <a:gd name="connsiteY29" fmla="*/ 2499360 h 2621280"/>
              <a:gd name="connsiteX30" fmla="*/ 2458720 w 6715760"/>
              <a:gd name="connsiteY30" fmla="*/ 2072640 h 2621280"/>
              <a:gd name="connsiteX31" fmla="*/ 2631440 w 6715760"/>
              <a:gd name="connsiteY31" fmla="*/ 1696720 h 2621280"/>
              <a:gd name="connsiteX32" fmla="*/ 2854960 w 6715760"/>
              <a:gd name="connsiteY32" fmla="*/ 1574800 h 2621280"/>
              <a:gd name="connsiteX33" fmla="*/ 2773680 w 6715760"/>
              <a:gd name="connsiteY33" fmla="*/ 1452880 h 2621280"/>
              <a:gd name="connsiteX34" fmla="*/ 2529840 w 6715760"/>
              <a:gd name="connsiteY34" fmla="*/ 1381760 h 2621280"/>
              <a:gd name="connsiteX35" fmla="*/ 2235200 w 6715760"/>
              <a:gd name="connsiteY35" fmla="*/ 1229360 h 2621280"/>
              <a:gd name="connsiteX36" fmla="*/ 1971040 w 6715760"/>
              <a:gd name="connsiteY36" fmla="*/ 995680 h 2621280"/>
              <a:gd name="connsiteX37" fmla="*/ 1717040 w 6715760"/>
              <a:gd name="connsiteY37" fmla="*/ 894080 h 2621280"/>
              <a:gd name="connsiteX38" fmla="*/ 1351280 w 6715760"/>
              <a:gd name="connsiteY38" fmla="*/ 924560 h 2621280"/>
              <a:gd name="connsiteX39" fmla="*/ 944880 w 6715760"/>
              <a:gd name="connsiteY39" fmla="*/ 731520 h 2621280"/>
              <a:gd name="connsiteX40" fmla="*/ 426720 w 6715760"/>
              <a:gd name="connsiteY40" fmla="*/ 579120 h 2621280"/>
              <a:gd name="connsiteX41" fmla="*/ 111760 w 6715760"/>
              <a:gd name="connsiteY41" fmla="*/ 386080 h 2621280"/>
              <a:gd name="connsiteX42" fmla="*/ 0 w 6715760"/>
              <a:gd name="connsiteY42" fmla="*/ 233680 h 2621280"/>
              <a:gd name="connsiteX43" fmla="*/ 71120 w 6715760"/>
              <a:gd name="connsiteY43" fmla="*/ 91440 h 2621280"/>
              <a:gd name="connsiteX44" fmla="*/ 182880 w 6715760"/>
              <a:gd name="connsiteY44" fmla="*/ 40640 h 2621280"/>
              <a:gd name="connsiteX45" fmla="*/ 294640 w 6715760"/>
              <a:gd name="connsiteY45" fmla="*/ 0 h 2621280"/>
              <a:gd name="connsiteX0" fmla="*/ 294640 w 6715760"/>
              <a:gd name="connsiteY0" fmla="*/ 0 h 2621280"/>
              <a:gd name="connsiteX1" fmla="*/ 1016000 w 6715760"/>
              <a:gd name="connsiteY1" fmla="*/ 40640 h 2621280"/>
              <a:gd name="connsiteX2" fmla="*/ 1645920 w 6715760"/>
              <a:gd name="connsiteY2" fmla="*/ 132080 h 2621280"/>
              <a:gd name="connsiteX3" fmla="*/ 2062480 w 6715760"/>
              <a:gd name="connsiteY3" fmla="*/ 193040 h 2621280"/>
              <a:gd name="connsiteX4" fmla="*/ 2580640 w 6715760"/>
              <a:gd name="connsiteY4" fmla="*/ 528320 h 2621280"/>
              <a:gd name="connsiteX5" fmla="*/ 2763520 w 6715760"/>
              <a:gd name="connsiteY5" fmla="*/ 701040 h 2621280"/>
              <a:gd name="connsiteX6" fmla="*/ 3261360 w 6715760"/>
              <a:gd name="connsiteY6" fmla="*/ 762000 h 2621280"/>
              <a:gd name="connsiteX7" fmla="*/ 3606800 w 6715760"/>
              <a:gd name="connsiteY7" fmla="*/ 711200 h 2621280"/>
              <a:gd name="connsiteX8" fmla="*/ 3992880 w 6715760"/>
              <a:gd name="connsiteY8" fmla="*/ 762000 h 2621280"/>
              <a:gd name="connsiteX9" fmla="*/ 4500880 w 6715760"/>
              <a:gd name="connsiteY9" fmla="*/ 822960 h 2621280"/>
              <a:gd name="connsiteX10" fmla="*/ 4683760 w 6715760"/>
              <a:gd name="connsiteY10" fmla="*/ 934720 h 2621280"/>
              <a:gd name="connsiteX11" fmla="*/ 4318000 w 6715760"/>
              <a:gd name="connsiteY11" fmla="*/ 1056640 h 2621280"/>
              <a:gd name="connsiteX12" fmla="*/ 4358640 w 6715760"/>
              <a:gd name="connsiteY12" fmla="*/ 1320800 h 2621280"/>
              <a:gd name="connsiteX13" fmla="*/ 4632960 w 6715760"/>
              <a:gd name="connsiteY13" fmla="*/ 1351280 h 2621280"/>
              <a:gd name="connsiteX14" fmla="*/ 5019040 w 6715760"/>
              <a:gd name="connsiteY14" fmla="*/ 1361440 h 2621280"/>
              <a:gd name="connsiteX15" fmla="*/ 5588000 w 6715760"/>
              <a:gd name="connsiteY15" fmla="*/ 1341120 h 2621280"/>
              <a:gd name="connsiteX16" fmla="*/ 6187440 w 6715760"/>
              <a:gd name="connsiteY16" fmla="*/ 1320800 h 2621280"/>
              <a:gd name="connsiteX17" fmla="*/ 6543040 w 6715760"/>
              <a:gd name="connsiteY17" fmla="*/ 1259840 h 2621280"/>
              <a:gd name="connsiteX18" fmla="*/ 6715760 w 6715760"/>
              <a:gd name="connsiteY18" fmla="*/ 1351280 h 2621280"/>
              <a:gd name="connsiteX19" fmla="*/ 6522720 w 6715760"/>
              <a:gd name="connsiteY19" fmla="*/ 1473200 h 2621280"/>
              <a:gd name="connsiteX20" fmla="*/ 5760720 w 6715760"/>
              <a:gd name="connsiteY20" fmla="*/ 1534160 h 2621280"/>
              <a:gd name="connsiteX21" fmla="*/ 5080000 w 6715760"/>
              <a:gd name="connsiteY21" fmla="*/ 1656080 h 2621280"/>
              <a:gd name="connsiteX22" fmla="*/ 4582160 w 6715760"/>
              <a:gd name="connsiteY22" fmla="*/ 1788160 h 2621280"/>
              <a:gd name="connsiteX23" fmla="*/ 4196080 w 6715760"/>
              <a:gd name="connsiteY23" fmla="*/ 1889760 h 2621280"/>
              <a:gd name="connsiteX24" fmla="*/ 4084320 w 6715760"/>
              <a:gd name="connsiteY24" fmla="*/ 2174240 h 2621280"/>
              <a:gd name="connsiteX25" fmla="*/ 4165600 w 6715760"/>
              <a:gd name="connsiteY25" fmla="*/ 2296160 h 2621280"/>
              <a:gd name="connsiteX26" fmla="*/ 3962400 w 6715760"/>
              <a:gd name="connsiteY26" fmla="*/ 2479040 h 2621280"/>
              <a:gd name="connsiteX27" fmla="*/ 3586480 w 6715760"/>
              <a:gd name="connsiteY27" fmla="*/ 2611120 h 2621280"/>
              <a:gd name="connsiteX28" fmla="*/ 3322320 w 6715760"/>
              <a:gd name="connsiteY28" fmla="*/ 2621280 h 2621280"/>
              <a:gd name="connsiteX29" fmla="*/ 2834640 w 6715760"/>
              <a:gd name="connsiteY29" fmla="*/ 2499360 h 2621280"/>
              <a:gd name="connsiteX30" fmla="*/ 2458720 w 6715760"/>
              <a:gd name="connsiteY30" fmla="*/ 2072640 h 2621280"/>
              <a:gd name="connsiteX31" fmla="*/ 2631440 w 6715760"/>
              <a:gd name="connsiteY31" fmla="*/ 1696720 h 2621280"/>
              <a:gd name="connsiteX32" fmla="*/ 2854960 w 6715760"/>
              <a:gd name="connsiteY32" fmla="*/ 1574800 h 2621280"/>
              <a:gd name="connsiteX33" fmla="*/ 2773680 w 6715760"/>
              <a:gd name="connsiteY33" fmla="*/ 1452880 h 2621280"/>
              <a:gd name="connsiteX34" fmla="*/ 2529840 w 6715760"/>
              <a:gd name="connsiteY34" fmla="*/ 1381760 h 2621280"/>
              <a:gd name="connsiteX35" fmla="*/ 2235200 w 6715760"/>
              <a:gd name="connsiteY35" fmla="*/ 1229360 h 2621280"/>
              <a:gd name="connsiteX36" fmla="*/ 1971040 w 6715760"/>
              <a:gd name="connsiteY36" fmla="*/ 995680 h 2621280"/>
              <a:gd name="connsiteX37" fmla="*/ 1717040 w 6715760"/>
              <a:gd name="connsiteY37" fmla="*/ 894080 h 2621280"/>
              <a:gd name="connsiteX38" fmla="*/ 1351280 w 6715760"/>
              <a:gd name="connsiteY38" fmla="*/ 924560 h 2621280"/>
              <a:gd name="connsiteX39" fmla="*/ 944880 w 6715760"/>
              <a:gd name="connsiteY39" fmla="*/ 731520 h 2621280"/>
              <a:gd name="connsiteX40" fmla="*/ 426720 w 6715760"/>
              <a:gd name="connsiteY40" fmla="*/ 579120 h 2621280"/>
              <a:gd name="connsiteX41" fmla="*/ 111760 w 6715760"/>
              <a:gd name="connsiteY41" fmla="*/ 386080 h 2621280"/>
              <a:gd name="connsiteX42" fmla="*/ 0 w 6715760"/>
              <a:gd name="connsiteY42" fmla="*/ 233680 h 2621280"/>
              <a:gd name="connsiteX43" fmla="*/ 71120 w 6715760"/>
              <a:gd name="connsiteY43" fmla="*/ 91440 h 2621280"/>
              <a:gd name="connsiteX44" fmla="*/ 182880 w 6715760"/>
              <a:gd name="connsiteY44" fmla="*/ 40640 h 2621280"/>
              <a:gd name="connsiteX45" fmla="*/ 294640 w 6715760"/>
              <a:gd name="connsiteY45" fmla="*/ 0 h 2621280"/>
              <a:gd name="connsiteX0" fmla="*/ 294640 w 6715760"/>
              <a:gd name="connsiteY0" fmla="*/ 0 h 2621280"/>
              <a:gd name="connsiteX1" fmla="*/ 1016000 w 6715760"/>
              <a:gd name="connsiteY1" fmla="*/ 40640 h 2621280"/>
              <a:gd name="connsiteX2" fmla="*/ 1645920 w 6715760"/>
              <a:gd name="connsiteY2" fmla="*/ 132080 h 2621280"/>
              <a:gd name="connsiteX3" fmla="*/ 2062480 w 6715760"/>
              <a:gd name="connsiteY3" fmla="*/ 193040 h 2621280"/>
              <a:gd name="connsiteX4" fmla="*/ 2580640 w 6715760"/>
              <a:gd name="connsiteY4" fmla="*/ 528320 h 2621280"/>
              <a:gd name="connsiteX5" fmla="*/ 2763520 w 6715760"/>
              <a:gd name="connsiteY5" fmla="*/ 701040 h 2621280"/>
              <a:gd name="connsiteX6" fmla="*/ 3261360 w 6715760"/>
              <a:gd name="connsiteY6" fmla="*/ 762000 h 2621280"/>
              <a:gd name="connsiteX7" fmla="*/ 3606800 w 6715760"/>
              <a:gd name="connsiteY7" fmla="*/ 711200 h 2621280"/>
              <a:gd name="connsiteX8" fmla="*/ 3992880 w 6715760"/>
              <a:gd name="connsiteY8" fmla="*/ 762000 h 2621280"/>
              <a:gd name="connsiteX9" fmla="*/ 4500880 w 6715760"/>
              <a:gd name="connsiteY9" fmla="*/ 822960 h 2621280"/>
              <a:gd name="connsiteX10" fmla="*/ 4683760 w 6715760"/>
              <a:gd name="connsiteY10" fmla="*/ 934720 h 2621280"/>
              <a:gd name="connsiteX11" fmla="*/ 4318000 w 6715760"/>
              <a:gd name="connsiteY11" fmla="*/ 1056640 h 2621280"/>
              <a:gd name="connsiteX12" fmla="*/ 4358640 w 6715760"/>
              <a:gd name="connsiteY12" fmla="*/ 1320800 h 2621280"/>
              <a:gd name="connsiteX13" fmla="*/ 4632960 w 6715760"/>
              <a:gd name="connsiteY13" fmla="*/ 1351280 h 2621280"/>
              <a:gd name="connsiteX14" fmla="*/ 5019040 w 6715760"/>
              <a:gd name="connsiteY14" fmla="*/ 1361440 h 2621280"/>
              <a:gd name="connsiteX15" fmla="*/ 5588000 w 6715760"/>
              <a:gd name="connsiteY15" fmla="*/ 1341120 h 2621280"/>
              <a:gd name="connsiteX16" fmla="*/ 6187440 w 6715760"/>
              <a:gd name="connsiteY16" fmla="*/ 1320800 h 2621280"/>
              <a:gd name="connsiteX17" fmla="*/ 6543040 w 6715760"/>
              <a:gd name="connsiteY17" fmla="*/ 1259840 h 2621280"/>
              <a:gd name="connsiteX18" fmla="*/ 6715760 w 6715760"/>
              <a:gd name="connsiteY18" fmla="*/ 1351280 h 2621280"/>
              <a:gd name="connsiteX19" fmla="*/ 6522720 w 6715760"/>
              <a:gd name="connsiteY19" fmla="*/ 1473200 h 2621280"/>
              <a:gd name="connsiteX20" fmla="*/ 5760720 w 6715760"/>
              <a:gd name="connsiteY20" fmla="*/ 1534160 h 2621280"/>
              <a:gd name="connsiteX21" fmla="*/ 5080000 w 6715760"/>
              <a:gd name="connsiteY21" fmla="*/ 1656080 h 2621280"/>
              <a:gd name="connsiteX22" fmla="*/ 4582160 w 6715760"/>
              <a:gd name="connsiteY22" fmla="*/ 1788160 h 2621280"/>
              <a:gd name="connsiteX23" fmla="*/ 4196080 w 6715760"/>
              <a:gd name="connsiteY23" fmla="*/ 1889760 h 2621280"/>
              <a:gd name="connsiteX24" fmla="*/ 4084320 w 6715760"/>
              <a:gd name="connsiteY24" fmla="*/ 2174240 h 2621280"/>
              <a:gd name="connsiteX25" fmla="*/ 4165600 w 6715760"/>
              <a:gd name="connsiteY25" fmla="*/ 2296160 h 2621280"/>
              <a:gd name="connsiteX26" fmla="*/ 3962400 w 6715760"/>
              <a:gd name="connsiteY26" fmla="*/ 2479040 h 2621280"/>
              <a:gd name="connsiteX27" fmla="*/ 3586480 w 6715760"/>
              <a:gd name="connsiteY27" fmla="*/ 2611120 h 2621280"/>
              <a:gd name="connsiteX28" fmla="*/ 3322320 w 6715760"/>
              <a:gd name="connsiteY28" fmla="*/ 2621280 h 2621280"/>
              <a:gd name="connsiteX29" fmla="*/ 2834640 w 6715760"/>
              <a:gd name="connsiteY29" fmla="*/ 2499360 h 2621280"/>
              <a:gd name="connsiteX30" fmla="*/ 2458720 w 6715760"/>
              <a:gd name="connsiteY30" fmla="*/ 2072640 h 2621280"/>
              <a:gd name="connsiteX31" fmla="*/ 2631440 w 6715760"/>
              <a:gd name="connsiteY31" fmla="*/ 1696720 h 2621280"/>
              <a:gd name="connsiteX32" fmla="*/ 2854960 w 6715760"/>
              <a:gd name="connsiteY32" fmla="*/ 1574800 h 2621280"/>
              <a:gd name="connsiteX33" fmla="*/ 2773680 w 6715760"/>
              <a:gd name="connsiteY33" fmla="*/ 1452880 h 2621280"/>
              <a:gd name="connsiteX34" fmla="*/ 2529840 w 6715760"/>
              <a:gd name="connsiteY34" fmla="*/ 1381760 h 2621280"/>
              <a:gd name="connsiteX35" fmla="*/ 2235200 w 6715760"/>
              <a:gd name="connsiteY35" fmla="*/ 1229360 h 2621280"/>
              <a:gd name="connsiteX36" fmla="*/ 1971040 w 6715760"/>
              <a:gd name="connsiteY36" fmla="*/ 995680 h 2621280"/>
              <a:gd name="connsiteX37" fmla="*/ 1717040 w 6715760"/>
              <a:gd name="connsiteY37" fmla="*/ 894080 h 2621280"/>
              <a:gd name="connsiteX38" fmla="*/ 1351280 w 6715760"/>
              <a:gd name="connsiteY38" fmla="*/ 924560 h 2621280"/>
              <a:gd name="connsiteX39" fmla="*/ 944880 w 6715760"/>
              <a:gd name="connsiteY39" fmla="*/ 731520 h 2621280"/>
              <a:gd name="connsiteX40" fmla="*/ 426720 w 6715760"/>
              <a:gd name="connsiteY40" fmla="*/ 579120 h 2621280"/>
              <a:gd name="connsiteX41" fmla="*/ 111760 w 6715760"/>
              <a:gd name="connsiteY41" fmla="*/ 386080 h 2621280"/>
              <a:gd name="connsiteX42" fmla="*/ 0 w 6715760"/>
              <a:gd name="connsiteY42" fmla="*/ 233680 h 2621280"/>
              <a:gd name="connsiteX43" fmla="*/ 71120 w 6715760"/>
              <a:gd name="connsiteY43" fmla="*/ 91440 h 2621280"/>
              <a:gd name="connsiteX44" fmla="*/ 182880 w 6715760"/>
              <a:gd name="connsiteY44" fmla="*/ 40640 h 2621280"/>
              <a:gd name="connsiteX45" fmla="*/ 294640 w 6715760"/>
              <a:gd name="connsiteY45" fmla="*/ 0 h 262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715760" h="2621280">
                <a:moveTo>
                  <a:pt x="294640" y="0"/>
                </a:moveTo>
                <a:cubicBezTo>
                  <a:pt x="433493" y="0"/>
                  <a:pt x="790787" y="18627"/>
                  <a:pt x="1016000" y="40640"/>
                </a:cubicBezTo>
                <a:cubicBezTo>
                  <a:pt x="1241213" y="62653"/>
                  <a:pt x="1507067" y="111760"/>
                  <a:pt x="1645920" y="132080"/>
                </a:cubicBezTo>
                <a:lnTo>
                  <a:pt x="2062480" y="193040"/>
                </a:lnTo>
                <a:lnTo>
                  <a:pt x="2580640" y="528320"/>
                </a:lnTo>
                <a:lnTo>
                  <a:pt x="2763520" y="701040"/>
                </a:lnTo>
                <a:lnTo>
                  <a:pt x="3261360" y="762000"/>
                </a:lnTo>
                <a:lnTo>
                  <a:pt x="3606800" y="711200"/>
                </a:lnTo>
                <a:lnTo>
                  <a:pt x="3992880" y="762000"/>
                </a:lnTo>
                <a:lnTo>
                  <a:pt x="4500880" y="822960"/>
                </a:lnTo>
                <a:lnTo>
                  <a:pt x="4683760" y="934720"/>
                </a:lnTo>
                <a:lnTo>
                  <a:pt x="4318000" y="1056640"/>
                </a:lnTo>
                <a:lnTo>
                  <a:pt x="4358640" y="1320800"/>
                </a:lnTo>
                <a:lnTo>
                  <a:pt x="4632960" y="1351280"/>
                </a:lnTo>
                <a:lnTo>
                  <a:pt x="5019040" y="1361440"/>
                </a:lnTo>
                <a:lnTo>
                  <a:pt x="5588000" y="1341120"/>
                </a:lnTo>
                <a:lnTo>
                  <a:pt x="6187440" y="1320800"/>
                </a:lnTo>
                <a:lnTo>
                  <a:pt x="6543040" y="1259840"/>
                </a:lnTo>
                <a:lnTo>
                  <a:pt x="6715760" y="1351280"/>
                </a:lnTo>
                <a:lnTo>
                  <a:pt x="6522720" y="1473200"/>
                </a:lnTo>
                <a:lnTo>
                  <a:pt x="5760720" y="1534160"/>
                </a:lnTo>
                <a:lnTo>
                  <a:pt x="5080000" y="1656080"/>
                </a:lnTo>
                <a:lnTo>
                  <a:pt x="4582160" y="1788160"/>
                </a:lnTo>
                <a:lnTo>
                  <a:pt x="4196080" y="1889760"/>
                </a:lnTo>
                <a:lnTo>
                  <a:pt x="4084320" y="2174240"/>
                </a:lnTo>
                <a:lnTo>
                  <a:pt x="4165600" y="2296160"/>
                </a:lnTo>
                <a:lnTo>
                  <a:pt x="3962400" y="2479040"/>
                </a:lnTo>
                <a:lnTo>
                  <a:pt x="3586480" y="2611120"/>
                </a:lnTo>
                <a:lnTo>
                  <a:pt x="3322320" y="2621280"/>
                </a:lnTo>
                <a:lnTo>
                  <a:pt x="2834640" y="2499360"/>
                </a:lnTo>
                <a:lnTo>
                  <a:pt x="2458720" y="2072640"/>
                </a:lnTo>
                <a:lnTo>
                  <a:pt x="2631440" y="1696720"/>
                </a:lnTo>
                <a:lnTo>
                  <a:pt x="2854960" y="1574800"/>
                </a:lnTo>
                <a:lnTo>
                  <a:pt x="2773680" y="1452880"/>
                </a:lnTo>
                <a:lnTo>
                  <a:pt x="2529840" y="1381760"/>
                </a:lnTo>
                <a:lnTo>
                  <a:pt x="2235200" y="1229360"/>
                </a:lnTo>
                <a:lnTo>
                  <a:pt x="1971040" y="995680"/>
                </a:lnTo>
                <a:lnTo>
                  <a:pt x="1717040" y="894080"/>
                </a:lnTo>
                <a:lnTo>
                  <a:pt x="1351280" y="924560"/>
                </a:lnTo>
                <a:lnTo>
                  <a:pt x="944880" y="731520"/>
                </a:lnTo>
                <a:lnTo>
                  <a:pt x="426720" y="579120"/>
                </a:lnTo>
                <a:lnTo>
                  <a:pt x="111760" y="386080"/>
                </a:lnTo>
                <a:lnTo>
                  <a:pt x="0" y="233680"/>
                </a:lnTo>
                <a:lnTo>
                  <a:pt x="71120" y="91440"/>
                </a:lnTo>
                <a:lnTo>
                  <a:pt x="182880" y="40640"/>
                </a:lnTo>
                <a:lnTo>
                  <a:pt x="294640" y="0"/>
                </a:lnTo>
                <a:close/>
              </a:path>
            </a:pathLst>
          </a:cu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s-ES" sz="1350" kern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86BD513E-083C-A434-C00D-5C06EABF1DFB}"/>
              </a:ext>
            </a:extLst>
          </p:cNvPr>
          <p:cNvSpPr/>
          <p:nvPr/>
        </p:nvSpPr>
        <p:spPr>
          <a:xfrm>
            <a:off x="3436620" y="2119172"/>
            <a:ext cx="4236720" cy="1805940"/>
          </a:xfrm>
          <a:custGeom>
            <a:avLst/>
            <a:gdLst>
              <a:gd name="connsiteX0" fmla="*/ 345440 w 5648960"/>
              <a:gd name="connsiteY0" fmla="*/ 1950720 h 2407920"/>
              <a:gd name="connsiteX1" fmla="*/ 629920 w 5648960"/>
              <a:gd name="connsiteY1" fmla="*/ 1564640 h 2407920"/>
              <a:gd name="connsiteX2" fmla="*/ 711200 w 5648960"/>
              <a:gd name="connsiteY2" fmla="*/ 1188720 h 2407920"/>
              <a:gd name="connsiteX3" fmla="*/ 680720 w 5648960"/>
              <a:gd name="connsiteY3" fmla="*/ 934720 h 2407920"/>
              <a:gd name="connsiteX4" fmla="*/ 670560 w 5648960"/>
              <a:gd name="connsiteY4" fmla="*/ 680720 h 2407920"/>
              <a:gd name="connsiteX5" fmla="*/ 660400 w 5648960"/>
              <a:gd name="connsiteY5" fmla="*/ 508000 h 2407920"/>
              <a:gd name="connsiteX6" fmla="*/ 1127760 w 5648960"/>
              <a:gd name="connsiteY6" fmla="*/ 406400 h 2407920"/>
              <a:gd name="connsiteX7" fmla="*/ 1584960 w 5648960"/>
              <a:gd name="connsiteY7" fmla="*/ 355600 h 2407920"/>
              <a:gd name="connsiteX8" fmla="*/ 2153920 w 5648960"/>
              <a:gd name="connsiteY8" fmla="*/ 304800 h 2407920"/>
              <a:gd name="connsiteX9" fmla="*/ 2540000 w 5648960"/>
              <a:gd name="connsiteY9" fmla="*/ 325120 h 2407920"/>
              <a:gd name="connsiteX10" fmla="*/ 3048000 w 5648960"/>
              <a:gd name="connsiteY10" fmla="*/ 294640 h 2407920"/>
              <a:gd name="connsiteX11" fmla="*/ 3342640 w 5648960"/>
              <a:gd name="connsiteY11" fmla="*/ 142240 h 2407920"/>
              <a:gd name="connsiteX12" fmla="*/ 3495040 w 5648960"/>
              <a:gd name="connsiteY12" fmla="*/ 0 h 2407920"/>
              <a:gd name="connsiteX13" fmla="*/ 3911600 w 5648960"/>
              <a:gd name="connsiteY13" fmla="*/ 101600 h 2407920"/>
              <a:gd name="connsiteX14" fmla="*/ 4277360 w 5648960"/>
              <a:gd name="connsiteY14" fmla="*/ 182880 h 2407920"/>
              <a:gd name="connsiteX15" fmla="*/ 4612640 w 5648960"/>
              <a:gd name="connsiteY15" fmla="*/ 243840 h 2407920"/>
              <a:gd name="connsiteX16" fmla="*/ 4866640 w 5648960"/>
              <a:gd name="connsiteY16" fmla="*/ 325120 h 2407920"/>
              <a:gd name="connsiteX17" fmla="*/ 5120640 w 5648960"/>
              <a:gd name="connsiteY17" fmla="*/ 406400 h 2407920"/>
              <a:gd name="connsiteX18" fmla="*/ 5486400 w 5648960"/>
              <a:gd name="connsiteY18" fmla="*/ 365760 h 2407920"/>
              <a:gd name="connsiteX19" fmla="*/ 5648960 w 5648960"/>
              <a:gd name="connsiteY19" fmla="*/ 416560 h 2407920"/>
              <a:gd name="connsiteX20" fmla="*/ 5628640 w 5648960"/>
              <a:gd name="connsiteY20" fmla="*/ 538480 h 2407920"/>
              <a:gd name="connsiteX21" fmla="*/ 5171440 w 5648960"/>
              <a:gd name="connsiteY21" fmla="*/ 822960 h 2407920"/>
              <a:gd name="connsiteX22" fmla="*/ 4450080 w 5648960"/>
              <a:gd name="connsiteY22" fmla="*/ 1127760 h 2407920"/>
              <a:gd name="connsiteX23" fmla="*/ 4053840 w 5648960"/>
              <a:gd name="connsiteY23" fmla="*/ 1239520 h 2407920"/>
              <a:gd name="connsiteX24" fmla="*/ 3556000 w 5648960"/>
              <a:gd name="connsiteY24" fmla="*/ 1513840 h 2407920"/>
              <a:gd name="connsiteX25" fmla="*/ 3271520 w 5648960"/>
              <a:gd name="connsiteY25" fmla="*/ 1717040 h 2407920"/>
              <a:gd name="connsiteX26" fmla="*/ 2875280 w 5648960"/>
              <a:gd name="connsiteY26" fmla="*/ 1960880 h 2407920"/>
              <a:gd name="connsiteX27" fmla="*/ 2570480 w 5648960"/>
              <a:gd name="connsiteY27" fmla="*/ 2164080 h 2407920"/>
              <a:gd name="connsiteX28" fmla="*/ 2377440 w 5648960"/>
              <a:gd name="connsiteY28" fmla="*/ 2306320 h 2407920"/>
              <a:gd name="connsiteX29" fmla="*/ 2346960 w 5648960"/>
              <a:gd name="connsiteY29" fmla="*/ 2367280 h 2407920"/>
              <a:gd name="connsiteX30" fmla="*/ 2245360 w 5648960"/>
              <a:gd name="connsiteY30" fmla="*/ 2286000 h 2407920"/>
              <a:gd name="connsiteX31" fmla="*/ 1910080 w 5648960"/>
              <a:gd name="connsiteY31" fmla="*/ 2346960 h 2407920"/>
              <a:gd name="connsiteX32" fmla="*/ 1310640 w 5648960"/>
              <a:gd name="connsiteY32" fmla="*/ 2357120 h 2407920"/>
              <a:gd name="connsiteX33" fmla="*/ 487680 w 5648960"/>
              <a:gd name="connsiteY33" fmla="*/ 2407920 h 2407920"/>
              <a:gd name="connsiteX34" fmla="*/ 71120 w 5648960"/>
              <a:gd name="connsiteY34" fmla="*/ 2367280 h 2407920"/>
              <a:gd name="connsiteX35" fmla="*/ 0 w 5648960"/>
              <a:gd name="connsiteY35" fmla="*/ 2103120 h 2407920"/>
              <a:gd name="connsiteX36" fmla="*/ 345440 w 5648960"/>
              <a:gd name="connsiteY36" fmla="*/ 1950720 h 240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648960" h="2407920">
                <a:moveTo>
                  <a:pt x="345440" y="1950720"/>
                </a:moveTo>
                <a:lnTo>
                  <a:pt x="629920" y="1564640"/>
                </a:lnTo>
                <a:lnTo>
                  <a:pt x="711200" y="1188720"/>
                </a:lnTo>
                <a:lnTo>
                  <a:pt x="680720" y="934720"/>
                </a:lnTo>
                <a:lnTo>
                  <a:pt x="670560" y="680720"/>
                </a:lnTo>
                <a:lnTo>
                  <a:pt x="660400" y="508000"/>
                </a:lnTo>
                <a:lnTo>
                  <a:pt x="1127760" y="406400"/>
                </a:lnTo>
                <a:lnTo>
                  <a:pt x="1584960" y="355600"/>
                </a:lnTo>
                <a:lnTo>
                  <a:pt x="2153920" y="304800"/>
                </a:lnTo>
                <a:lnTo>
                  <a:pt x="2540000" y="325120"/>
                </a:lnTo>
                <a:lnTo>
                  <a:pt x="3048000" y="294640"/>
                </a:lnTo>
                <a:lnTo>
                  <a:pt x="3342640" y="142240"/>
                </a:lnTo>
                <a:lnTo>
                  <a:pt x="3495040" y="0"/>
                </a:lnTo>
                <a:lnTo>
                  <a:pt x="3911600" y="101600"/>
                </a:lnTo>
                <a:lnTo>
                  <a:pt x="4277360" y="182880"/>
                </a:lnTo>
                <a:lnTo>
                  <a:pt x="4612640" y="243840"/>
                </a:lnTo>
                <a:lnTo>
                  <a:pt x="4866640" y="325120"/>
                </a:lnTo>
                <a:lnTo>
                  <a:pt x="5120640" y="406400"/>
                </a:lnTo>
                <a:lnTo>
                  <a:pt x="5486400" y="365760"/>
                </a:lnTo>
                <a:lnTo>
                  <a:pt x="5648960" y="416560"/>
                </a:lnTo>
                <a:lnTo>
                  <a:pt x="5628640" y="538480"/>
                </a:lnTo>
                <a:lnTo>
                  <a:pt x="5171440" y="822960"/>
                </a:lnTo>
                <a:lnTo>
                  <a:pt x="4450080" y="1127760"/>
                </a:lnTo>
                <a:lnTo>
                  <a:pt x="4053840" y="1239520"/>
                </a:lnTo>
                <a:lnTo>
                  <a:pt x="3556000" y="1513840"/>
                </a:lnTo>
                <a:lnTo>
                  <a:pt x="3271520" y="1717040"/>
                </a:lnTo>
                <a:lnTo>
                  <a:pt x="2875280" y="1960880"/>
                </a:lnTo>
                <a:lnTo>
                  <a:pt x="2570480" y="2164080"/>
                </a:lnTo>
                <a:lnTo>
                  <a:pt x="2377440" y="2306320"/>
                </a:lnTo>
                <a:lnTo>
                  <a:pt x="2346960" y="2367280"/>
                </a:lnTo>
                <a:lnTo>
                  <a:pt x="2245360" y="2286000"/>
                </a:lnTo>
                <a:lnTo>
                  <a:pt x="1910080" y="2346960"/>
                </a:lnTo>
                <a:lnTo>
                  <a:pt x="1310640" y="2357120"/>
                </a:lnTo>
                <a:lnTo>
                  <a:pt x="487680" y="2407920"/>
                </a:lnTo>
                <a:lnTo>
                  <a:pt x="71120" y="2367280"/>
                </a:lnTo>
                <a:lnTo>
                  <a:pt x="0" y="2103120"/>
                </a:lnTo>
                <a:lnTo>
                  <a:pt x="345440" y="1950720"/>
                </a:lnTo>
                <a:close/>
              </a:path>
            </a:pathLst>
          </a:custGeom>
          <a:solidFill>
            <a:schemeClr val="accent5">
              <a:alpha val="2798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s-ES" sz="1350" kern="120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9A02410-E08E-35C9-A306-4A5657BE6A84}"/>
              </a:ext>
            </a:extLst>
          </p:cNvPr>
          <p:cNvGrpSpPr/>
          <p:nvPr/>
        </p:nvGrpSpPr>
        <p:grpSpPr>
          <a:xfrm>
            <a:off x="27214" y="2111552"/>
            <a:ext cx="9147266" cy="490235"/>
            <a:chOff x="36285" y="1672402"/>
            <a:chExt cx="12196355" cy="653647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CC4CC5F-4290-C04D-BB17-C424FB716608}"/>
                </a:ext>
              </a:extLst>
            </p:cNvPr>
            <p:cNvSpPr/>
            <p:nvPr/>
          </p:nvSpPr>
          <p:spPr>
            <a:xfrm>
              <a:off x="36285" y="1672402"/>
              <a:ext cx="9995217" cy="653647"/>
            </a:xfrm>
            <a:custGeom>
              <a:avLst/>
              <a:gdLst>
                <a:gd name="connsiteX0" fmla="*/ 0 w 9995217"/>
                <a:gd name="connsiteY0" fmla="*/ 310515 h 696278"/>
                <a:gd name="connsiteX1" fmla="*/ 471487 w 9995217"/>
                <a:gd name="connsiteY1" fmla="*/ 524828 h 696278"/>
                <a:gd name="connsiteX2" fmla="*/ 471487 w 9995217"/>
                <a:gd name="connsiteY2" fmla="*/ 524828 h 696278"/>
                <a:gd name="connsiteX3" fmla="*/ 600075 w 9995217"/>
                <a:gd name="connsiteY3" fmla="*/ 539115 h 696278"/>
                <a:gd name="connsiteX4" fmla="*/ 685800 w 9995217"/>
                <a:gd name="connsiteY4" fmla="*/ 567690 h 696278"/>
                <a:gd name="connsiteX5" fmla="*/ 771525 w 9995217"/>
                <a:gd name="connsiteY5" fmla="*/ 596265 h 696278"/>
                <a:gd name="connsiteX6" fmla="*/ 900112 w 9995217"/>
                <a:gd name="connsiteY6" fmla="*/ 639128 h 696278"/>
                <a:gd name="connsiteX7" fmla="*/ 942975 w 9995217"/>
                <a:gd name="connsiteY7" fmla="*/ 653415 h 696278"/>
                <a:gd name="connsiteX8" fmla="*/ 1057275 w 9995217"/>
                <a:gd name="connsiteY8" fmla="*/ 696278 h 696278"/>
                <a:gd name="connsiteX9" fmla="*/ 1343025 w 9995217"/>
                <a:gd name="connsiteY9" fmla="*/ 681990 h 696278"/>
                <a:gd name="connsiteX10" fmla="*/ 1528762 w 9995217"/>
                <a:gd name="connsiteY10" fmla="*/ 653415 h 696278"/>
                <a:gd name="connsiteX11" fmla="*/ 1643062 w 9995217"/>
                <a:gd name="connsiteY11" fmla="*/ 624840 h 696278"/>
                <a:gd name="connsiteX12" fmla="*/ 1843087 w 9995217"/>
                <a:gd name="connsiteY12" fmla="*/ 610553 h 696278"/>
                <a:gd name="connsiteX13" fmla="*/ 2657475 w 9995217"/>
                <a:gd name="connsiteY13" fmla="*/ 581978 h 696278"/>
                <a:gd name="connsiteX14" fmla="*/ 2800350 w 9995217"/>
                <a:gd name="connsiteY14" fmla="*/ 553403 h 696278"/>
                <a:gd name="connsiteX15" fmla="*/ 3143250 w 9995217"/>
                <a:gd name="connsiteY15" fmla="*/ 553403 h 696278"/>
                <a:gd name="connsiteX16" fmla="*/ 3584257 w 9995217"/>
                <a:gd name="connsiteY16" fmla="*/ 548640 h 696278"/>
                <a:gd name="connsiteX17" fmla="*/ 4488497 w 9995217"/>
                <a:gd name="connsiteY17" fmla="*/ 538480 h 696278"/>
                <a:gd name="connsiteX18" fmla="*/ 5057457 w 9995217"/>
                <a:gd name="connsiteY18" fmla="*/ 508000 h 696278"/>
                <a:gd name="connsiteX19" fmla="*/ 5585777 w 9995217"/>
                <a:gd name="connsiteY19" fmla="*/ 406400 h 696278"/>
                <a:gd name="connsiteX20" fmla="*/ 6408737 w 9995217"/>
                <a:gd name="connsiteY20" fmla="*/ 325120 h 696278"/>
                <a:gd name="connsiteX21" fmla="*/ 6906577 w 9995217"/>
                <a:gd name="connsiteY21" fmla="*/ 233680 h 696278"/>
                <a:gd name="connsiteX22" fmla="*/ 7516177 w 9995217"/>
                <a:gd name="connsiteY22" fmla="*/ 213360 h 696278"/>
                <a:gd name="connsiteX23" fmla="*/ 7831137 w 9995217"/>
                <a:gd name="connsiteY23" fmla="*/ 162560 h 696278"/>
                <a:gd name="connsiteX24" fmla="*/ 8024177 w 9995217"/>
                <a:gd name="connsiteY24" fmla="*/ 0 h 696278"/>
                <a:gd name="connsiteX25" fmla="*/ 8633777 w 9995217"/>
                <a:gd name="connsiteY25" fmla="*/ 142240 h 696278"/>
                <a:gd name="connsiteX26" fmla="*/ 9172257 w 9995217"/>
                <a:gd name="connsiteY26" fmla="*/ 243840 h 696278"/>
                <a:gd name="connsiteX27" fmla="*/ 9385617 w 9995217"/>
                <a:gd name="connsiteY27" fmla="*/ 274320 h 696278"/>
                <a:gd name="connsiteX28" fmla="*/ 9609137 w 9995217"/>
                <a:gd name="connsiteY28" fmla="*/ 375920 h 696278"/>
                <a:gd name="connsiteX29" fmla="*/ 9995217 w 9995217"/>
                <a:gd name="connsiteY29" fmla="*/ 335280 h 696278"/>
                <a:gd name="connsiteX0" fmla="*/ 0 w 9995217"/>
                <a:gd name="connsiteY0" fmla="*/ 310515 h 683961"/>
                <a:gd name="connsiteX1" fmla="*/ 471487 w 9995217"/>
                <a:gd name="connsiteY1" fmla="*/ 524828 h 683961"/>
                <a:gd name="connsiteX2" fmla="*/ 471487 w 9995217"/>
                <a:gd name="connsiteY2" fmla="*/ 524828 h 683961"/>
                <a:gd name="connsiteX3" fmla="*/ 600075 w 9995217"/>
                <a:gd name="connsiteY3" fmla="*/ 539115 h 683961"/>
                <a:gd name="connsiteX4" fmla="*/ 685800 w 9995217"/>
                <a:gd name="connsiteY4" fmla="*/ 567690 h 683961"/>
                <a:gd name="connsiteX5" fmla="*/ 771525 w 9995217"/>
                <a:gd name="connsiteY5" fmla="*/ 596265 h 683961"/>
                <a:gd name="connsiteX6" fmla="*/ 900112 w 9995217"/>
                <a:gd name="connsiteY6" fmla="*/ 639128 h 683961"/>
                <a:gd name="connsiteX7" fmla="*/ 942975 w 9995217"/>
                <a:gd name="connsiteY7" fmla="*/ 653415 h 683961"/>
                <a:gd name="connsiteX8" fmla="*/ 1057275 w 9995217"/>
                <a:gd name="connsiteY8" fmla="*/ 591023 h 683961"/>
                <a:gd name="connsiteX9" fmla="*/ 1343025 w 9995217"/>
                <a:gd name="connsiteY9" fmla="*/ 681990 h 683961"/>
                <a:gd name="connsiteX10" fmla="*/ 1528762 w 9995217"/>
                <a:gd name="connsiteY10" fmla="*/ 653415 h 683961"/>
                <a:gd name="connsiteX11" fmla="*/ 1643062 w 9995217"/>
                <a:gd name="connsiteY11" fmla="*/ 624840 h 683961"/>
                <a:gd name="connsiteX12" fmla="*/ 1843087 w 9995217"/>
                <a:gd name="connsiteY12" fmla="*/ 610553 h 683961"/>
                <a:gd name="connsiteX13" fmla="*/ 2657475 w 9995217"/>
                <a:gd name="connsiteY13" fmla="*/ 581978 h 683961"/>
                <a:gd name="connsiteX14" fmla="*/ 2800350 w 9995217"/>
                <a:gd name="connsiteY14" fmla="*/ 553403 h 683961"/>
                <a:gd name="connsiteX15" fmla="*/ 3143250 w 9995217"/>
                <a:gd name="connsiteY15" fmla="*/ 553403 h 683961"/>
                <a:gd name="connsiteX16" fmla="*/ 3584257 w 9995217"/>
                <a:gd name="connsiteY16" fmla="*/ 548640 h 683961"/>
                <a:gd name="connsiteX17" fmla="*/ 4488497 w 9995217"/>
                <a:gd name="connsiteY17" fmla="*/ 538480 h 683961"/>
                <a:gd name="connsiteX18" fmla="*/ 5057457 w 9995217"/>
                <a:gd name="connsiteY18" fmla="*/ 508000 h 683961"/>
                <a:gd name="connsiteX19" fmla="*/ 5585777 w 9995217"/>
                <a:gd name="connsiteY19" fmla="*/ 406400 h 683961"/>
                <a:gd name="connsiteX20" fmla="*/ 6408737 w 9995217"/>
                <a:gd name="connsiteY20" fmla="*/ 325120 h 683961"/>
                <a:gd name="connsiteX21" fmla="*/ 6906577 w 9995217"/>
                <a:gd name="connsiteY21" fmla="*/ 233680 h 683961"/>
                <a:gd name="connsiteX22" fmla="*/ 7516177 w 9995217"/>
                <a:gd name="connsiteY22" fmla="*/ 213360 h 683961"/>
                <a:gd name="connsiteX23" fmla="*/ 7831137 w 9995217"/>
                <a:gd name="connsiteY23" fmla="*/ 162560 h 683961"/>
                <a:gd name="connsiteX24" fmla="*/ 8024177 w 9995217"/>
                <a:gd name="connsiteY24" fmla="*/ 0 h 683961"/>
                <a:gd name="connsiteX25" fmla="*/ 8633777 w 9995217"/>
                <a:gd name="connsiteY25" fmla="*/ 142240 h 683961"/>
                <a:gd name="connsiteX26" fmla="*/ 9172257 w 9995217"/>
                <a:gd name="connsiteY26" fmla="*/ 243840 h 683961"/>
                <a:gd name="connsiteX27" fmla="*/ 9385617 w 9995217"/>
                <a:gd name="connsiteY27" fmla="*/ 274320 h 683961"/>
                <a:gd name="connsiteX28" fmla="*/ 9609137 w 9995217"/>
                <a:gd name="connsiteY28" fmla="*/ 375920 h 683961"/>
                <a:gd name="connsiteX29" fmla="*/ 9995217 w 9995217"/>
                <a:gd name="connsiteY29" fmla="*/ 335280 h 683961"/>
                <a:gd name="connsiteX0" fmla="*/ 0 w 9995217"/>
                <a:gd name="connsiteY0" fmla="*/ 310515 h 655483"/>
                <a:gd name="connsiteX1" fmla="*/ 471487 w 9995217"/>
                <a:gd name="connsiteY1" fmla="*/ 524828 h 655483"/>
                <a:gd name="connsiteX2" fmla="*/ 471487 w 9995217"/>
                <a:gd name="connsiteY2" fmla="*/ 524828 h 655483"/>
                <a:gd name="connsiteX3" fmla="*/ 600075 w 9995217"/>
                <a:gd name="connsiteY3" fmla="*/ 539115 h 655483"/>
                <a:gd name="connsiteX4" fmla="*/ 685800 w 9995217"/>
                <a:gd name="connsiteY4" fmla="*/ 567690 h 655483"/>
                <a:gd name="connsiteX5" fmla="*/ 771525 w 9995217"/>
                <a:gd name="connsiteY5" fmla="*/ 596265 h 655483"/>
                <a:gd name="connsiteX6" fmla="*/ 900112 w 9995217"/>
                <a:gd name="connsiteY6" fmla="*/ 639128 h 655483"/>
                <a:gd name="connsiteX7" fmla="*/ 942975 w 9995217"/>
                <a:gd name="connsiteY7" fmla="*/ 653415 h 655483"/>
                <a:gd name="connsiteX8" fmla="*/ 1057275 w 9995217"/>
                <a:gd name="connsiteY8" fmla="*/ 591023 h 655483"/>
                <a:gd name="connsiteX9" fmla="*/ 1349603 w 9995217"/>
                <a:gd name="connsiteY9" fmla="*/ 609628 h 655483"/>
                <a:gd name="connsiteX10" fmla="*/ 1528762 w 9995217"/>
                <a:gd name="connsiteY10" fmla="*/ 653415 h 655483"/>
                <a:gd name="connsiteX11" fmla="*/ 1643062 w 9995217"/>
                <a:gd name="connsiteY11" fmla="*/ 624840 h 655483"/>
                <a:gd name="connsiteX12" fmla="*/ 1843087 w 9995217"/>
                <a:gd name="connsiteY12" fmla="*/ 610553 h 655483"/>
                <a:gd name="connsiteX13" fmla="*/ 2657475 w 9995217"/>
                <a:gd name="connsiteY13" fmla="*/ 581978 h 655483"/>
                <a:gd name="connsiteX14" fmla="*/ 2800350 w 9995217"/>
                <a:gd name="connsiteY14" fmla="*/ 553403 h 655483"/>
                <a:gd name="connsiteX15" fmla="*/ 3143250 w 9995217"/>
                <a:gd name="connsiteY15" fmla="*/ 553403 h 655483"/>
                <a:gd name="connsiteX16" fmla="*/ 3584257 w 9995217"/>
                <a:gd name="connsiteY16" fmla="*/ 548640 h 655483"/>
                <a:gd name="connsiteX17" fmla="*/ 4488497 w 9995217"/>
                <a:gd name="connsiteY17" fmla="*/ 538480 h 655483"/>
                <a:gd name="connsiteX18" fmla="*/ 5057457 w 9995217"/>
                <a:gd name="connsiteY18" fmla="*/ 508000 h 655483"/>
                <a:gd name="connsiteX19" fmla="*/ 5585777 w 9995217"/>
                <a:gd name="connsiteY19" fmla="*/ 406400 h 655483"/>
                <a:gd name="connsiteX20" fmla="*/ 6408737 w 9995217"/>
                <a:gd name="connsiteY20" fmla="*/ 325120 h 655483"/>
                <a:gd name="connsiteX21" fmla="*/ 6906577 w 9995217"/>
                <a:gd name="connsiteY21" fmla="*/ 233680 h 655483"/>
                <a:gd name="connsiteX22" fmla="*/ 7516177 w 9995217"/>
                <a:gd name="connsiteY22" fmla="*/ 213360 h 655483"/>
                <a:gd name="connsiteX23" fmla="*/ 7831137 w 9995217"/>
                <a:gd name="connsiteY23" fmla="*/ 162560 h 655483"/>
                <a:gd name="connsiteX24" fmla="*/ 8024177 w 9995217"/>
                <a:gd name="connsiteY24" fmla="*/ 0 h 655483"/>
                <a:gd name="connsiteX25" fmla="*/ 8633777 w 9995217"/>
                <a:gd name="connsiteY25" fmla="*/ 142240 h 655483"/>
                <a:gd name="connsiteX26" fmla="*/ 9172257 w 9995217"/>
                <a:gd name="connsiteY26" fmla="*/ 243840 h 655483"/>
                <a:gd name="connsiteX27" fmla="*/ 9385617 w 9995217"/>
                <a:gd name="connsiteY27" fmla="*/ 274320 h 655483"/>
                <a:gd name="connsiteX28" fmla="*/ 9609137 w 9995217"/>
                <a:gd name="connsiteY28" fmla="*/ 375920 h 655483"/>
                <a:gd name="connsiteX29" fmla="*/ 9995217 w 9995217"/>
                <a:gd name="connsiteY29" fmla="*/ 335280 h 655483"/>
                <a:gd name="connsiteX0" fmla="*/ 0 w 9995217"/>
                <a:gd name="connsiteY0" fmla="*/ 310515 h 653647"/>
                <a:gd name="connsiteX1" fmla="*/ 471487 w 9995217"/>
                <a:gd name="connsiteY1" fmla="*/ 524828 h 653647"/>
                <a:gd name="connsiteX2" fmla="*/ 471487 w 9995217"/>
                <a:gd name="connsiteY2" fmla="*/ 524828 h 653647"/>
                <a:gd name="connsiteX3" fmla="*/ 600075 w 9995217"/>
                <a:gd name="connsiteY3" fmla="*/ 539115 h 653647"/>
                <a:gd name="connsiteX4" fmla="*/ 685800 w 9995217"/>
                <a:gd name="connsiteY4" fmla="*/ 567690 h 653647"/>
                <a:gd name="connsiteX5" fmla="*/ 771525 w 9995217"/>
                <a:gd name="connsiteY5" fmla="*/ 596265 h 653647"/>
                <a:gd name="connsiteX6" fmla="*/ 900112 w 9995217"/>
                <a:gd name="connsiteY6" fmla="*/ 639128 h 653647"/>
                <a:gd name="connsiteX7" fmla="*/ 896926 w 9995217"/>
                <a:gd name="connsiteY7" fmla="*/ 594209 h 653647"/>
                <a:gd name="connsiteX8" fmla="*/ 1057275 w 9995217"/>
                <a:gd name="connsiteY8" fmla="*/ 591023 h 653647"/>
                <a:gd name="connsiteX9" fmla="*/ 1349603 w 9995217"/>
                <a:gd name="connsiteY9" fmla="*/ 609628 h 653647"/>
                <a:gd name="connsiteX10" fmla="*/ 1528762 w 9995217"/>
                <a:gd name="connsiteY10" fmla="*/ 653415 h 653647"/>
                <a:gd name="connsiteX11" fmla="*/ 1643062 w 9995217"/>
                <a:gd name="connsiteY11" fmla="*/ 624840 h 653647"/>
                <a:gd name="connsiteX12" fmla="*/ 1843087 w 9995217"/>
                <a:gd name="connsiteY12" fmla="*/ 610553 h 653647"/>
                <a:gd name="connsiteX13" fmla="*/ 2657475 w 9995217"/>
                <a:gd name="connsiteY13" fmla="*/ 581978 h 653647"/>
                <a:gd name="connsiteX14" fmla="*/ 2800350 w 9995217"/>
                <a:gd name="connsiteY14" fmla="*/ 553403 h 653647"/>
                <a:gd name="connsiteX15" fmla="*/ 3143250 w 9995217"/>
                <a:gd name="connsiteY15" fmla="*/ 553403 h 653647"/>
                <a:gd name="connsiteX16" fmla="*/ 3584257 w 9995217"/>
                <a:gd name="connsiteY16" fmla="*/ 548640 h 653647"/>
                <a:gd name="connsiteX17" fmla="*/ 4488497 w 9995217"/>
                <a:gd name="connsiteY17" fmla="*/ 538480 h 653647"/>
                <a:gd name="connsiteX18" fmla="*/ 5057457 w 9995217"/>
                <a:gd name="connsiteY18" fmla="*/ 508000 h 653647"/>
                <a:gd name="connsiteX19" fmla="*/ 5585777 w 9995217"/>
                <a:gd name="connsiteY19" fmla="*/ 406400 h 653647"/>
                <a:gd name="connsiteX20" fmla="*/ 6408737 w 9995217"/>
                <a:gd name="connsiteY20" fmla="*/ 325120 h 653647"/>
                <a:gd name="connsiteX21" fmla="*/ 6906577 w 9995217"/>
                <a:gd name="connsiteY21" fmla="*/ 233680 h 653647"/>
                <a:gd name="connsiteX22" fmla="*/ 7516177 w 9995217"/>
                <a:gd name="connsiteY22" fmla="*/ 213360 h 653647"/>
                <a:gd name="connsiteX23" fmla="*/ 7831137 w 9995217"/>
                <a:gd name="connsiteY23" fmla="*/ 162560 h 653647"/>
                <a:gd name="connsiteX24" fmla="*/ 8024177 w 9995217"/>
                <a:gd name="connsiteY24" fmla="*/ 0 h 653647"/>
                <a:gd name="connsiteX25" fmla="*/ 8633777 w 9995217"/>
                <a:gd name="connsiteY25" fmla="*/ 142240 h 653647"/>
                <a:gd name="connsiteX26" fmla="*/ 9172257 w 9995217"/>
                <a:gd name="connsiteY26" fmla="*/ 243840 h 653647"/>
                <a:gd name="connsiteX27" fmla="*/ 9385617 w 9995217"/>
                <a:gd name="connsiteY27" fmla="*/ 274320 h 653647"/>
                <a:gd name="connsiteX28" fmla="*/ 9609137 w 9995217"/>
                <a:gd name="connsiteY28" fmla="*/ 375920 h 653647"/>
                <a:gd name="connsiteX29" fmla="*/ 9995217 w 9995217"/>
                <a:gd name="connsiteY29" fmla="*/ 335280 h 653647"/>
                <a:gd name="connsiteX0" fmla="*/ 0 w 9995217"/>
                <a:gd name="connsiteY0" fmla="*/ 310515 h 653647"/>
                <a:gd name="connsiteX1" fmla="*/ 471487 w 9995217"/>
                <a:gd name="connsiteY1" fmla="*/ 524828 h 653647"/>
                <a:gd name="connsiteX2" fmla="*/ 471487 w 9995217"/>
                <a:gd name="connsiteY2" fmla="*/ 524828 h 653647"/>
                <a:gd name="connsiteX3" fmla="*/ 600075 w 9995217"/>
                <a:gd name="connsiteY3" fmla="*/ 539115 h 653647"/>
                <a:gd name="connsiteX4" fmla="*/ 685800 w 9995217"/>
                <a:gd name="connsiteY4" fmla="*/ 567690 h 653647"/>
                <a:gd name="connsiteX5" fmla="*/ 771525 w 9995217"/>
                <a:gd name="connsiteY5" fmla="*/ 596265 h 653647"/>
                <a:gd name="connsiteX6" fmla="*/ 900112 w 9995217"/>
                <a:gd name="connsiteY6" fmla="*/ 639128 h 653647"/>
                <a:gd name="connsiteX7" fmla="*/ 896926 w 9995217"/>
                <a:gd name="connsiteY7" fmla="*/ 594209 h 653647"/>
                <a:gd name="connsiteX8" fmla="*/ 1057275 w 9995217"/>
                <a:gd name="connsiteY8" fmla="*/ 591023 h 653647"/>
                <a:gd name="connsiteX9" fmla="*/ 1349603 w 9995217"/>
                <a:gd name="connsiteY9" fmla="*/ 609628 h 653647"/>
                <a:gd name="connsiteX10" fmla="*/ 1528762 w 9995217"/>
                <a:gd name="connsiteY10" fmla="*/ 653415 h 653647"/>
                <a:gd name="connsiteX11" fmla="*/ 1643062 w 9995217"/>
                <a:gd name="connsiteY11" fmla="*/ 624840 h 653647"/>
                <a:gd name="connsiteX12" fmla="*/ 1843087 w 9995217"/>
                <a:gd name="connsiteY12" fmla="*/ 610553 h 653647"/>
                <a:gd name="connsiteX13" fmla="*/ 2440387 w 9995217"/>
                <a:gd name="connsiteY13" fmla="*/ 522772 h 653647"/>
                <a:gd name="connsiteX14" fmla="*/ 2800350 w 9995217"/>
                <a:gd name="connsiteY14" fmla="*/ 553403 h 653647"/>
                <a:gd name="connsiteX15" fmla="*/ 3143250 w 9995217"/>
                <a:gd name="connsiteY15" fmla="*/ 553403 h 653647"/>
                <a:gd name="connsiteX16" fmla="*/ 3584257 w 9995217"/>
                <a:gd name="connsiteY16" fmla="*/ 548640 h 653647"/>
                <a:gd name="connsiteX17" fmla="*/ 4488497 w 9995217"/>
                <a:gd name="connsiteY17" fmla="*/ 538480 h 653647"/>
                <a:gd name="connsiteX18" fmla="*/ 5057457 w 9995217"/>
                <a:gd name="connsiteY18" fmla="*/ 508000 h 653647"/>
                <a:gd name="connsiteX19" fmla="*/ 5585777 w 9995217"/>
                <a:gd name="connsiteY19" fmla="*/ 406400 h 653647"/>
                <a:gd name="connsiteX20" fmla="*/ 6408737 w 9995217"/>
                <a:gd name="connsiteY20" fmla="*/ 325120 h 653647"/>
                <a:gd name="connsiteX21" fmla="*/ 6906577 w 9995217"/>
                <a:gd name="connsiteY21" fmla="*/ 233680 h 653647"/>
                <a:gd name="connsiteX22" fmla="*/ 7516177 w 9995217"/>
                <a:gd name="connsiteY22" fmla="*/ 213360 h 653647"/>
                <a:gd name="connsiteX23" fmla="*/ 7831137 w 9995217"/>
                <a:gd name="connsiteY23" fmla="*/ 162560 h 653647"/>
                <a:gd name="connsiteX24" fmla="*/ 8024177 w 9995217"/>
                <a:gd name="connsiteY24" fmla="*/ 0 h 653647"/>
                <a:gd name="connsiteX25" fmla="*/ 8633777 w 9995217"/>
                <a:gd name="connsiteY25" fmla="*/ 142240 h 653647"/>
                <a:gd name="connsiteX26" fmla="*/ 9172257 w 9995217"/>
                <a:gd name="connsiteY26" fmla="*/ 243840 h 653647"/>
                <a:gd name="connsiteX27" fmla="*/ 9385617 w 9995217"/>
                <a:gd name="connsiteY27" fmla="*/ 274320 h 653647"/>
                <a:gd name="connsiteX28" fmla="*/ 9609137 w 9995217"/>
                <a:gd name="connsiteY28" fmla="*/ 375920 h 653647"/>
                <a:gd name="connsiteX29" fmla="*/ 9995217 w 9995217"/>
                <a:gd name="connsiteY29" fmla="*/ 335280 h 653647"/>
                <a:gd name="connsiteX0" fmla="*/ 0 w 9995217"/>
                <a:gd name="connsiteY0" fmla="*/ 310515 h 653647"/>
                <a:gd name="connsiteX1" fmla="*/ 471487 w 9995217"/>
                <a:gd name="connsiteY1" fmla="*/ 524828 h 653647"/>
                <a:gd name="connsiteX2" fmla="*/ 471487 w 9995217"/>
                <a:gd name="connsiteY2" fmla="*/ 524828 h 653647"/>
                <a:gd name="connsiteX3" fmla="*/ 600075 w 9995217"/>
                <a:gd name="connsiteY3" fmla="*/ 539115 h 653647"/>
                <a:gd name="connsiteX4" fmla="*/ 685800 w 9995217"/>
                <a:gd name="connsiteY4" fmla="*/ 567690 h 653647"/>
                <a:gd name="connsiteX5" fmla="*/ 771525 w 9995217"/>
                <a:gd name="connsiteY5" fmla="*/ 596265 h 653647"/>
                <a:gd name="connsiteX6" fmla="*/ 900112 w 9995217"/>
                <a:gd name="connsiteY6" fmla="*/ 639128 h 653647"/>
                <a:gd name="connsiteX7" fmla="*/ 896926 w 9995217"/>
                <a:gd name="connsiteY7" fmla="*/ 594209 h 653647"/>
                <a:gd name="connsiteX8" fmla="*/ 1057275 w 9995217"/>
                <a:gd name="connsiteY8" fmla="*/ 591023 h 653647"/>
                <a:gd name="connsiteX9" fmla="*/ 1349603 w 9995217"/>
                <a:gd name="connsiteY9" fmla="*/ 609628 h 653647"/>
                <a:gd name="connsiteX10" fmla="*/ 1528762 w 9995217"/>
                <a:gd name="connsiteY10" fmla="*/ 653415 h 653647"/>
                <a:gd name="connsiteX11" fmla="*/ 1643062 w 9995217"/>
                <a:gd name="connsiteY11" fmla="*/ 624840 h 653647"/>
                <a:gd name="connsiteX12" fmla="*/ 1843087 w 9995217"/>
                <a:gd name="connsiteY12" fmla="*/ 610553 h 653647"/>
                <a:gd name="connsiteX13" fmla="*/ 2440387 w 9995217"/>
                <a:gd name="connsiteY13" fmla="*/ 522772 h 653647"/>
                <a:gd name="connsiteX14" fmla="*/ 2800350 w 9995217"/>
                <a:gd name="connsiteY14" fmla="*/ 553403 h 653647"/>
                <a:gd name="connsiteX15" fmla="*/ 3143250 w 9995217"/>
                <a:gd name="connsiteY15" fmla="*/ 553403 h 653647"/>
                <a:gd name="connsiteX16" fmla="*/ 3584257 w 9995217"/>
                <a:gd name="connsiteY16" fmla="*/ 548640 h 653647"/>
                <a:gd name="connsiteX17" fmla="*/ 4488497 w 9995217"/>
                <a:gd name="connsiteY17" fmla="*/ 538480 h 653647"/>
                <a:gd name="connsiteX18" fmla="*/ 5057457 w 9995217"/>
                <a:gd name="connsiteY18" fmla="*/ 508000 h 653647"/>
                <a:gd name="connsiteX19" fmla="*/ 5585777 w 9995217"/>
                <a:gd name="connsiteY19" fmla="*/ 406400 h 653647"/>
                <a:gd name="connsiteX20" fmla="*/ 6408737 w 9995217"/>
                <a:gd name="connsiteY20" fmla="*/ 325120 h 653647"/>
                <a:gd name="connsiteX21" fmla="*/ 6906577 w 9995217"/>
                <a:gd name="connsiteY21" fmla="*/ 233680 h 653647"/>
                <a:gd name="connsiteX22" fmla="*/ 7516177 w 9995217"/>
                <a:gd name="connsiteY22" fmla="*/ 213360 h 653647"/>
                <a:gd name="connsiteX23" fmla="*/ 7831137 w 9995217"/>
                <a:gd name="connsiteY23" fmla="*/ 162560 h 653647"/>
                <a:gd name="connsiteX24" fmla="*/ 8024177 w 9995217"/>
                <a:gd name="connsiteY24" fmla="*/ 0 h 653647"/>
                <a:gd name="connsiteX25" fmla="*/ 8633777 w 9995217"/>
                <a:gd name="connsiteY25" fmla="*/ 142240 h 653647"/>
                <a:gd name="connsiteX26" fmla="*/ 9172257 w 9995217"/>
                <a:gd name="connsiteY26" fmla="*/ 243840 h 653647"/>
                <a:gd name="connsiteX27" fmla="*/ 9385617 w 9995217"/>
                <a:gd name="connsiteY27" fmla="*/ 274320 h 653647"/>
                <a:gd name="connsiteX28" fmla="*/ 9609137 w 9995217"/>
                <a:gd name="connsiteY28" fmla="*/ 375920 h 653647"/>
                <a:gd name="connsiteX29" fmla="*/ 9995217 w 9995217"/>
                <a:gd name="connsiteY29" fmla="*/ 335280 h 65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995217" h="653647">
                  <a:moveTo>
                    <a:pt x="0" y="310515"/>
                  </a:moveTo>
                  <a:lnTo>
                    <a:pt x="471487" y="524828"/>
                  </a:lnTo>
                  <a:lnTo>
                    <a:pt x="471487" y="524828"/>
                  </a:lnTo>
                  <a:cubicBezTo>
                    <a:pt x="514350" y="529590"/>
                    <a:pt x="557786" y="530657"/>
                    <a:pt x="600075" y="539115"/>
                  </a:cubicBezTo>
                  <a:cubicBezTo>
                    <a:pt x="629611" y="545022"/>
                    <a:pt x="657225" y="558165"/>
                    <a:pt x="685800" y="567690"/>
                  </a:cubicBezTo>
                  <a:lnTo>
                    <a:pt x="771525" y="596265"/>
                  </a:lnTo>
                  <a:lnTo>
                    <a:pt x="900112" y="639128"/>
                  </a:lnTo>
                  <a:cubicBezTo>
                    <a:pt x="914400" y="643891"/>
                    <a:pt x="870732" y="602226"/>
                    <a:pt x="896926" y="594209"/>
                  </a:cubicBezTo>
                  <a:cubicBezTo>
                    <a:pt x="923120" y="586192"/>
                    <a:pt x="979462" y="571569"/>
                    <a:pt x="1057275" y="591023"/>
                  </a:cubicBezTo>
                  <a:cubicBezTo>
                    <a:pt x="1152525" y="586260"/>
                    <a:pt x="1271022" y="599229"/>
                    <a:pt x="1349603" y="609628"/>
                  </a:cubicBezTo>
                  <a:cubicBezTo>
                    <a:pt x="1428184" y="620027"/>
                    <a:pt x="1479852" y="650880"/>
                    <a:pt x="1528762" y="653415"/>
                  </a:cubicBezTo>
                  <a:cubicBezTo>
                    <a:pt x="1577672" y="655950"/>
                    <a:pt x="1525755" y="637188"/>
                    <a:pt x="1643062" y="624840"/>
                  </a:cubicBezTo>
                  <a:cubicBezTo>
                    <a:pt x="1709540" y="617842"/>
                    <a:pt x="1776412" y="615315"/>
                    <a:pt x="1843087" y="610553"/>
                  </a:cubicBezTo>
                  <a:cubicBezTo>
                    <a:pt x="2153740" y="532887"/>
                    <a:pt x="1691302" y="643962"/>
                    <a:pt x="2440387" y="522772"/>
                  </a:cubicBezTo>
                  <a:cubicBezTo>
                    <a:pt x="2488332" y="515015"/>
                    <a:pt x="2751782" y="553403"/>
                    <a:pt x="2800350" y="553403"/>
                  </a:cubicBezTo>
                  <a:lnTo>
                    <a:pt x="3143250" y="553403"/>
                  </a:lnTo>
                  <a:lnTo>
                    <a:pt x="3584257" y="548640"/>
                  </a:lnTo>
                  <a:lnTo>
                    <a:pt x="4488497" y="538480"/>
                  </a:lnTo>
                  <a:lnTo>
                    <a:pt x="5057457" y="508000"/>
                  </a:lnTo>
                  <a:lnTo>
                    <a:pt x="5585777" y="406400"/>
                  </a:lnTo>
                  <a:lnTo>
                    <a:pt x="6408737" y="325120"/>
                  </a:lnTo>
                  <a:lnTo>
                    <a:pt x="6906577" y="233680"/>
                  </a:lnTo>
                  <a:lnTo>
                    <a:pt x="7516177" y="213360"/>
                  </a:lnTo>
                  <a:lnTo>
                    <a:pt x="7831137" y="162560"/>
                  </a:lnTo>
                  <a:lnTo>
                    <a:pt x="8024177" y="0"/>
                  </a:lnTo>
                  <a:lnTo>
                    <a:pt x="8633777" y="142240"/>
                  </a:lnTo>
                  <a:lnTo>
                    <a:pt x="9172257" y="243840"/>
                  </a:lnTo>
                  <a:lnTo>
                    <a:pt x="9385617" y="274320"/>
                  </a:lnTo>
                  <a:lnTo>
                    <a:pt x="9609137" y="375920"/>
                  </a:lnTo>
                  <a:lnTo>
                    <a:pt x="9995217" y="335280"/>
                  </a:lnTo>
                </a:path>
              </a:pathLst>
            </a:custGeom>
            <a:noFill/>
            <a:ln w="603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248AEF04-1B8A-5C15-7740-4912803A0168}"/>
                </a:ext>
              </a:extLst>
            </p:cNvPr>
            <p:cNvSpPr/>
            <p:nvPr/>
          </p:nvSpPr>
          <p:spPr>
            <a:xfrm>
              <a:off x="10027920" y="1774003"/>
              <a:ext cx="2204720" cy="254000"/>
            </a:xfrm>
            <a:custGeom>
              <a:avLst/>
              <a:gdLst>
                <a:gd name="connsiteX0" fmla="*/ 0 w 2204720"/>
                <a:gd name="connsiteY0" fmla="*/ 243840 h 254000"/>
                <a:gd name="connsiteX1" fmla="*/ 0 w 2204720"/>
                <a:gd name="connsiteY1" fmla="*/ 243840 h 254000"/>
                <a:gd name="connsiteX2" fmla="*/ 91440 w 2204720"/>
                <a:gd name="connsiteY2" fmla="*/ 254000 h 254000"/>
                <a:gd name="connsiteX3" fmla="*/ 294640 w 2204720"/>
                <a:gd name="connsiteY3" fmla="*/ 233680 h 254000"/>
                <a:gd name="connsiteX4" fmla="*/ 406400 w 2204720"/>
                <a:gd name="connsiteY4" fmla="*/ 213360 h 254000"/>
                <a:gd name="connsiteX5" fmla="*/ 508000 w 2204720"/>
                <a:gd name="connsiteY5" fmla="*/ 203200 h 254000"/>
                <a:gd name="connsiteX6" fmla="*/ 548640 w 2204720"/>
                <a:gd name="connsiteY6" fmla="*/ 193040 h 254000"/>
                <a:gd name="connsiteX7" fmla="*/ 579120 w 2204720"/>
                <a:gd name="connsiteY7" fmla="*/ 182880 h 254000"/>
                <a:gd name="connsiteX8" fmla="*/ 629920 w 2204720"/>
                <a:gd name="connsiteY8" fmla="*/ 172720 h 254000"/>
                <a:gd name="connsiteX9" fmla="*/ 670560 w 2204720"/>
                <a:gd name="connsiteY9" fmla="*/ 162560 h 254000"/>
                <a:gd name="connsiteX10" fmla="*/ 772160 w 2204720"/>
                <a:gd name="connsiteY10" fmla="*/ 142240 h 254000"/>
                <a:gd name="connsiteX11" fmla="*/ 863600 w 2204720"/>
                <a:gd name="connsiteY11" fmla="*/ 111760 h 254000"/>
                <a:gd name="connsiteX12" fmla="*/ 894080 w 2204720"/>
                <a:gd name="connsiteY12" fmla="*/ 101600 h 254000"/>
                <a:gd name="connsiteX13" fmla="*/ 944880 w 2204720"/>
                <a:gd name="connsiteY13" fmla="*/ 91440 h 254000"/>
                <a:gd name="connsiteX14" fmla="*/ 985520 w 2204720"/>
                <a:gd name="connsiteY14" fmla="*/ 81280 h 254000"/>
                <a:gd name="connsiteX15" fmla="*/ 1259840 w 2204720"/>
                <a:gd name="connsiteY15" fmla="*/ 60960 h 254000"/>
                <a:gd name="connsiteX16" fmla="*/ 1320800 w 2204720"/>
                <a:gd name="connsiteY16" fmla="*/ 50800 h 254000"/>
                <a:gd name="connsiteX17" fmla="*/ 1371600 w 2204720"/>
                <a:gd name="connsiteY17" fmla="*/ 40640 h 254000"/>
                <a:gd name="connsiteX18" fmla="*/ 1503680 w 2204720"/>
                <a:gd name="connsiteY18" fmla="*/ 30480 h 254000"/>
                <a:gd name="connsiteX19" fmla="*/ 1544320 w 2204720"/>
                <a:gd name="connsiteY19" fmla="*/ 20320 h 254000"/>
                <a:gd name="connsiteX20" fmla="*/ 1656080 w 2204720"/>
                <a:gd name="connsiteY20" fmla="*/ 0 h 254000"/>
                <a:gd name="connsiteX21" fmla="*/ 1930400 w 2204720"/>
                <a:gd name="connsiteY21" fmla="*/ 10160 h 254000"/>
                <a:gd name="connsiteX22" fmla="*/ 1960880 w 2204720"/>
                <a:gd name="connsiteY22" fmla="*/ 20320 h 254000"/>
                <a:gd name="connsiteX23" fmla="*/ 2204720 w 2204720"/>
                <a:gd name="connsiteY23" fmla="*/ 20320 h 254000"/>
                <a:gd name="connsiteX24" fmla="*/ 2204720 w 2204720"/>
                <a:gd name="connsiteY24" fmla="*/ 2032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4720" h="254000">
                  <a:moveTo>
                    <a:pt x="0" y="243840"/>
                  </a:moveTo>
                  <a:lnTo>
                    <a:pt x="0" y="243840"/>
                  </a:lnTo>
                  <a:cubicBezTo>
                    <a:pt x="30480" y="247227"/>
                    <a:pt x="60772" y="254000"/>
                    <a:pt x="91440" y="254000"/>
                  </a:cubicBezTo>
                  <a:cubicBezTo>
                    <a:pt x="145168" y="254000"/>
                    <a:pt x="235248" y="243579"/>
                    <a:pt x="294640" y="233680"/>
                  </a:cubicBezTo>
                  <a:cubicBezTo>
                    <a:pt x="357060" y="223277"/>
                    <a:pt x="338641" y="221830"/>
                    <a:pt x="406400" y="213360"/>
                  </a:cubicBezTo>
                  <a:cubicBezTo>
                    <a:pt x="440173" y="209138"/>
                    <a:pt x="474133" y="206587"/>
                    <a:pt x="508000" y="203200"/>
                  </a:cubicBezTo>
                  <a:cubicBezTo>
                    <a:pt x="521547" y="199813"/>
                    <a:pt x="535214" y="196876"/>
                    <a:pt x="548640" y="193040"/>
                  </a:cubicBezTo>
                  <a:cubicBezTo>
                    <a:pt x="558938" y="190098"/>
                    <a:pt x="568730" y="185477"/>
                    <a:pt x="579120" y="182880"/>
                  </a:cubicBezTo>
                  <a:cubicBezTo>
                    <a:pt x="595873" y="178692"/>
                    <a:pt x="613063" y="176466"/>
                    <a:pt x="629920" y="172720"/>
                  </a:cubicBezTo>
                  <a:cubicBezTo>
                    <a:pt x="643551" y="169691"/>
                    <a:pt x="656906" y="165486"/>
                    <a:pt x="670560" y="162560"/>
                  </a:cubicBezTo>
                  <a:cubicBezTo>
                    <a:pt x="704331" y="155323"/>
                    <a:pt x="739395" y="153162"/>
                    <a:pt x="772160" y="142240"/>
                  </a:cubicBezTo>
                  <a:lnTo>
                    <a:pt x="863600" y="111760"/>
                  </a:lnTo>
                  <a:cubicBezTo>
                    <a:pt x="873760" y="108373"/>
                    <a:pt x="883578" y="103700"/>
                    <a:pt x="894080" y="101600"/>
                  </a:cubicBezTo>
                  <a:cubicBezTo>
                    <a:pt x="911013" y="98213"/>
                    <a:pt x="928023" y="95186"/>
                    <a:pt x="944880" y="91440"/>
                  </a:cubicBezTo>
                  <a:cubicBezTo>
                    <a:pt x="958511" y="88411"/>
                    <a:pt x="971782" y="83778"/>
                    <a:pt x="985520" y="81280"/>
                  </a:cubicBezTo>
                  <a:cubicBezTo>
                    <a:pt x="1082912" y="63572"/>
                    <a:pt x="1148448" y="66530"/>
                    <a:pt x="1259840" y="60960"/>
                  </a:cubicBezTo>
                  <a:lnTo>
                    <a:pt x="1320800" y="50800"/>
                  </a:lnTo>
                  <a:cubicBezTo>
                    <a:pt x="1337790" y="47711"/>
                    <a:pt x="1354437" y="42547"/>
                    <a:pt x="1371600" y="40640"/>
                  </a:cubicBezTo>
                  <a:cubicBezTo>
                    <a:pt x="1415487" y="35764"/>
                    <a:pt x="1459653" y="33867"/>
                    <a:pt x="1503680" y="30480"/>
                  </a:cubicBezTo>
                  <a:cubicBezTo>
                    <a:pt x="1517227" y="27093"/>
                    <a:pt x="1530689" y="23349"/>
                    <a:pt x="1544320" y="20320"/>
                  </a:cubicBezTo>
                  <a:cubicBezTo>
                    <a:pt x="1586920" y="10853"/>
                    <a:pt x="1611966" y="7352"/>
                    <a:pt x="1656080" y="0"/>
                  </a:cubicBezTo>
                  <a:cubicBezTo>
                    <a:pt x="1747520" y="3387"/>
                    <a:pt x="1839100" y="4073"/>
                    <a:pt x="1930400" y="10160"/>
                  </a:cubicBezTo>
                  <a:cubicBezTo>
                    <a:pt x="1941086" y="10872"/>
                    <a:pt x="1950178" y="19924"/>
                    <a:pt x="1960880" y="20320"/>
                  </a:cubicBezTo>
                  <a:cubicBezTo>
                    <a:pt x="2042104" y="23328"/>
                    <a:pt x="2123440" y="20320"/>
                    <a:pt x="2204720" y="20320"/>
                  </a:cubicBezTo>
                  <a:lnTo>
                    <a:pt x="2204720" y="20320"/>
                  </a:lnTo>
                </a:path>
              </a:pathLst>
            </a:custGeom>
            <a:noFill/>
            <a:ln w="603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9621C88-2785-6675-BAC9-E308928F7847}"/>
              </a:ext>
            </a:extLst>
          </p:cNvPr>
          <p:cNvGrpSpPr/>
          <p:nvPr/>
        </p:nvGrpSpPr>
        <p:grpSpPr>
          <a:xfrm>
            <a:off x="5616380" y="4685625"/>
            <a:ext cx="3393900" cy="265457"/>
            <a:chOff x="6580607" y="4918496"/>
            <a:chExt cx="4525200" cy="353942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81EE0592-3E86-DCAB-FA07-0A36F7487E5E}"/>
                </a:ext>
              </a:extLst>
            </p:cNvPr>
            <p:cNvSpPr/>
            <p:nvPr/>
          </p:nvSpPr>
          <p:spPr>
            <a:xfrm>
              <a:off x="6580607" y="4937063"/>
              <a:ext cx="389744" cy="29362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C0C4E3FD-55CE-D376-7C6B-18C9752A13A8}"/>
                </a:ext>
              </a:extLst>
            </p:cNvPr>
            <p:cNvSpPr txBox="1"/>
            <p:nvPr/>
          </p:nvSpPr>
          <p:spPr>
            <a:xfrm>
              <a:off x="7065811" y="4918496"/>
              <a:ext cx="4039996" cy="353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s-ES" sz="1125" b="1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Plantación de pinar para frenar la erosión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003BA5A-46F7-4489-8CF3-37E9E62200B6}"/>
              </a:ext>
            </a:extLst>
          </p:cNvPr>
          <p:cNvGrpSpPr/>
          <p:nvPr/>
        </p:nvGrpSpPr>
        <p:grpSpPr>
          <a:xfrm>
            <a:off x="5616380" y="4973926"/>
            <a:ext cx="3498094" cy="265457"/>
            <a:chOff x="6580607" y="5353364"/>
            <a:chExt cx="4664126" cy="353943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00AF56E-315A-5CFA-28F7-E7A96410B9C8}"/>
                </a:ext>
              </a:extLst>
            </p:cNvPr>
            <p:cNvSpPr/>
            <p:nvPr/>
          </p:nvSpPr>
          <p:spPr>
            <a:xfrm>
              <a:off x="6580607" y="5368133"/>
              <a:ext cx="389744" cy="29362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6FCA446C-F285-0382-132D-9163283F77F5}"/>
                </a:ext>
              </a:extLst>
            </p:cNvPr>
            <p:cNvSpPr txBox="1"/>
            <p:nvPr/>
          </p:nvSpPr>
          <p:spPr>
            <a:xfrm>
              <a:off x="7065811" y="5353364"/>
              <a:ext cx="417892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s-ES" sz="1125" b="1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Estación de esquí para activar la economía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DD323C58-DA64-7740-9974-106562517F12}"/>
              </a:ext>
            </a:extLst>
          </p:cNvPr>
          <p:cNvGrpSpPr/>
          <p:nvPr/>
        </p:nvGrpSpPr>
        <p:grpSpPr>
          <a:xfrm>
            <a:off x="5616378" y="5262229"/>
            <a:ext cx="2800789" cy="265457"/>
            <a:chOff x="6580607" y="5773088"/>
            <a:chExt cx="3734385" cy="35394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806D97-EF4A-46DA-3BAC-49D8D653C3A1}"/>
                </a:ext>
              </a:extLst>
            </p:cNvPr>
            <p:cNvSpPr/>
            <p:nvPr/>
          </p:nvSpPr>
          <p:spPr>
            <a:xfrm>
              <a:off x="6580607" y="5787857"/>
              <a:ext cx="389744" cy="2936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B99DFC0-C390-DC32-19E5-BE8F1F502888}"/>
                </a:ext>
              </a:extLst>
            </p:cNvPr>
            <p:cNvSpPr txBox="1"/>
            <p:nvPr/>
          </p:nvSpPr>
          <p:spPr>
            <a:xfrm>
              <a:off x="7065811" y="5773088"/>
              <a:ext cx="3249181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s-ES" sz="1125" b="1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Núcleo urbano asociado al esquí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B18C3A94-99A9-FBDB-6E29-31731A121975}"/>
              </a:ext>
            </a:extLst>
          </p:cNvPr>
          <p:cNvGrpSpPr/>
          <p:nvPr/>
        </p:nvGrpSpPr>
        <p:grpSpPr>
          <a:xfrm>
            <a:off x="5616380" y="5550532"/>
            <a:ext cx="1806927" cy="265457"/>
            <a:chOff x="6580607" y="6252773"/>
            <a:chExt cx="2409236" cy="353943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8238A321-3417-5F62-E15A-DD033A989296}"/>
                </a:ext>
              </a:extLst>
            </p:cNvPr>
            <p:cNvSpPr/>
            <p:nvPr/>
          </p:nvSpPr>
          <p:spPr>
            <a:xfrm>
              <a:off x="6580607" y="6267542"/>
              <a:ext cx="389744" cy="293626"/>
            </a:xfrm>
            <a:prstGeom prst="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144B8FC4-F6E8-27F9-FA3D-AF1983ACF527}"/>
                </a:ext>
              </a:extLst>
            </p:cNvPr>
            <p:cNvSpPr txBox="1"/>
            <p:nvPr/>
          </p:nvSpPr>
          <p:spPr>
            <a:xfrm>
              <a:off x="7065811" y="6252773"/>
              <a:ext cx="192403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s-ES" sz="1125" b="1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Espacio protegido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A61F4F3B-37B2-1F4D-3862-9E2C6E5DD708}"/>
              </a:ext>
            </a:extLst>
          </p:cNvPr>
          <p:cNvGrpSpPr/>
          <p:nvPr/>
        </p:nvGrpSpPr>
        <p:grpSpPr>
          <a:xfrm>
            <a:off x="103446" y="962403"/>
            <a:ext cx="3195471" cy="1356066"/>
            <a:chOff x="137928" y="140204"/>
            <a:chExt cx="4260628" cy="1808088"/>
          </a:xfrm>
        </p:grpSpPr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920F4737-CA15-6AD5-B299-E91F8F034C67}"/>
                </a:ext>
              </a:extLst>
            </p:cNvPr>
            <p:cNvSpPr txBox="1"/>
            <p:nvPr/>
          </p:nvSpPr>
          <p:spPr>
            <a:xfrm>
              <a:off x="518921" y="140204"/>
              <a:ext cx="3207895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sz="1500" b="1">
                  <a:effectLst>
                    <a:glow rad="190500">
                      <a:schemeClr val="bg1">
                        <a:alpha val="42000"/>
                      </a:scheme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350" kern="1200" dirty="0">
                  <a:solidFill>
                    <a:prstClr val="black"/>
                  </a:solidFill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ea typeface="+mn-ea"/>
                </a:rPr>
                <a:t>No podemos controlar un sistema cambiando parámetros específicos</a:t>
              </a:r>
            </a:p>
          </p:txBody>
        </p: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37FA7FF3-0EA6-AF50-4364-11436D5D6377}"/>
                </a:ext>
              </a:extLst>
            </p:cNvPr>
            <p:cNvGrpSpPr/>
            <p:nvPr/>
          </p:nvGrpSpPr>
          <p:grpSpPr>
            <a:xfrm>
              <a:off x="137928" y="1063534"/>
              <a:ext cx="4260628" cy="884758"/>
              <a:chOff x="137928" y="1063534"/>
              <a:chExt cx="4260628" cy="884758"/>
            </a:xfrm>
          </p:grpSpPr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D45401EA-B575-77CF-CC5E-392DE71F0613}"/>
                  </a:ext>
                </a:extLst>
              </p:cNvPr>
              <p:cNvSpPr txBox="1"/>
              <p:nvPr/>
            </p:nvSpPr>
            <p:spPr>
              <a:xfrm>
                <a:off x="137928" y="1332739"/>
                <a:ext cx="18389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ES"/>
                </a:defPPr>
                <a:lvl1pPr algn="ctr">
                  <a:defRPr b="1">
                    <a:effectLst>
                      <a:glow rad="190500">
                        <a:srgbClr val="FFC000">
                          <a:alpha val="86000"/>
                        </a:srgbClr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defTabSz="685800">
                  <a:buClrTx/>
                </a:pPr>
                <a:r>
                  <a:rPr lang="es-ES" sz="1200" kern="1200" dirty="0">
                    <a:solidFill>
                      <a:prstClr val="black"/>
                    </a:solidFill>
                    <a:ea typeface="+mn-ea"/>
                  </a:rPr>
                  <a:t>Efecto limitado</a:t>
                </a:r>
              </a:p>
            </p:txBody>
          </p:sp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569F4C03-23BA-5B25-0C2F-CF177D5CC16F}"/>
                  </a:ext>
                </a:extLst>
              </p:cNvPr>
              <p:cNvSpPr txBox="1"/>
              <p:nvPr/>
            </p:nvSpPr>
            <p:spPr>
              <a:xfrm>
                <a:off x="2022525" y="1332739"/>
                <a:ext cx="2376031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ES"/>
                </a:defPPr>
                <a:lvl1pPr algn="ctr">
                  <a:defRPr b="1">
                    <a:effectLst>
                      <a:glow rad="190500">
                        <a:srgbClr val="FFC000">
                          <a:alpha val="86000"/>
                        </a:srgbClr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defTabSz="685800">
                  <a:buClrTx/>
                </a:pPr>
                <a:r>
                  <a:rPr lang="es-ES" sz="1200" kern="1200" dirty="0">
                    <a:solidFill>
                      <a:prstClr val="black"/>
                    </a:solidFill>
                    <a:ea typeface="+mn-ea"/>
                  </a:rPr>
                  <a:t>Consecuencias en otros elementos</a:t>
                </a:r>
              </a:p>
            </p:txBody>
          </p:sp>
          <p:cxnSp>
            <p:nvCxnSpPr>
              <p:cNvPr id="52" name="Conector recto de flecha 51">
                <a:extLst>
                  <a:ext uri="{FF2B5EF4-FFF2-40B4-BE49-F238E27FC236}">
                    <a16:creationId xmlns:a16="http://schemas.microsoft.com/office/drawing/2014/main" id="{F96BB98F-112C-D3C1-964C-6E92B8D7569F}"/>
                  </a:ext>
                </a:extLst>
              </p:cNvPr>
              <p:cNvCxnSpPr/>
              <p:nvPr/>
            </p:nvCxnSpPr>
            <p:spPr>
              <a:xfrm flipH="1">
                <a:off x="1358283" y="1063534"/>
                <a:ext cx="488272" cy="269205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cto de flecha 52">
                <a:extLst>
                  <a:ext uri="{FF2B5EF4-FFF2-40B4-BE49-F238E27FC236}">
                    <a16:creationId xmlns:a16="http://schemas.microsoft.com/office/drawing/2014/main" id="{4130B6F1-188B-9B97-2A57-078C3D200D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6555" y="1079717"/>
                <a:ext cx="497150" cy="251913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B629A01F-E8EA-2589-710F-EB6634E6A504}"/>
              </a:ext>
            </a:extLst>
          </p:cNvPr>
          <p:cNvGrpSpPr/>
          <p:nvPr/>
        </p:nvGrpSpPr>
        <p:grpSpPr>
          <a:xfrm>
            <a:off x="3436620" y="962404"/>
            <a:ext cx="2527411" cy="982329"/>
            <a:chOff x="4582160" y="140204"/>
            <a:chExt cx="3369881" cy="1309772"/>
          </a:xfrm>
        </p:grpSpPr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ED319B30-CA3E-2D9E-8139-E2CC7A4B9F70}"/>
                </a:ext>
              </a:extLst>
            </p:cNvPr>
            <p:cNvSpPr txBox="1"/>
            <p:nvPr/>
          </p:nvSpPr>
          <p:spPr>
            <a:xfrm>
              <a:off x="4582160" y="140204"/>
              <a:ext cx="3369881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sz="1500" b="1">
                  <a:effectLst>
                    <a:glow rad="190500">
                      <a:schemeClr val="bg1">
                        <a:alpha val="42000"/>
                      </a:scheme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350" kern="1200" dirty="0">
                  <a:solidFill>
                    <a:prstClr val="black"/>
                  </a:solidFill>
                  <a:effectLst>
                    <a:glow rad="190500">
                      <a:srgbClr val="4EA72E">
                        <a:lumMod val="20000"/>
                        <a:lumOff val="80000"/>
                        <a:alpha val="86000"/>
                      </a:srgbClr>
                    </a:glow>
                  </a:effectLst>
                  <a:ea typeface="+mn-ea"/>
                </a:rPr>
                <a:t>Beneficiar a unos elementos frente a otros es perjudicial</a:t>
              </a:r>
            </a:p>
          </p:txBody>
        </p:sp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BF665FBE-F23D-5C74-86E6-4F46346CD373}"/>
                </a:ext>
              </a:extLst>
            </p:cNvPr>
            <p:cNvGrpSpPr/>
            <p:nvPr/>
          </p:nvGrpSpPr>
          <p:grpSpPr>
            <a:xfrm>
              <a:off x="4675925" y="811439"/>
              <a:ext cx="2763388" cy="638537"/>
              <a:chOff x="8558951" y="811439"/>
              <a:chExt cx="2763388" cy="638537"/>
            </a:xfrm>
          </p:grpSpPr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99B248E0-9F83-5863-D9F7-A08C413FFC5D}"/>
                  </a:ext>
                </a:extLst>
              </p:cNvPr>
              <p:cNvSpPr txBox="1"/>
              <p:nvPr/>
            </p:nvSpPr>
            <p:spPr>
              <a:xfrm>
                <a:off x="8558951" y="1080644"/>
                <a:ext cx="18389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ES"/>
                </a:defPPr>
                <a:lvl1pPr algn="ctr">
                  <a:defRPr b="1">
                    <a:effectLst>
                      <a:glow rad="190500">
                        <a:srgbClr val="FFC000">
                          <a:alpha val="86000"/>
                        </a:srgbClr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defTabSz="685800">
                  <a:buClrTx/>
                </a:pPr>
                <a:r>
                  <a:rPr lang="es-ES" sz="1200" kern="1200" dirty="0">
                    <a:solidFill>
                      <a:prstClr val="black"/>
                    </a:solidFill>
                    <a:effectLst>
                      <a:glow rad="190500">
                        <a:srgbClr val="4EA72E">
                          <a:lumMod val="20000"/>
                          <a:lumOff val="80000"/>
                          <a:alpha val="86000"/>
                        </a:srgbClr>
                      </a:glow>
                    </a:effectLst>
                    <a:ea typeface="+mn-ea"/>
                  </a:rPr>
                  <a:t>Hipertrofia</a:t>
                </a:r>
              </a:p>
            </p:txBody>
          </p:sp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F0521EA1-83A4-080A-F058-FAF1CD5B4E14}"/>
                  </a:ext>
                </a:extLst>
              </p:cNvPr>
              <p:cNvSpPr txBox="1"/>
              <p:nvPr/>
            </p:nvSpPr>
            <p:spPr>
              <a:xfrm>
                <a:off x="10121032" y="1080643"/>
                <a:ext cx="12013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ES"/>
                </a:defPPr>
                <a:lvl1pPr algn="ctr">
                  <a:defRPr b="1">
                    <a:effectLst>
                      <a:glow rad="190500">
                        <a:srgbClr val="FFC000">
                          <a:alpha val="86000"/>
                        </a:srgbClr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defTabSz="685800">
                  <a:buClrTx/>
                </a:pPr>
                <a:r>
                  <a:rPr lang="es-ES" sz="1200" kern="1200" dirty="0">
                    <a:solidFill>
                      <a:prstClr val="black"/>
                    </a:solidFill>
                    <a:effectLst>
                      <a:glow rad="190500">
                        <a:srgbClr val="4EA72E">
                          <a:lumMod val="20000"/>
                          <a:lumOff val="80000"/>
                          <a:alpha val="86000"/>
                        </a:srgbClr>
                      </a:glow>
                    </a:effectLst>
                    <a:ea typeface="+mn-ea"/>
                  </a:rPr>
                  <a:t>Atrofia</a:t>
                </a:r>
              </a:p>
            </p:txBody>
          </p:sp>
          <p:cxnSp>
            <p:nvCxnSpPr>
              <p:cNvPr id="71" name="Conector recto de flecha 70">
                <a:extLst>
                  <a:ext uri="{FF2B5EF4-FFF2-40B4-BE49-F238E27FC236}">
                    <a16:creationId xmlns:a16="http://schemas.microsoft.com/office/drawing/2014/main" id="{7A6A44D5-488B-62CD-1C51-CC9E3A4B5243}"/>
                  </a:ext>
                </a:extLst>
              </p:cNvPr>
              <p:cNvCxnSpPr/>
              <p:nvPr/>
            </p:nvCxnSpPr>
            <p:spPr>
              <a:xfrm flipH="1">
                <a:off x="9779306" y="811439"/>
                <a:ext cx="488272" cy="269205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de flecha 71">
                <a:extLst>
                  <a:ext uri="{FF2B5EF4-FFF2-40B4-BE49-F238E27FC236}">
                    <a16:creationId xmlns:a16="http://schemas.microsoft.com/office/drawing/2014/main" id="{1B4D1B0D-79A5-A151-BB52-7A69FF6D4D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578" y="827622"/>
                <a:ext cx="497150" cy="251913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FC91680-B5E5-FBE5-82C8-04160FDB298B}"/>
              </a:ext>
            </a:extLst>
          </p:cNvPr>
          <p:cNvGrpSpPr/>
          <p:nvPr/>
        </p:nvGrpSpPr>
        <p:grpSpPr>
          <a:xfrm>
            <a:off x="6180425" y="948557"/>
            <a:ext cx="2850719" cy="1412973"/>
            <a:chOff x="8240567" y="121743"/>
            <a:chExt cx="3800958" cy="1883963"/>
          </a:xfrm>
        </p:grpSpPr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335D7FD9-3856-83BD-78CF-04CECEA52EBD}"/>
                </a:ext>
              </a:extLst>
            </p:cNvPr>
            <p:cNvSpPr txBox="1"/>
            <p:nvPr/>
          </p:nvSpPr>
          <p:spPr>
            <a:xfrm>
              <a:off x="8240567" y="121743"/>
              <a:ext cx="3800958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sz="1500" b="1">
                  <a:effectLst>
                    <a:glow rad="190500">
                      <a:schemeClr val="bg1">
                        <a:alpha val="42000"/>
                      </a:scheme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350" kern="1200" dirty="0">
                  <a:solidFill>
                    <a:prstClr val="black"/>
                  </a:solidFill>
                  <a:effectLst>
                    <a:glow rad="190500">
                      <a:srgbClr val="A02B93">
                        <a:lumMod val="60000"/>
                        <a:lumOff val="40000"/>
                        <a:alpha val="74000"/>
                      </a:srgbClr>
                    </a:glow>
                  </a:effectLst>
                  <a:ea typeface="+mn-ea"/>
                </a:rPr>
                <a:t>Es muy perjudicial para un sistema depender de elementos lejanos</a:t>
              </a:r>
            </a:p>
          </p:txBody>
        </p: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3ED4D5C8-72D1-6843-8B53-337F3BB4B960}"/>
                </a:ext>
              </a:extLst>
            </p:cNvPr>
            <p:cNvGrpSpPr/>
            <p:nvPr/>
          </p:nvGrpSpPr>
          <p:grpSpPr>
            <a:xfrm>
              <a:off x="8413647" y="1018127"/>
              <a:ext cx="2940557" cy="987579"/>
              <a:chOff x="8558951" y="811439"/>
              <a:chExt cx="2940557" cy="987579"/>
            </a:xfrm>
          </p:grpSpPr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EB953395-D564-6C05-0A65-EB60AB2B8B47}"/>
                  </a:ext>
                </a:extLst>
              </p:cNvPr>
              <p:cNvSpPr txBox="1"/>
              <p:nvPr/>
            </p:nvSpPr>
            <p:spPr>
              <a:xfrm>
                <a:off x="8558951" y="937244"/>
                <a:ext cx="183896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ES"/>
                </a:defPPr>
                <a:lvl1pPr algn="ctr">
                  <a:defRPr b="1">
                    <a:effectLst>
                      <a:glow rad="190500">
                        <a:srgbClr val="FFC000">
                          <a:alpha val="86000"/>
                        </a:srgbClr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defTabSz="685800">
                  <a:buClrTx/>
                </a:pPr>
                <a:r>
                  <a:rPr lang="es-ES" sz="1200" kern="1200" dirty="0">
                    <a:solidFill>
                      <a:prstClr val="black"/>
                    </a:solidFill>
                    <a:effectLst>
                      <a:glow rad="190500">
                        <a:srgbClr val="A02B93">
                          <a:lumMod val="60000"/>
                          <a:lumOff val="40000"/>
                          <a:alpha val="86000"/>
                        </a:srgbClr>
                      </a:glow>
                    </a:effectLst>
                    <a:ea typeface="+mn-ea"/>
                  </a:rPr>
                  <a:t>Anula mecanismos internos</a:t>
                </a:r>
              </a:p>
            </p:txBody>
          </p:sp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06B06AF0-C6DE-908A-F199-B36A93406A42}"/>
                  </a:ext>
                </a:extLst>
              </p:cNvPr>
              <p:cNvSpPr txBox="1"/>
              <p:nvPr/>
            </p:nvSpPr>
            <p:spPr>
              <a:xfrm>
                <a:off x="10132607" y="1022768"/>
                <a:ext cx="1366901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ES"/>
                </a:defPPr>
                <a:lvl1pPr algn="ctr">
                  <a:defRPr b="1">
                    <a:effectLst>
                      <a:glow rad="190500">
                        <a:srgbClr val="FFC000">
                          <a:alpha val="86000"/>
                        </a:srgbClr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defTabSz="685800">
                  <a:buClrTx/>
                </a:pPr>
                <a:r>
                  <a:rPr lang="es-ES" sz="1200" kern="1200" dirty="0">
                    <a:solidFill>
                      <a:prstClr val="black"/>
                    </a:solidFill>
                    <a:effectLst>
                      <a:glow rad="190500">
                        <a:srgbClr val="A02B93">
                          <a:lumMod val="60000"/>
                          <a:lumOff val="40000"/>
                          <a:alpha val="86000"/>
                        </a:srgbClr>
                      </a:glow>
                    </a:effectLst>
                    <a:ea typeface="+mn-ea"/>
                  </a:rPr>
                  <a:t>Propósitos lejanos</a:t>
                </a:r>
              </a:p>
            </p:txBody>
          </p:sp>
          <p:cxnSp>
            <p:nvCxnSpPr>
              <p:cNvPr id="87" name="Conector recto de flecha 86">
                <a:extLst>
                  <a:ext uri="{FF2B5EF4-FFF2-40B4-BE49-F238E27FC236}">
                    <a16:creationId xmlns:a16="http://schemas.microsoft.com/office/drawing/2014/main" id="{B534D917-B8BD-A684-A6C5-0BF0CAB03A61}"/>
                  </a:ext>
                </a:extLst>
              </p:cNvPr>
              <p:cNvCxnSpPr/>
              <p:nvPr/>
            </p:nvCxnSpPr>
            <p:spPr>
              <a:xfrm flipH="1">
                <a:off x="9779306" y="811439"/>
                <a:ext cx="488272" cy="269205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ector recto de flecha 87">
                <a:extLst>
                  <a:ext uri="{FF2B5EF4-FFF2-40B4-BE49-F238E27FC236}">
                    <a16:creationId xmlns:a16="http://schemas.microsoft.com/office/drawing/2014/main" id="{CD7035E3-6715-8D77-6BB0-0666B226D8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578" y="827622"/>
                <a:ext cx="497150" cy="251913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3B11F056-8E9E-DCB0-6564-9396E7DAC2DB}"/>
              </a:ext>
            </a:extLst>
          </p:cNvPr>
          <p:cNvGrpSpPr/>
          <p:nvPr/>
        </p:nvGrpSpPr>
        <p:grpSpPr>
          <a:xfrm>
            <a:off x="140643" y="972124"/>
            <a:ext cx="2705100" cy="1169487"/>
            <a:chOff x="975359" y="2665712"/>
            <a:chExt cx="3606800" cy="1559315"/>
          </a:xfrm>
        </p:grpSpPr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189A42C0-8F97-A472-97E1-C1B6E40053F0}"/>
                </a:ext>
              </a:extLst>
            </p:cNvPr>
            <p:cNvSpPr txBox="1"/>
            <p:nvPr/>
          </p:nvSpPr>
          <p:spPr>
            <a:xfrm>
              <a:off x="1202434" y="2665712"/>
              <a:ext cx="3207895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ES"/>
              </a:defPPr>
              <a:lvl1pPr algn="ctr">
                <a:defRPr sz="1500" b="1">
                  <a:effectLst>
                    <a:glow rad="190500">
                      <a:schemeClr val="bg1">
                        <a:alpha val="42000"/>
                      </a:scheme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685800">
                <a:buClrTx/>
              </a:pPr>
              <a:r>
                <a:rPr lang="es-ES" sz="1350" kern="1200" dirty="0">
                  <a:solidFill>
                    <a:prstClr val="black"/>
                  </a:solidFill>
                  <a:effectLst>
                    <a:glow rad="190500">
                      <a:srgbClr val="FFC000">
                        <a:alpha val="86000"/>
                      </a:srgbClr>
                    </a:glow>
                  </a:effectLst>
                  <a:ea typeface="+mn-ea"/>
                </a:rPr>
                <a:t>Incidamos en las propiedades emergentes del sistema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8C067565-DB56-9608-83AC-0CEE87D4C014}"/>
                </a:ext>
              </a:extLst>
            </p:cNvPr>
            <p:cNvGrpSpPr/>
            <p:nvPr/>
          </p:nvGrpSpPr>
          <p:grpSpPr>
            <a:xfrm>
              <a:off x="975359" y="3586490"/>
              <a:ext cx="3606800" cy="638537"/>
              <a:chOff x="560672" y="3484296"/>
              <a:chExt cx="3606800" cy="638537"/>
            </a:xfrm>
          </p:grpSpPr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4E386A3D-B55B-EE7B-4413-27CF50E8DD98}"/>
                  </a:ext>
                </a:extLst>
              </p:cNvPr>
              <p:cNvSpPr txBox="1"/>
              <p:nvPr/>
            </p:nvSpPr>
            <p:spPr>
              <a:xfrm>
                <a:off x="560672" y="3753501"/>
                <a:ext cx="18389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ES"/>
                </a:defPPr>
                <a:lvl1pPr algn="ctr">
                  <a:defRPr b="1">
                    <a:effectLst>
                      <a:glow rad="190500">
                        <a:srgbClr val="FFC000">
                          <a:alpha val="86000"/>
                        </a:srgbClr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defTabSz="685800">
                  <a:buClrTx/>
                </a:pPr>
                <a:r>
                  <a:rPr lang="es-ES" sz="1200" kern="1200" dirty="0">
                    <a:solidFill>
                      <a:prstClr val="black"/>
                    </a:solidFill>
                    <a:ea typeface="+mn-ea"/>
                  </a:rPr>
                  <a:t>Propósito</a:t>
                </a:r>
              </a:p>
            </p:txBody>
          </p:sp>
          <p:cxnSp>
            <p:nvCxnSpPr>
              <p:cNvPr id="31" name="Conector recto de flecha 30">
                <a:extLst>
                  <a:ext uri="{FF2B5EF4-FFF2-40B4-BE49-F238E27FC236}">
                    <a16:creationId xmlns:a16="http://schemas.microsoft.com/office/drawing/2014/main" id="{15FF5EB5-76F4-7C01-55A8-6702599C3D08}"/>
                  </a:ext>
                </a:extLst>
              </p:cNvPr>
              <p:cNvCxnSpPr/>
              <p:nvPr/>
            </p:nvCxnSpPr>
            <p:spPr>
              <a:xfrm flipH="1">
                <a:off x="1781027" y="3484296"/>
                <a:ext cx="488272" cy="269205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de flecha 31">
                <a:extLst>
                  <a:ext uri="{FF2B5EF4-FFF2-40B4-BE49-F238E27FC236}">
                    <a16:creationId xmlns:a16="http://schemas.microsoft.com/office/drawing/2014/main" id="{8FF469B2-AAF5-14D7-A372-DF43E61E4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9299" y="3500479"/>
                <a:ext cx="497150" cy="251913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DA1DFF7A-6F01-12DD-1408-57596D5CE96C}"/>
                  </a:ext>
                </a:extLst>
              </p:cNvPr>
              <p:cNvSpPr txBox="1"/>
              <p:nvPr/>
            </p:nvSpPr>
            <p:spPr>
              <a:xfrm>
                <a:off x="2068695" y="3753501"/>
                <a:ext cx="20987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ES"/>
                </a:defPPr>
                <a:lvl1pPr algn="ctr">
                  <a:defRPr b="1">
                    <a:effectLst>
                      <a:glow rad="190500">
                        <a:srgbClr val="FFC000">
                          <a:alpha val="86000"/>
                        </a:srgbClr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defTabSz="685800">
                  <a:buClrTx/>
                </a:pPr>
                <a:r>
                  <a:rPr lang="es-ES" sz="1200" kern="1200" dirty="0">
                    <a:solidFill>
                      <a:prstClr val="black"/>
                    </a:solidFill>
                    <a:ea typeface="+mn-ea"/>
                  </a:rPr>
                  <a:t>Auto-organización</a:t>
                </a:r>
              </a:p>
            </p:txBody>
          </p:sp>
        </p:grpSp>
      </p:grp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2AE6FA5-ADC5-4270-7BA9-0E9F0E71FF0A}"/>
              </a:ext>
            </a:extLst>
          </p:cNvPr>
          <p:cNvSpPr txBox="1"/>
          <p:nvPr/>
        </p:nvSpPr>
        <p:spPr>
          <a:xfrm>
            <a:off x="2434858" y="5331240"/>
            <a:ext cx="2977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600"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a typeface="+mn-ea"/>
              </a:rPr>
              <a:t>Maximizar resiliencia, sostenibilidad y bienestar de todos los actores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56B4604-BFBA-14AD-004B-03D3A600C218}"/>
              </a:ext>
            </a:extLst>
          </p:cNvPr>
          <p:cNvSpPr txBox="1"/>
          <p:nvPr/>
        </p:nvSpPr>
        <p:spPr>
          <a:xfrm>
            <a:off x="3317587" y="983396"/>
            <a:ext cx="2805527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500" b="1">
                <a:effectLst>
                  <a:glow rad="190500">
                    <a:schemeClr val="bg1">
                      <a:alpha val="42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350" kern="1200" dirty="0">
                <a:solidFill>
                  <a:prstClr val="black"/>
                </a:solidFill>
                <a:effectLst>
                  <a:glow rad="190500">
                    <a:srgbClr val="4EA72E">
                      <a:lumMod val="20000"/>
                      <a:lumOff val="80000"/>
                      <a:alpha val="86000"/>
                    </a:srgbClr>
                  </a:glow>
                </a:effectLst>
                <a:ea typeface="+mn-ea"/>
              </a:rPr>
              <a:t>El sistema funciona bien si a todos sus elementos les va bien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1BD5623-FE1C-B5E8-B0F7-F9181E265223}"/>
              </a:ext>
            </a:extLst>
          </p:cNvPr>
          <p:cNvSpPr txBox="1"/>
          <p:nvPr/>
        </p:nvSpPr>
        <p:spPr>
          <a:xfrm>
            <a:off x="6180425" y="969060"/>
            <a:ext cx="285071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1500" b="1">
                <a:effectLst>
                  <a:glow rad="190500">
                    <a:schemeClr val="bg1">
                      <a:alpha val="42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35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74000"/>
                    </a:srgbClr>
                  </a:glow>
                </a:effectLst>
                <a:ea typeface="+mn-ea"/>
              </a:rPr>
              <a:t>Incorporar a los actores locales a la gobernanza</a:t>
            </a: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B441C236-64FB-98A4-10D3-8C822C06CD90}"/>
              </a:ext>
            </a:extLst>
          </p:cNvPr>
          <p:cNvGrpSpPr/>
          <p:nvPr/>
        </p:nvGrpSpPr>
        <p:grpSpPr>
          <a:xfrm>
            <a:off x="228600" y="3695700"/>
            <a:ext cx="3092358" cy="2200275"/>
            <a:chOff x="304800" y="3784600"/>
            <a:chExt cx="4123144" cy="2933700"/>
          </a:xfrm>
        </p:grpSpPr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0D5EDD4E-45B0-6DBD-6D9C-F5F3B8BCA45B}"/>
                </a:ext>
              </a:extLst>
            </p:cNvPr>
            <p:cNvSpPr/>
            <p:nvPr/>
          </p:nvSpPr>
          <p:spPr>
            <a:xfrm>
              <a:off x="304800" y="3784600"/>
              <a:ext cx="1282700" cy="660400"/>
            </a:xfrm>
            <a:custGeom>
              <a:avLst/>
              <a:gdLst>
                <a:gd name="connsiteX0" fmla="*/ 190500 w 1282700"/>
                <a:gd name="connsiteY0" fmla="*/ 266700 h 660400"/>
                <a:gd name="connsiteX1" fmla="*/ 0 w 1282700"/>
                <a:gd name="connsiteY1" fmla="*/ 419100 h 660400"/>
                <a:gd name="connsiteX2" fmla="*/ 368300 w 1282700"/>
                <a:gd name="connsiteY2" fmla="*/ 660400 h 660400"/>
                <a:gd name="connsiteX3" fmla="*/ 622300 w 1282700"/>
                <a:gd name="connsiteY3" fmla="*/ 622300 h 660400"/>
                <a:gd name="connsiteX4" fmla="*/ 850900 w 1282700"/>
                <a:gd name="connsiteY4" fmla="*/ 457200 h 660400"/>
                <a:gd name="connsiteX5" fmla="*/ 787400 w 1282700"/>
                <a:gd name="connsiteY5" fmla="*/ 292100 h 660400"/>
                <a:gd name="connsiteX6" fmla="*/ 1028700 w 1282700"/>
                <a:gd name="connsiteY6" fmla="*/ 152400 h 660400"/>
                <a:gd name="connsiteX7" fmla="*/ 1282700 w 1282700"/>
                <a:gd name="connsiteY7" fmla="*/ 190500 h 660400"/>
                <a:gd name="connsiteX8" fmla="*/ 1092200 w 1282700"/>
                <a:gd name="connsiteY8" fmla="*/ 0 h 660400"/>
                <a:gd name="connsiteX9" fmla="*/ 673100 w 1282700"/>
                <a:gd name="connsiteY9" fmla="*/ 101600 h 660400"/>
                <a:gd name="connsiteX10" fmla="*/ 457200 w 1282700"/>
                <a:gd name="connsiteY10" fmla="*/ 203200 h 660400"/>
                <a:gd name="connsiteX11" fmla="*/ 190500 w 1282700"/>
                <a:gd name="connsiteY11" fmla="*/ 2667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82700" h="660400">
                  <a:moveTo>
                    <a:pt x="190500" y="266700"/>
                  </a:moveTo>
                  <a:lnTo>
                    <a:pt x="0" y="419100"/>
                  </a:lnTo>
                  <a:lnTo>
                    <a:pt x="368300" y="660400"/>
                  </a:lnTo>
                  <a:lnTo>
                    <a:pt x="622300" y="622300"/>
                  </a:lnTo>
                  <a:lnTo>
                    <a:pt x="850900" y="457200"/>
                  </a:lnTo>
                  <a:lnTo>
                    <a:pt x="787400" y="292100"/>
                  </a:lnTo>
                  <a:lnTo>
                    <a:pt x="1028700" y="152400"/>
                  </a:lnTo>
                  <a:lnTo>
                    <a:pt x="1282700" y="190500"/>
                  </a:lnTo>
                  <a:lnTo>
                    <a:pt x="1092200" y="0"/>
                  </a:lnTo>
                  <a:lnTo>
                    <a:pt x="673100" y="101600"/>
                  </a:lnTo>
                  <a:lnTo>
                    <a:pt x="457200" y="203200"/>
                  </a:lnTo>
                  <a:lnTo>
                    <a:pt x="190500" y="266700"/>
                  </a:lnTo>
                  <a:close/>
                </a:path>
              </a:pathLst>
            </a:custGeom>
            <a:solidFill>
              <a:srgbClr val="D3C29F">
                <a:alpha val="6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9EEF04BC-9DC1-0C77-2647-0A516EBDD4B0}"/>
                </a:ext>
              </a:extLst>
            </p:cNvPr>
            <p:cNvSpPr/>
            <p:nvPr/>
          </p:nvSpPr>
          <p:spPr>
            <a:xfrm>
              <a:off x="2006600" y="5435600"/>
              <a:ext cx="655062" cy="525703"/>
            </a:xfrm>
            <a:custGeom>
              <a:avLst/>
              <a:gdLst>
                <a:gd name="connsiteX0" fmla="*/ 254000 w 655062"/>
                <a:gd name="connsiteY0" fmla="*/ 0 h 525703"/>
                <a:gd name="connsiteX1" fmla="*/ 254000 w 655062"/>
                <a:gd name="connsiteY1" fmla="*/ 0 h 525703"/>
                <a:gd name="connsiteX2" fmla="*/ 152400 w 655062"/>
                <a:gd name="connsiteY2" fmla="*/ 63500 h 525703"/>
                <a:gd name="connsiteX3" fmla="*/ 101600 w 655062"/>
                <a:gd name="connsiteY3" fmla="*/ 114300 h 525703"/>
                <a:gd name="connsiteX4" fmla="*/ 38100 w 655062"/>
                <a:gd name="connsiteY4" fmla="*/ 152400 h 525703"/>
                <a:gd name="connsiteX5" fmla="*/ 0 w 655062"/>
                <a:gd name="connsiteY5" fmla="*/ 177800 h 525703"/>
                <a:gd name="connsiteX6" fmla="*/ 25400 w 655062"/>
                <a:gd name="connsiteY6" fmla="*/ 330200 h 525703"/>
                <a:gd name="connsiteX7" fmla="*/ 165100 w 655062"/>
                <a:gd name="connsiteY7" fmla="*/ 419100 h 525703"/>
                <a:gd name="connsiteX8" fmla="*/ 393700 w 655062"/>
                <a:gd name="connsiteY8" fmla="*/ 482600 h 525703"/>
                <a:gd name="connsiteX9" fmla="*/ 520700 w 655062"/>
                <a:gd name="connsiteY9" fmla="*/ 520700 h 525703"/>
                <a:gd name="connsiteX10" fmla="*/ 622300 w 655062"/>
                <a:gd name="connsiteY10" fmla="*/ 508000 h 525703"/>
                <a:gd name="connsiteX11" fmla="*/ 533400 w 655062"/>
                <a:gd name="connsiteY11" fmla="*/ 177800 h 525703"/>
                <a:gd name="connsiteX12" fmla="*/ 469900 w 655062"/>
                <a:gd name="connsiteY12" fmla="*/ 114300 h 525703"/>
                <a:gd name="connsiteX13" fmla="*/ 406400 w 655062"/>
                <a:gd name="connsiteY13" fmla="*/ 50800 h 525703"/>
                <a:gd name="connsiteX14" fmla="*/ 330200 w 655062"/>
                <a:gd name="connsiteY14" fmla="*/ 25400 h 525703"/>
                <a:gd name="connsiteX15" fmla="*/ 254000 w 655062"/>
                <a:gd name="connsiteY15" fmla="*/ 0 h 52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5062" h="525703">
                  <a:moveTo>
                    <a:pt x="254000" y="0"/>
                  </a:moveTo>
                  <a:lnTo>
                    <a:pt x="254000" y="0"/>
                  </a:lnTo>
                  <a:cubicBezTo>
                    <a:pt x="220133" y="21167"/>
                    <a:pt x="184350" y="39538"/>
                    <a:pt x="152400" y="63500"/>
                  </a:cubicBezTo>
                  <a:cubicBezTo>
                    <a:pt x="133242" y="77868"/>
                    <a:pt x="120503" y="99598"/>
                    <a:pt x="101600" y="114300"/>
                  </a:cubicBezTo>
                  <a:cubicBezTo>
                    <a:pt x="82115" y="129455"/>
                    <a:pt x="59032" y="139317"/>
                    <a:pt x="38100" y="152400"/>
                  </a:cubicBezTo>
                  <a:cubicBezTo>
                    <a:pt x="25157" y="160490"/>
                    <a:pt x="12700" y="169333"/>
                    <a:pt x="0" y="177800"/>
                  </a:cubicBezTo>
                  <a:cubicBezTo>
                    <a:pt x="8467" y="228600"/>
                    <a:pt x="-3682" y="287696"/>
                    <a:pt x="25400" y="330200"/>
                  </a:cubicBezTo>
                  <a:cubicBezTo>
                    <a:pt x="56568" y="375754"/>
                    <a:pt x="115731" y="394416"/>
                    <a:pt x="165100" y="419100"/>
                  </a:cubicBezTo>
                  <a:cubicBezTo>
                    <a:pt x="386845" y="529972"/>
                    <a:pt x="32877" y="362326"/>
                    <a:pt x="393700" y="482600"/>
                  </a:cubicBezTo>
                  <a:cubicBezTo>
                    <a:pt x="486459" y="513520"/>
                    <a:pt x="443925" y="501506"/>
                    <a:pt x="520700" y="520700"/>
                  </a:cubicBezTo>
                  <a:cubicBezTo>
                    <a:pt x="554567" y="516467"/>
                    <a:pt x="615339" y="541413"/>
                    <a:pt x="622300" y="508000"/>
                  </a:cubicBezTo>
                  <a:cubicBezTo>
                    <a:pt x="695105" y="158537"/>
                    <a:pt x="638256" y="282656"/>
                    <a:pt x="533400" y="177800"/>
                  </a:cubicBezTo>
                  <a:cubicBezTo>
                    <a:pt x="448733" y="93133"/>
                    <a:pt x="571500" y="182033"/>
                    <a:pt x="469900" y="114300"/>
                  </a:cubicBezTo>
                  <a:cubicBezTo>
                    <a:pt x="446728" y="79542"/>
                    <a:pt x="446505" y="68625"/>
                    <a:pt x="406400" y="50800"/>
                  </a:cubicBezTo>
                  <a:cubicBezTo>
                    <a:pt x="381934" y="39926"/>
                    <a:pt x="352477" y="40252"/>
                    <a:pt x="330200" y="25400"/>
                  </a:cubicBezTo>
                  <a:cubicBezTo>
                    <a:pt x="288578" y="-2348"/>
                    <a:pt x="266700" y="4233"/>
                    <a:pt x="254000" y="0"/>
                  </a:cubicBezTo>
                  <a:close/>
                </a:path>
              </a:pathLst>
            </a:custGeom>
            <a:solidFill>
              <a:srgbClr val="D3C29F">
                <a:alpha val="6631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3" name="Forma libre 92">
              <a:extLst>
                <a:ext uri="{FF2B5EF4-FFF2-40B4-BE49-F238E27FC236}">
                  <a16:creationId xmlns:a16="http://schemas.microsoft.com/office/drawing/2014/main" id="{22E44FED-E985-F9B6-02A2-3A88257EBCD1}"/>
                </a:ext>
              </a:extLst>
            </p:cNvPr>
            <p:cNvSpPr/>
            <p:nvPr/>
          </p:nvSpPr>
          <p:spPr>
            <a:xfrm>
              <a:off x="1765300" y="6286500"/>
              <a:ext cx="876845" cy="431800"/>
            </a:xfrm>
            <a:custGeom>
              <a:avLst/>
              <a:gdLst>
                <a:gd name="connsiteX0" fmla="*/ 635000 w 876845"/>
                <a:gd name="connsiteY0" fmla="*/ 63500 h 431800"/>
                <a:gd name="connsiteX1" fmla="*/ 635000 w 876845"/>
                <a:gd name="connsiteY1" fmla="*/ 63500 h 431800"/>
                <a:gd name="connsiteX2" fmla="*/ 508000 w 876845"/>
                <a:gd name="connsiteY2" fmla="*/ 25400 h 431800"/>
                <a:gd name="connsiteX3" fmla="*/ 469900 w 876845"/>
                <a:gd name="connsiteY3" fmla="*/ 12700 h 431800"/>
                <a:gd name="connsiteX4" fmla="*/ 393700 w 876845"/>
                <a:gd name="connsiteY4" fmla="*/ 0 h 431800"/>
                <a:gd name="connsiteX5" fmla="*/ 165100 w 876845"/>
                <a:gd name="connsiteY5" fmla="*/ 12700 h 431800"/>
                <a:gd name="connsiteX6" fmla="*/ 76200 w 876845"/>
                <a:gd name="connsiteY6" fmla="*/ 50800 h 431800"/>
                <a:gd name="connsiteX7" fmla="*/ 0 w 876845"/>
                <a:gd name="connsiteY7" fmla="*/ 88900 h 431800"/>
                <a:gd name="connsiteX8" fmla="*/ 12700 w 876845"/>
                <a:gd name="connsiteY8" fmla="*/ 177800 h 431800"/>
                <a:gd name="connsiteX9" fmla="*/ 279400 w 876845"/>
                <a:gd name="connsiteY9" fmla="*/ 241300 h 431800"/>
                <a:gd name="connsiteX10" fmla="*/ 431800 w 876845"/>
                <a:gd name="connsiteY10" fmla="*/ 292100 h 431800"/>
                <a:gd name="connsiteX11" fmla="*/ 647700 w 876845"/>
                <a:gd name="connsiteY11" fmla="*/ 419100 h 431800"/>
                <a:gd name="connsiteX12" fmla="*/ 736600 w 876845"/>
                <a:gd name="connsiteY12" fmla="*/ 431800 h 431800"/>
                <a:gd name="connsiteX13" fmla="*/ 850900 w 876845"/>
                <a:gd name="connsiteY13" fmla="*/ 419100 h 431800"/>
                <a:gd name="connsiteX14" fmla="*/ 838200 w 876845"/>
                <a:gd name="connsiteY14" fmla="*/ 241300 h 431800"/>
                <a:gd name="connsiteX15" fmla="*/ 812800 w 876845"/>
                <a:gd name="connsiteY15" fmla="*/ 203200 h 431800"/>
                <a:gd name="connsiteX16" fmla="*/ 736600 w 876845"/>
                <a:gd name="connsiteY16" fmla="*/ 76200 h 431800"/>
                <a:gd name="connsiteX17" fmla="*/ 635000 w 876845"/>
                <a:gd name="connsiteY17" fmla="*/ 63500 h 43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6845" h="431800">
                  <a:moveTo>
                    <a:pt x="635000" y="63500"/>
                  </a:moveTo>
                  <a:lnTo>
                    <a:pt x="635000" y="63500"/>
                  </a:lnTo>
                  <a:lnTo>
                    <a:pt x="508000" y="25400"/>
                  </a:lnTo>
                  <a:cubicBezTo>
                    <a:pt x="495205" y="21463"/>
                    <a:pt x="482968" y="15604"/>
                    <a:pt x="469900" y="12700"/>
                  </a:cubicBezTo>
                  <a:cubicBezTo>
                    <a:pt x="444763" y="7114"/>
                    <a:pt x="419100" y="4233"/>
                    <a:pt x="393700" y="0"/>
                  </a:cubicBezTo>
                  <a:cubicBezTo>
                    <a:pt x="317500" y="4233"/>
                    <a:pt x="241074" y="5464"/>
                    <a:pt x="165100" y="12700"/>
                  </a:cubicBezTo>
                  <a:cubicBezTo>
                    <a:pt x="139571" y="15131"/>
                    <a:pt x="95796" y="42402"/>
                    <a:pt x="76200" y="50800"/>
                  </a:cubicBezTo>
                  <a:cubicBezTo>
                    <a:pt x="2588" y="82348"/>
                    <a:pt x="73219" y="40087"/>
                    <a:pt x="0" y="88900"/>
                  </a:cubicBezTo>
                  <a:cubicBezTo>
                    <a:pt x="4233" y="118533"/>
                    <a:pt x="-6255" y="154632"/>
                    <a:pt x="12700" y="177800"/>
                  </a:cubicBezTo>
                  <a:cubicBezTo>
                    <a:pt x="68468" y="245961"/>
                    <a:pt x="215325" y="236371"/>
                    <a:pt x="279400" y="241300"/>
                  </a:cubicBezTo>
                  <a:cubicBezTo>
                    <a:pt x="330200" y="258233"/>
                    <a:pt x="386624" y="263351"/>
                    <a:pt x="431800" y="292100"/>
                  </a:cubicBezTo>
                  <a:cubicBezTo>
                    <a:pt x="452656" y="305372"/>
                    <a:pt x="595602" y="403070"/>
                    <a:pt x="647700" y="419100"/>
                  </a:cubicBezTo>
                  <a:cubicBezTo>
                    <a:pt x="676310" y="427903"/>
                    <a:pt x="706967" y="427567"/>
                    <a:pt x="736600" y="431800"/>
                  </a:cubicBezTo>
                  <a:cubicBezTo>
                    <a:pt x="774700" y="427567"/>
                    <a:pt x="817246" y="437457"/>
                    <a:pt x="850900" y="419100"/>
                  </a:cubicBezTo>
                  <a:cubicBezTo>
                    <a:pt x="912729" y="385375"/>
                    <a:pt x="845610" y="259084"/>
                    <a:pt x="838200" y="241300"/>
                  </a:cubicBezTo>
                  <a:cubicBezTo>
                    <a:pt x="832329" y="227211"/>
                    <a:pt x="820373" y="216452"/>
                    <a:pt x="812800" y="203200"/>
                  </a:cubicBezTo>
                  <a:cubicBezTo>
                    <a:pt x="798165" y="177589"/>
                    <a:pt x="758530" y="83510"/>
                    <a:pt x="736600" y="76200"/>
                  </a:cubicBezTo>
                  <a:cubicBezTo>
                    <a:pt x="689520" y="60507"/>
                    <a:pt x="710474" y="69487"/>
                    <a:pt x="635000" y="63500"/>
                  </a:cubicBezTo>
                  <a:close/>
                </a:path>
              </a:pathLst>
            </a:custGeom>
            <a:solidFill>
              <a:srgbClr val="D3C29F">
                <a:alpha val="6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4" name="Forma libre 93">
              <a:extLst>
                <a:ext uri="{FF2B5EF4-FFF2-40B4-BE49-F238E27FC236}">
                  <a16:creationId xmlns:a16="http://schemas.microsoft.com/office/drawing/2014/main" id="{C87F4047-0061-3FA9-C823-BF7B632B370D}"/>
                </a:ext>
              </a:extLst>
            </p:cNvPr>
            <p:cNvSpPr/>
            <p:nvPr/>
          </p:nvSpPr>
          <p:spPr>
            <a:xfrm>
              <a:off x="3822700" y="5676900"/>
              <a:ext cx="605244" cy="330200"/>
            </a:xfrm>
            <a:custGeom>
              <a:avLst/>
              <a:gdLst>
                <a:gd name="connsiteX0" fmla="*/ 469900 w 605244"/>
                <a:gd name="connsiteY0" fmla="*/ 101600 h 330200"/>
                <a:gd name="connsiteX1" fmla="*/ 469900 w 605244"/>
                <a:gd name="connsiteY1" fmla="*/ 101600 h 330200"/>
                <a:gd name="connsiteX2" fmla="*/ 254000 w 605244"/>
                <a:gd name="connsiteY2" fmla="*/ 38100 h 330200"/>
                <a:gd name="connsiteX3" fmla="*/ 215900 w 605244"/>
                <a:gd name="connsiteY3" fmla="*/ 25400 h 330200"/>
                <a:gd name="connsiteX4" fmla="*/ 177800 w 605244"/>
                <a:gd name="connsiteY4" fmla="*/ 0 h 330200"/>
                <a:gd name="connsiteX5" fmla="*/ 12700 w 605244"/>
                <a:gd name="connsiteY5" fmla="*/ 25400 h 330200"/>
                <a:gd name="connsiteX6" fmla="*/ 0 w 605244"/>
                <a:gd name="connsiteY6" fmla="*/ 63500 h 330200"/>
                <a:gd name="connsiteX7" fmla="*/ 38100 w 605244"/>
                <a:gd name="connsiteY7" fmla="*/ 203200 h 330200"/>
                <a:gd name="connsiteX8" fmla="*/ 88900 w 605244"/>
                <a:gd name="connsiteY8" fmla="*/ 241300 h 330200"/>
                <a:gd name="connsiteX9" fmla="*/ 254000 w 605244"/>
                <a:gd name="connsiteY9" fmla="*/ 292100 h 330200"/>
                <a:gd name="connsiteX10" fmla="*/ 520700 w 605244"/>
                <a:gd name="connsiteY10" fmla="*/ 330200 h 330200"/>
                <a:gd name="connsiteX11" fmla="*/ 596900 w 605244"/>
                <a:gd name="connsiteY11" fmla="*/ 304800 h 330200"/>
                <a:gd name="connsiteX12" fmla="*/ 584200 w 605244"/>
                <a:gd name="connsiteY12" fmla="*/ 139700 h 330200"/>
                <a:gd name="connsiteX13" fmla="*/ 533400 w 605244"/>
                <a:gd name="connsiteY13" fmla="*/ 114300 h 330200"/>
                <a:gd name="connsiteX14" fmla="*/ 469900 w 605244"/>
                <a:gd name="connsiteY14" fmla="*/ 10160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5244" h="330200">
                  <a:moveTo>
                    <a:pt x="469900" y="101600"/>
                  </a:moveTo>
                  <a:lnTo>
                    <a:pt x="469900" y="101600"/>
                  </a:lnTo>
                  <a:cubicBezTo>
                    <a:pt x="304369" y="56455"/>
                    <a:pt x="375991" y="78764"/>
                    <a:pt x="254000" y="38100"/>
                  </a:cubicBezTo>
                  <a:cubicBezTo>
                    <a:pt x="241300" y="33867"/>
                    <a:pt x="227039" y="32826"/>
                    <a:pt x="215900" y="25400"/>
                  </a:cubicBezTo>
                  <a:lnTo>
                    <a:pt x="177800" y="0"/>
                  </a:lnTo>
                  <a:cubicBezTo>
                    <a:pt x="122767" y="8467"/>
                    <a:pt x="65137" y="6673"/>
                    <a:pt x="12700" y="25400"/>
                  </a:cubicBezTo>
                  <a:cubicBezTo>
                    <a:pt x="93" y="29903"/>
                    <a:pt x="0" y="50113"/>
                    <a:pt x="0" y="63500"/>
                  </a:cubicBezTo>
                  <a:cubicBezTo>
                    <a:pt x="0" y="102095"/>
                    <a:pt x="9039" y="169295"/>
                    <a:pt x="38100" y="203200"/>
                  </a:cubicBezTo>
                  <a:cubicBezTo>
                    <a:pt x="51875" y="219271"/>
                    <a:pt x="69968" y="231834"/>
                    <a:pt x="88900" y="241300"/>
                  </a:cubicBezTo>
                  <a:cubicBezTo>
                    <a:pt x="165711" y="279705"/>
                    <a:pt x="181889" y="276648"/>
                    <a:pt x="254000" y="292100"/>
                  </a:cubicBezTo>
                  <a:cubicBezTo>
                    <a:pt x="428005" y="329387"/>
                    <a:pt x="316419" y="313177"/>
                    <a:pt x="520700" y="330200"/>
                  </a:cubicBezTo>
                  <a:cubicBezTo>
                    <a:pt x="546100" y="321733"/>
                    <a:pt x="588433" y="330200"/>
                    <a:pt x="596900" y="304800"/>
                  </a:cubicBezTo>
                  <a:cubicBezTo>
                    <a:pt x="614354" y="252437"/>
                    <a:pt x="601654" y="192063"/>
                    <a:pt x="584200" y="139700"/>
                  </a:cubicBezTo>
                  <a:cubicBezTo>
                    <a:pt x="578213" y="121739"/>
                    <a:pt x="550801" y="121758"/>
                    <a:pt x="533400" y="114300"/>
                  </a:cubicBezTo>
                  <a:cubicBezTo>
                    <a:pt x="497519" y="98923"/>
                    <a:pt x="480483" y="103717"/>
                    <a:pt x="469900" y="101600"/>
                  </a:cubicBezTo>
                  <a:close/>
                </a:path>
              </a:pathLst>
            </a:custGeom>
            <a:solidFill>
              <a:srgbClr val="D3C29F">
                <a:alpha val="6372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E28159FF-B1A8-EABC-270E-3C417AEBBE5F}"/>
              </a:ext>
            </a:extLst>
          </p:cNvPr>
          <p:cNvGrpSpPr/>
          <p:nvPr/>
        </p:nvGrpSpPr>
        <p:grpSpPr>
          <a:xfrm>
            <a:off x="3819970" y="2733675"/>
            <a:ext cx="4733954" cy="1123950"/>
            <a:chOff x="5093293" y="2501900"/>
            <a:chExt cx="6311938" cy="1498600"/>
          </a:xfrm>
        </p:grpSpPr>
        <p:grpSp>
          <p:nvGrpSpPr>
            <p:cNvPr id="99" name="Grupo 98">
              <a:extLst>
                <a:ext uri="{FF2B5EF4-FFF2-40B4-BE49-F238E27FC236}">
                  <a16:creationId xmlns:a16="http://schemas.microsoft.com/office/drawing/2014/main" id="{E56EED12-0D4C-0105-9300-EBE7865BB6EB}"/>
                </a:ext>
              </a:extLst>
            </p:cNvPr>
            <p:cNvGrpSpPr/>
            <p:nvPr/>
          </p:nvGrpSpPr>
          <p:grpSpPr>
            <a:xfrm>
              <a:off x="5093293" y="2501900"/>
              <a:ext cx="3384022" cy="1498600"/>
              <a:chOff x="5093293" y="2501900"/>
              <a:chExt cx="3384022" cy="1498600"/>
            </a:xfrm>
          </p:grpSpPr>
          <p:sp>
            <p:nvSpPr>
              <p:cNvPr id="96" name="Forma libre 95">
                <a:extLst>
                  <a:ext uri="{FF2B5EF4-FFF2-40B4-BE49-F238E27FC236}">
                    <a16:creationId xmlns:a16="http://schemas.microsoft.com/office/drawing/2014/main" id="{EC98FDC4-4E6F-E70F-B9B1-0B4276FFDB6F}"/>
                  </a:ext>
                </a:extLst>
              </p:cNvPr>
              <p:cNvSpPr/>
              <p:nvPr/>
            </p:nvSpPr>
            <p:spPr>
              <a:xfrm>
                <a:off x="5295900" y="2501900"/>
                <a:ext cx="3181415" cy="1498600"/>
              </a:xfrm>
              <a:custGeom>
                <a:avLst/>
                <a:gdLst>
                  <a:gd name="connsiteX0" fmla="*/ 0 w 3181415"/>
                  <a:gd name="connsiteY0" fmla="*/ 1460500 h 1498600"/>
                  <a:gd name="connsiteX1" fmla="*/ 0 w 3181415"/>
                  <a:gd name="connsiteY1" fmla="*/ 1460500 h 1498600"/>
                  <a:gd name="connsiteX2" fmla="*/ 165100 w 3181415"/>
                  <a:gd name="connsiteY2" fmla="*/ 1473200 h 1498600"/>
                  <a:gd name="connsiteX3" fmla="*/ 457200 w 3181415"/>
                  <a:gd name="connsiteY3" fmla="*/ 1409700 h 1498600"/>
                  <a:gd name="connsiteX4" fmla="*/ 584200 w 3181415"/>
                  <a:gd name="connsiteY4" fmla="*/ 1371600 h 1498600"/>
                  <a:gd name="connsiteX5" fmla="*/ 723900 w 3181415"/>
                  <a:gd name="connsiteY5" fmla="*/ 1346200 h 1498600"/>
                  <a:gd name="connsiteX6" fmla="*/ 825500 w 3181415"/>
                  <a:gd name="connsiteY6" fmla="*/ 1320800 h 1498600"/>
                  <a:gd name="connsiteX7" fmla="*/ 1079500 w 3181415"/>
                  <a:gd name="connsiteY7" fmla="*/ 1270000 h 1498600"/>
                  <a:gd name="connsiteX8" fmla="*/ 1206500 w 3181415"/>
                  <a:gd name="connsiteY8" fmla="*/ 1244600 h 1498600"/>
                  <a:gd name="connsiteX9" fmla="*/ 1397000 w 3181415"/>
                  <a:gd name="connsiteY9" fmla="*/ 1193800 h 1498600"/>
                  <a:gd name="connsiteX10" fmla="*/ 1498600 w 3181415"/>
                  <a:gd name="connsiteY10" fmla="*/ 1181100 h 1498600"/>
                  <a:gd name="connsiteX11" fmla="*/ 1574800 w 3181415"/>
                  <a:gd name="connsiteY11" fmla="*/ 1155700 h 1498600"/>
                  <a:gd name="connsiteX12" fmla="*/ 1676400 w 3181415"/>
                  <a:gd name="connsiteY12" fmla="*/ 1130300 h 1498600"/>
                  <a:gd name="connsiteX13" fmla="*/ 1765300 w 3181415"/>
                  <a:gd name="connsiteY13" fmla="*/ 1079500 h 1498600"/>
                  <a:gd name="connsiteX14" fmla="*/ 1917700 w 3181415"/>
                  <a:gd name="connsiteY14" fmla="*/ 1028700 h 1498600"/>
                  <a:gd name="connsiteX15" fmla="*/ 1981200 w 3181415"/>
                  <a:gd name="connsiteY15" fmla="*/ 990600 h 1498600"/>
                  <a:gd name="connsiteX16" fmla="*/ 2032000 w 3181415"/>
                  <a:gd name="connsiteY16" fmla="*/ 965200 h 1498600"/>
                  <a:gd name="connsiteX17" fmla="*/ 2082800 w 3181415"/>
                  <a:gd name="connsiteY17" fmla="*/ 927100 h 1498600"/>
                  <a:gd name="connsiteX18" fmla="*/ 2146300 w 3181415"/>
                  <a:gd name="connsiteY18" fmla="*/ 889000 h 1498600"/>
                  <a:gd name="connsiteX19" fmla="*/ 2209800 w 3181415"/>
                  <a:gd name="connsiteY19" fmla="*/ 812800 h 1498600"/>
                  <a:gd name="connsiteX20" fmla="*/ 2298700 w 3181415"/>
                  <a:gd name="connsiteY20" fmla="*/ 698500 h 1498600"/>
                  <a:gd name="connsiteX21" fmla="*/ 2387600 w 3181415"/>
                  <a:gd name="connsiteY21" fmla="*/ 609600 h 1498600"/>
                  <a:gd name="connsiteX22" fmla="*/ 2463800 w 3181415"/>
                  <a:gd name="connsiteY22" fmla="*/ 520700 h 1498600"/>
                  <a:gd name="connsiteX23" fmla="*/ 2501900 w 3181415"/>
                  <a:gd name="connsiteY23" fmla="*/ 508000 h 1498600"/>
                  <a:gd name="connsiteX24" fmla="*/ 2565400 w 3181415"/>
                  <a:gd name="connsiteY24" fmla="*/ 431800 h 1498600"/>
                  <a:gd name="connsiteX25" fmla="*/ 2476500 w 3181415"/>
                  <a:gd name="connsiteY25" fmla="*/ 317500 h 1498600"/>
                  <a:gd name="connsiteX26" fmla="*/ 2362200 w 3181415"/>
                  <a:gd name="connsiteY26" fmla="*/ 241300 h 1498600"/>
                  <a:gd name="connsiteX27" fmla="*/ 2311400 w 3181415"/>
                  <a:gd name="connsiteY27" fmla="*/ 215900 h 1498600"/>
                  <a:gd name="connsiteX28" fmla="*/ 2235200 w 3181415"/>
                  <a:gd name="connsiteY28" fmla="*/ 190500 h 1498600"/>
                  <a:gd name="connsiteX29" fmla="*/ 2171700 w 3181415"/>
                  <a:gd name="connsiteY29" fmla="*/ 165100 h 1498600"/>
                  <a:gd name="connsiteX30" fmla="*/ 2159000 w 3181415"/>
                  <a:gd name="connsiteY30" fmla="*/ 63500 h 1498600"/>
                  <a:gd name="connsiteX31" fmla="*/ 2286000 w 3181415"/>
                  <a:gd name="connsiteY31" fmla="*/ 25400 h 1498600"/>
                  <a:gd name="connsiteX32" fmla="*/ 2743200 w 3181415"/>
                  <a:gd name="connsiteY32" fmla="*/ 0 h 1498600"/>
                  <a:gd name="connsiteX33" fmla="*/ 2857500 w 3181415"/>
                  <a:gd name="connsiteY33" fmla="*/ 50800 h 1498600"/>
                  <a:gd name="connsiteX34" fmla="*/ 2768600 w 3181415"/>
                  <a:gd name="connsiteY34" fmla="*/ 152400 h 1498600"/>
                  <a:gd name="connsiteX35" fmla="*/ 2832100 w 3181415"/>
                  <a:gd name="connsiteY35" fmla="*/ 190500 h 1498600"/>
                  <a:gd name="connsiteX36" fmla="*/ 2933700 w 3181415"/>
                  <a:gd name="connsiteY36" fmla="*/ 215900 h 1498600"/>
                  <a:gd name="connsiteX37" fmla="*/ 2971800 w 3181415"/>
                  <a:gd name="connsiteY37" fmla="*/ 228600 h 1498600"/>
                  <a:gd name="connsiteX38" fmla="*/ 3086100 w 3181415"/>
                  <a:gd name="connsiteY38" fmla="*/ 254000 h 1498600"/>
                  <a:gd name="connsiteX39" fmla="*/ 3124200 w 3181415"/>
                  <a:gd name="connsiteY39" fmla="*/ 279400 h 1498600"/>
                  <a:gd name="connsiteX40" fmla="*/ 3136900 w 3181415"/>
                  <a:gd name="connsiteY40" fmla="*/ 469900 h 1498600"/>
                  <a:gd name="connsiteX41" fmla="*/ 3073400 w 3181415"/>
                  <a:gd name="connsiteY41" fmla="*/ 482600 h 1498600"/>
                  <a:gd name="connsiteX42" fmla="*/ 2959100 w 3181415"/>
                  <a:gd name="connsiteY42" fmla="*/ 520700 h 1498600"/>
                  <a:gd name="connsiteX43" fmla="*/ 2882900 w 3181415"/>
                  <a:gd name="connsiteY43" fmla="*/ 533400 h 1498600"/>
                  <a:gd name="connsiteX44" fmla="*/ 2743200 w 3181415"/>
                  <a:gd name="connsiteY44" fmla="*/ 609600 h 1498600"/>
                  <a:gd name="connsiteX45" fmla="*/ 2692400 w 3181415"/>
                  <a:gd name="connsiteY45" fmla="*/ 647700 h 1498600"/>
                  <a:gd name="connsiteX46" fmla="*/ 2565400 w 3181415"/>
                  <a:gd name="connsiteY46" fmla="*/ 787400 h 1498600"/>
                  <a:gd name="connsiteX47" fmla="*/ 2451100 w 3181415"/>
                  <a:gd name="connsiteY47" fmla="*/ 889000 h 1498600"/>
                  <a:gd name="connsiteX48" fmla="*/ 2374900 w 3181415"/>
                  <a:gd name="connsiteY48" fmla="*/ 965200 h 1498600"/>
                  <a:gd name="connsiteX49" fmla="*/ 2311400 w 3181415"/>
                  <a:gd name="connsiteY49" fmla="*/ 1003300 h 1498600"/>
                  <a:gd name="connsiteX50" fmla="*/ 2273300 w 3181415"/>
                  <a:gd name="connsiteY50" fmla="*/ 1028700 h 1498600"/>
                  <a:gd name="connsiteX51" fmla="*/ 2159000 w 3181415"/>
                  <a:gd name="connsiteY51" fmla="*/ 1079500 h 1498600"/>
                  <a:gd name="connsiteX52" fmla="*/ 2095500 w 3181415"/>
                  <a:gd name="connsiteY52" fmla="*/ 1117600 h 1498600"/>
                  <a:gd name="connsiteX53" fmla="*/ 1968500 w 3181415"/>
                  <a:gd name="connsiteY53" fmla="*/ 1168400 h 1498600"/>
                  <a:gd name="connsiteX54" fmla="*/ 1905000 w 3181415"/>
                  <a:gd name="connsiteY54" fmla="*/ 1193800 h 1498600"/>
                  <a:gd name="connsiteX55" fmla="*/ 1739900 w 3181415"/>
                  <a:gd name="connsiteY55" fmla="*/ 1270000 h 1498600"/>
                  <a:gd name="connsiteX56" fmla="*/ 1676400 w 3181415"/>
                  <a:gd name="connsiteY56" fmla="*/ 1308100 h 1498600"/>
                  <a:gd name="connsiteX57" fmla="*/ 1574800 w 3181415"/>
                  <a:gd name="connsiteY57" fmla="*/ 1320800 h 1498600"/>
                  <a:gd name="connsiteX58" fmla="*/ 1422400 w 3181415"/>
                  <a:gd name="connsiteY58" fmla="*/ 1346200 h 1498600"/>
                  <a:gd name="connsiteX59" fmla="*/ 1295400 w 3181415"/>
                  <a:gd name="connsiteY59" fmla="*/ 1358900 h 1498600"/>
                  <a:gd name="connsiteX60" fmla="*/ 1206500 w 3181415"/>
                  <a:gd name="connsiteY60" fmla="*/ 1371600 h 1498600"/>
                  <a:gd name="connsiteX61" fmla="*/ 1104900 w 3181415"/>
                  <a:gd name="connsiteY61" fmla="*/ 1384300 h 1498600"/>
                  <a:gd name="connsiteX62" fmla="*/ 1028700 w 3181415"/>
                  <a:gd name="connsiteY62" fmla="*/ 1397000 h 1498600"/>
                  <a:gd name="connsiteX63" fmla="*/ 939800 w 3181415"/>
                  <a:gd name="connsiteY63" fmla="*/ 1409700 h 1498600"/>
                  <a:gd name="connsiteX64" fmla="*/ 723900 w 3181415"/>
                  <a:gd name="connsiteY64" fmla="*/ 1447800 h 1498600"/>
                  <a:gd name="connsiteX65" fmla="*/ 444500 w 3181415"/>
                  <a:gd name="connsiteY65" fmla="*/ 1473200 h 1498600"/>
                  <a:gd name="connsiteX66" fmla="*/ 368300 w 3181415"/>
                  <a:gd name="connsiteY66" fmla="*/ 1485900 h 1498600"/>
                  <a:gd name="connsiteX67" fmla="*/ 254000 w 3181415"/>
                  <a:gd name="connsiteY67" fmla="*/ 1498600 h 1498600"/>
                  <a:gd name="connsiteX68" fmla="*/ 0 w 3181415"/>
                  <a:gd name="connsiteY68" fmla="*/ 1460500 h 149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3181415" h="1498600">
                    <a:moveTo>
                      <a:pt x="0" y="1460500"/>
                    </a:moveTo>
                    <a:lnTo>
                      <a:pt x="0" y="1460500"/>
                    </a:lnTo>
                    <a:cubicBezTo>
                      <a:pt x="55033" y="1464733"/>
                      <a:pt x="109948" y="1475406"/>
                      <a:pt x="165100" y="1473200"/>
                    </a:cubicBezTo>
                    <a:cubicBezTo>
                      <a:pt x="251324" y="1469751"/>
                      <a:pt x="374457" y="1433341"/>
                      <a:pt x="457200" y="1409700"/>
                    </a:cubicBezTo>
                    <a:cubicBezTo>
                      <a:pt x="499697" y="1397558"/>
                      <a:pt x="541205" y="1381837"/>
                      <a:pt x="584200" y="1371600"/>
                    </a:cubicBezTo>
                    <a:cubicBezTo>
                      <a:pt x="630243" y="1360637"/>
                      <a:pt x="677585" y="1355950"/>
                      <a:pt x="723900" y="1346200"/>
                    </a:cubicBezTo>
                    <a:cubicBezTo>
                      <a:pt x="758060" y="1339008"/>
                      <a:pt x="791366" y="1328114"/>
                      <a:pt x="825500" y="1320800"/>
                    </a:cubicBezTo>
                    <a:cubicBezTo>
                      <a:pt x="909927" y="1302709"/>
                      <a:pt x="994833" y="1286933"/>
                      <a:pt x="1079500" y="1270000"/>
                    </a:cubicBezTo>
                    <a:cubicBezTo>
                      <a:pt x="1121833" y="1261533"/>
                      <a:pt x="1165544" y="1258252"/>
                      <a:pt x="1206500" y="1244600"/>
                    </a:cubicBezTo>
                    <a:cubicBezTo>
                      <a:pt x="1291628" y="1216224"/>
                      <a:pt x="1297524" y="1211355"/>
                      <a:pt x="1397000" y="1193800"/>
                    </a:cubicBezTo>
                    <a:cubicBezTo>
                      <a:pt x="1430611" y="1187869"/>
                      <a:pt x="1464733" y="1185333"/>
                      <a:pt x="1498600" y="1181100"/>
                    </a:cubicBezTo>
                    <a:cubicBezTo>
                      <a:pt x="1524000" y="1172633"/>
                      <a:pt x="1549056" y="1163055"/>
                      <a:pt x="1574800" y="1155700"/>
                    </a:cubicBezTo>
                    <a:cubicBezTo>
                      <a:pt x="1608366" y="1146110"/>
                      <a:pt x="1643988" y="1143265"/>
                      <a:pt x="1676400" y="1130300"/>
                    </a:cubicBezTo>
                    <a:cubicBezTo>
                      <a:pt x="1708089" y="1117624"/>
                      <a:pt x="1733844" y="1092744"/>
                      <a:pt x="1765300" y="1079500"/>
                    </a:cubicBezTo>
                    <a:cubicBezTo>
                      <a:pt x="1814652" y="1058720"/>
                      <a:pt x="1871783" y="1056250"/>
                      <a:pt x="1917700" y="1028700"/>
                    </a:cubicBezTo>
                    <a:cubicBezTo>
                      <a:pt x="1938867" y="1016000"/>
                      <a:pt x="1959622" y="1002588"/>
                      <a:pt x="1981200" y="990600"/>
                    </a:cubicBezTo>
                    <a:cubicBezTo>
                      <a:pt x="1997750" y="981406"/>
                      <a:pt x="2015946" y="975234"/>
                      <a:pt x="2032000" y="965200"/>
                    </a:cubicBezTo>
                    <a:cubicBezTo>
                      <a:pt x="2049949" y="953982"/>
                      <a:pt x="2065188" y="938841"/>
                      <a:pt x="2082800" y="927100"/>
                    </a:cubicBezTo>
                    <a:cubicBezTo>
                      <a:pt x="2103339" y="913408"/>
                      <a:pt x="2126553" y="903811"/>
                      <a:pt x="2146300" y="889000"/>
                    </a:cubicBezTo>
                    <a:cubicBezTo>
                      <a:pt x="2186128" y="859129"/>
                      <a:pt x="2182141" y="849678"/>
                      <a:pt x="2209800" y="812800"/>
                    </a:cubicBezTo>
                    <a:cubicBezTo>
                      <a:pt x="2238760" y="774186"/>
                      <a:pt x="2264570" y="732630"/>
                      <a:pt x="2298700" y="698500"/>
                    </a:cubicBezTo>
                    <a:cubicBezTo>
                      <a:pt x="2328333" y="668867"/>
                      <a:pt x="2364354" y="644469"/>
                      <a:pt x="2387600" y="609600"/>
                    </a:cubicBezTo>
                    <a:cubicBezTo>
                      <a:pt x="2412008" y="572988"/>
                      <a:pt x="2424605" y="548697"/>
                      <a:pt x="2463800" y="520700"/>
                    </a:cubicBezTo>
                    <a:cubicBezTo>
                      <a:pt x="2474693" y="512919"/>
                      <a:pt x="2489200" y="512233"/>
                      <a:pt x="2501900" y="508000"/>
                    </a:cubicBezTo>
                    <a:cubicBezTo>
                      <a:pt x="2506870" y="503030"/>
                      <a:pt x="2567365" y="447517"/>
                      <a:pt x="2565400" y="431800"/>
                    </a:cubicBezTo>
                    <a:cubicBezTo>
                      <a:pt x="2561032" y="396856"/>
                      <a:pt x="2500077" y="338130"/>
                      <a:pt x="2476500" y="317500"/>
                    </a:cubicBezTo>
                    <a:cubicBezTo>
                      <a:pt x="2443299" y="288449"/>
                      <a:pt x="2400297" y="262465"/>
                      <a:pt x="2362200" y="241300"/>
                    </a:cubicBezTo>
                    <a:cubicBezTo>
                      <a:pt x="2345650" y="232106"/>
                      <a:pt x="2328978" y="222931"/>
                      <a:pt x="2311400" y="215900"/>
                    </a:cubicBezTo>
                    <a:cubicBezTo>
                      <a:pt x="2286541" y="205956"/>
                      <a:pt x="2260362" y="199650"/>
                      <a:pt x="2235200" y="190500"/>
                    </a:cubicBezTo>
                    <a:cubicBezTo>
                      <a:pt x="2213775" y="182709"/>
                      <a:pt x="2192867" y="173567"/>
                      <a:pt x="2171700" y="165100"/>
                    </a:cubicBezTo>
                    <a:cubicBezTo>
                      <a:pt x="2157250" y="136199"/>
                      <a:pt x="2124417" y="98083"/>
                      <a:pt x="2159000" y="63500"/>
                    </a:cubicBezTo>
                    <a:cubicBezTo>
                      <a:pt x="2177730" y="44770"/>
                      <a:pt x="2261513" y="28665"/>
                      <a:pt x="2286000" y="25400"/>
                    </a:cubicBezTo>
                    <a:cubicBezTo>
                      <a:pt x="2439471" y="4937"/>
                      <a:pt x="2585712" y="6057"/>
                      <a:pt x="2743200" y="0"/>
                    </a:cubicBezTo>
                    <a:cubicBezTo>
                      <a:pt x="2781300" y="16933"/>
                      <a:pt x="2834373" y="16109"/>
                      <a:pt x="2857500" y="50800"/>
                    </a:cubicBezTo>
                    <a:cubicBezTo>
                      <a:pt x="2877459" y="80738"/>
                      <a:pt x="2780024" y="143832"/>
                      <a:pt x="2768600" y="152400"/>
                    </a:cubicBezTo>
                    <a:cubicBezTo>
                      <a:pt x="2789767" y="165100"/>
                      <a:pt x="2809061" y="181639"/>
                      <a:pt x="2832100" y="190500"/>
                    </a:cubicBezTo>
                    <a:cubicBezTo>
                      <a:pt x="2864682" y="203032"/>
                      <a:pt x="2900582" y="204861"/>
                      <a:pt x="2933700" y="215900"/>
                    </a:cubicBezTo>
                    <a:cubicBezTo>
                      <a:pt x="2946400" y="220133"/>
                      <a:pt x="2958928" y="224922"/>
                      <a:pt x="2971800" y="228600"/>
                    </a:cubicBezTo>
                    <a:cubicBezTo>
                      <a:pt x="3013649" y="240557"/>
                      <a:pt x="3042452" y="245270"/>
                      <a:pt x="3086100" y="254000"/>
                    </a:cubicBezTo>
                    <a:cubicBezTo>
                      <a:pt x="3098800" y="262467"/>
                      <a:pt x="3113407" y="268607"/>
                      <a:pt x="3124200" y="279400"/>
                    </a:cubicBezTo>
                    <a:cubicBezTo>
                      <a:pt x="3187657" y="342857"/>
                      <a:pt x="3207170" y="373279"/>
                      <a:pt x="3136900" y="469900"/>
                    </a:cubicBezTo>
                    <a:cubicBezTo>
                      <a:pt x="3124204" y="487357"/>
                      <a:pt x="3094472" y="477917"/>
                      <a:pt x="3073400" y="482600"/>
                    </a:cubicBezTo>
                    <a:cubicBezTo>
                      <a:pt x="2886801" y="524066"/>
                      <a:pt x="3187286" y="458468"/>
                      <a:pt x="2959100" y="520700"/>
                    </a:cubicBezTo>
                    <a:cubicBezTo>
                      <a:pt x="2934257" y="527475"/>
                      <a:pt x="2908300" y="529167"/>
                      <a:pt x="2882900" y="533400"/>
                    </a:cubicBezTo>
                    <a:cubicBezTo>
                      <a:pt x="2825049" y="562326"/>
                      <a:pt x="2795911" y="574460"/>
                      <a:pt x="2743200" y="609600"/>
                    </a:cubicBezTo>
                    <a:cubicBezTo>
                      <a:pt x="2725588" y="621341"/>
                      <a:pt x="2708062" y="633462"/>
                      <a:pt x="2692400" y="647700"/>
                    </a:cubicBezTo>
                    <a:cubicBezTo>
                      <a:pt x="2511442" y="812207"/>
                      <a:pt x="2667582" y="672446"/>
                      <a:pt x="2565400" y="787400"/>
                    </a:cubicBezTo>
                    <a:cubicBezTo>
                      <a:pt x="2460053" y="905915"/>
                      <a:pt x="2544854" y="804621"/>
                      <a:pt x="2451100" y="889000"/>
                    </a:cubicBezTo>
                    <a:cubicBezTo>
                      <a:pt x="2424400" y="913030"/>
                      <a:pt x="2405702" y="946719"/>
                      <a:pt x="2374900" y="965200"/>
                    </a:cubicBezTo>
                    <a:cubicBezTo>
                      <a:pt x="2353733" y="977900"/>
                      <a:pt x="2332332" y="990217"/>
                      <a:pt x="2311400" y="1003300"/>
                    </a:cubicBezTo>
                    <a:cubicBezTo>
                      <a:pt x="2298457" y="1011390"/>
                      <a:pt x="2286952" y="1021874"/>
                      <a:pt x="2273300" y="1028700"/>
                    </a:cubicBezTo>
                    <a:cubicBezTo>
                      <a:pt x="2132006" y="1099347"/>
                      <a:pt x="2280197" y="1012168"/>
                      <a:pt x="2159000" y="1079500"/>
                    </a:cubicBezTo>
                    <a:cubicBezTo>
                      <a:pt x="2137422" y="1091488"/>
                      <a:pt x="2117869" y="1107161"/>
                      <a:pt x="2095500" y="1117600"/>
                    </a:cubicBezTo>
                    <a:cubicBezTo>
                      <a:pt x="2054183" y="1136881"/>
                      <a:pt x="2010833" y="1151467"/>
                      <a:pt x="1968500" y="1168400"/>
                    </a:cubicBezTo>
                    <a:cubicBezTo>
                      <a:pt x="1947333" y="1176867"/>
                      <a:pt x="1924548" y="1182071"/>
                      <a:pt x="1905000" y="1193800"/>
                    </a:cubicBezTo>
                    <a:cubicBezTo>
                      <a:pt x="1757290" y="1282426"/>
                      <a:pt x="1942558" y="1176465"/>
                      <a:pt x="1739900" y="1270000"/>
                    </a:cubicBezTo>
                    <a:cubicBezTo>
                      <a:pt x="1717488" y="1280344"/>
                      <a:pt x="1699993" y="1300841"/>
                      <a:pt x="1676400" y="1308100"/>
                    </a:cubicBezTo>
                    <a:cubicBezTo>
                      <a:pt x="1643779" y="1318137"/>
                      <a:pt x="1608533" y="1315610"/>
                      <a:pt x="1574800" y="1320800"/>
                    </a:cubicBezTo>
                    <a:cubicBezTo>
                      <a:pt x="1418937" y="1344779"/>
                      <a:pt x="1620048" y="1322947"/>
                      <a:pt x="1422400" y="1346200"/>
                    </a:cubicBezTo>
                    <a:cubicBezTo>
                      <a:pt x="1380147" y="1351171"/>
                      <a:pt x="1337653" y="1353929"/>
                      <a:pt x="1295400" y="1358900"/>
                    </a:cubicBezTo>
                    <a:cubicBezTo>
                      <a:pt x="1265671" y="1362398"/>
                      <a:pt x="1236172" y="1367644"/>
                      <a:pt x="1206500" y="1371600"/>
                    </a:cubicBezTo>
                    <a:lnTo>
                      <a:pt x="1104900" y="1384300"/>
                    </a:lnTo>
                    <a:cubicBezTo>
                      <a:pt x="1079408" y="1387942"/>
                      <a:pt x="1054151" y="1393084"/>
                      <a:pt x="1028700" y="1397000"/>
                    </a:cubicBezTo>
                    <a:cubicBezTo>
                      <a:pt x="999114" y="1401552"/>
                      <a:pt x="969327" y="1404779"/>
                      <a:pt x="939800" y="1409700"/>
                    </a:cubicBezTo>
                    <a:cubicBezTo>
                      <a:pt x="856257" y="1423624"/>
                      <a:pt x="824924" y="1440029"/>
                      <a:pt x="723900" y="1447800"/>
                    </a:cubicBezTo>
                    <a:cubicBezTo>
                      <a:pt x="616527" y="1456059"/>
                      <a:pt x="547020" y="1459531"/>
                      <a:pt x="444500" y="1473200"/>
                    </a:cubicBezTo>
                    <a:cubicBezTo>
                      <a:pt x="418976" y="1476603"/>
                      <a:pt x="393824" y="1482497"/>
                      <a:pt x="368300" y="1485900"/>
                    </a:cubicBezTo>
                    <a:cubicBezTo>
                      <a:pt x="330302" y="1490966"/>
                      <a:pt x="292100" y="1494367"/>
                      <a:pt x="254000" y="1498600"/>
                    </a:cubicBezTo>
                    <a:cubicBezTo>
                      <a:pt x="-8456" y="1485477"/>
                      <a:pt x="42333" y="1466850"/>
                      <a:pt x="0" y="1460500"/>
                    </a:cubicBezTo>
                    <a:close/>
                  </a:path>
                </a:pathLst>
              </a:custGeom>
              <a:solidFill>
                <a:schemeClr val="accent5">
                  <a:alpha val="27987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</a:pPr>
                <a:endParaRPr lang="es-ES" sz="1350" kern="1200">
                  <a:solidFill>
                    <a:prstClr val="white"/>
                  </a:solidFill>
                  <a:latin typeface="Aptos" panose="02110004020202020204"/>
                </a:endParaRPr>
              </a:p>
            </p:txBody>
          </p:sp>
          <p:sp>
            <p:nvSpPr>
              <p:cNvPr id="98" name="Forma libre 97">
                <a:extLst>
                  <a:ext uri="{FF2B5EF4-FFF2-40B4-BE49-F238E27FC236}">
                    <a16:creationId xmlns:a16="http://schemas.microsoft.com/office/drawing/2014/main" id="{9C26325F-93BC-4737-5A57-AB8E530F510B}"/>
                  </a:ext>
                </a:extLst>
              </p:cNvPr>
              <p:cNvSpPr/>
              <p:nvPr/>
            </p:nvSpPr>
            <p:spPr>
              <a:xfrm>
                <a:off x="5093293" y="2654960"/>
                <a:ext cx="1956987" cy="1250468"/>
              </a:xfrm>
              <a:custGeom>
                <a:avLst/>
                <a:gdLst>
                  <a:gd name="connsiteX0" fmla="*/ 196554 w 1956987"/>
                  <a:gd name="connsiteY0" fmla="*/ 1250468 h 1250468"/>
                  <a:gd name="connsiteX1" fmla="*/ 196554 w 1956987"/>
                  <a:gd name="connsiteY1" fmla="*/ 1250468 h 1250468"/>
                  <a:gd name="connsiteX2" fmla="*/ 51275 w 1956987"/>
                  <a:gd name="connsiteY2" fmla="*/ 1113735 h 1250468"/>
                  <a:gd name="connsiteX3" fmla="*/ 25638 w 1956987"/>
                  <a:gd name="connsiteY3" fmla="*/ 1071006 h 1250468"/>
                  <a:gd name="connsiteX4" fmla="*/ 0 w 1956987"/>
                  <a:gd name="connsiteY4" fmla="*/ 1002640 h 1250468"/>
                  <a:gd name="connsiteX5" fmla="*/ 8546 w 1956987"/>
                  <a:gd name="connsiteY5" fmla="*/ 874453 h 1250468"/>
                  <a:gd name="connsiteX6" fmla="*/ 34184 w 1956987"/>
                  <a:gd name="connsiteY6" fmla="*/ 831724 h 1250468"/>
                  <a:gd name="connsiteX7" fmla="*/ 68367 w 1956987"/>
                  <a:gd name="connsiteY7" fmla="*/ 771904 h 1250468"/>
                  <a:gd name="connsiteX8" fmla="*/ 119642 w 1956987"/>
                  <a:gd name="connsiteY8" fmla="*/ 737720 h 1250468"/>
                  <a:gd name="connsiteX9" fmla="*/ 213645 w 1956987"/>
                  <a:gd name="connsiteY9" fmla="*/ 652262 h 1250468"/>
                  <a:gd name="connsiteX10" fmla="*/ 341832 w 1956987"/>
                  <a:gd name="connsiteY10" fmla="*/ 609533 h 1250468"/>
                  <a:gd name="connsiteX11" fmla="*/ 546931 w 1956987"/>
                  <a:gd name="connsiteY11" fmla="*/ 566804 h 1250468"/>
                  <a:gd name="connsiteX12" fmla="*/ 632389 w 1956987"/>
                  <a:gd name="connsiteY12" fmla="*/ 549713 h 1250468"/>
                  <a:gd name="connsiteX13" fmla="*/ 700756 w 1956987"/>
                  <a:gd name="connsiteY13" fmla="*/ 524076 h 1250468"/>
                  <a:gd name="connsiteX14" fmla="*/ 786214 w 1956987"/>
                  <a:gd name="connsiteY14" fmla="*/ 498438 h 1250468"/>
                  <a:gd name="connsiteX15" fmla="*/ 854580 w 1956987"/>
                  <a:gd name="connsiteY15" fmla="*/ 481347 h 1250468"/>
                  <a:gd name="connsiteX16" fmla="*/ 914400 w 1956987"/>
                  <a:gd name="connsiteY16" fmla="*/ 464255 h 1250468"/>
                  <a:gd name="connsiteX17" fmla="*/ 991313 w 1956987"/>
                  <a:gd name="connsiteY17" fmla="*/ 447163 h 1250468"/>
                  <a:gd name="connsiteX18" fmla="*/ 1068225 w 1956987"/>
                  <a:gd name="connsiteY18" fmla="*/ 421526 h 1250468"/>
                  <a:gd name="connsiteX19" fmla="*/ 1213503 w 1956987"/>
                  <a:gd name="connsiteY19" fmla="*/ 395889 h 1250468"/>
                  <a:gd name="connsiteX20" fmla="*/ 1273324 w 1956987"/>
                  <a:gd name="connsiteY20" fmla="*/ 378797 h 1250468"/>
                  <a:gd name="connsiteX21" fmla="*/ 1333144 w 1956987"/>
                  <a:gd name="connsiteY21" fmla="*/ 327522 h 1250468"/>
                  <a:gd name="connsiteX22" fmla="*/ 1367328 w 1956987"/>
                  <a:gd name="connsiteY22" fmla="*/ 259156 h 1250468"/>
                  <a:gd name="connsiteX23" fmla="*/ 1375873 w 1956987"/>
                  <a:gd name="connsiteY23" fmla="*/ 207881 h 1250468"/>
                  <a:gd name="connsiteX24" fmla="*/ 1418602 w 1956987"/>
                  <a:gd name="connsiteY24" fmla="*/ 148061 h 1250468"/>
                  <a:gd name="connsiteX25" fmla="*/ 1469877 w 1956987"/>
                  <a:gd name="connsiteY25" fmla="*/ 113877 h 1250468"/>
                  <a:gd name="connsiteX26" fmla="*/ 1521152 w 1956987"/>
                  <a:gd name="connsiteY26" fmla="*/ 96786 h 1250468"/>
                  <a:gd name="connsiteX27" fmla="*/ 1555335 w 1956987"/>
                  <a:gd name="connsiteY27" fmla="*/ 88240 h 1250468"/>
                  <a:gd name="connsiteX28" fmla="*/ 1589518 w 1956987"/>
                  <a:gd name="connsiteY28" fmla="*/ 71148 h 1250468"/>
                  <a:gd name="connsiteX29" fmla="*/ 1692068 w 1956987"/>
                  <a:gd name="connsiteY29" fmla="*/ 45511 h 1250468"/>
                  <a:gd name="connsiteX30" fmla="*/ 1837346 w 1956987"/>
                  <a:gd name="connsiteY30" fmla="*/ 11328 h 1250468"/>
                  <a:gd name="connsiteX31" fmla="*/ 1939896 w 1956987"/>
                  <a:gd name="connsiteY31" fmla="*/ 28419 h 1250468"/>
                  <a:gd name="connsiteX32" fmla="*/ 1956987 w 1956987"/>
                  <a:gd name="connsiteY32" fmla="*/ 71148 h 1250468"/>
                  <a:gd name="connsiteX33" fmla="*/ 1948442 w 1956987"/>
                  <a:gd name="connsiteY33" fmla="*/ 148061 h 1250468"/>
                  <a:gd name="connsiteX34" fmla="*/ 1880075 w 1956987"/>
                  <a:gd name="connsiteY34" fmla="*/ 216427 h 1250468"/>
                  <a:gd name="connsiteX35" fmla="*/ 1777526 w 1956987"/>
                  <a:gd name="connsiteY35" fmla="*/ 267702 h 1250468"/>
                  <a:gd name="connsiteX36" fmla="*/ 1726251 w 1956987"/>
                  <a:gd name="connsiteY36" fmla="*/ 293339 h 1250468"/>
                  <a:gd name="connsiteX37" fmla="*/ 1683522 w 1956987"/>
                  <a:gd name="connsiteY37" fmla="*/ 310431 h 1250468"/>
                  <a:gd name="connsiteX38" fmla="*/ 1589518 w 1956987"/>
                  <a:gd name="connsiteY38" fmla="*/ 361705 h 1250468"/>
                  <a:gd name="connsiteX39" fmla="*/ 1521152 w 1956987"/>
                  <a:gd name="connsiteY39" fmla="*/ 438618 h 1250468"/>
                  <a:gd name="connsiteX40" fmla="*/ 1427148 w 1956987"/>
                  <a:gd name="connsiteY40" fmla="*/ 541167 h 1250468"/>
                  <a:gd name="connsiteX41" fmla="*/ 1375873 w 1956987"/>
                  <a:gd name="connsiteY41" fmla="*/ 558259 h 1250468"/>
                  <a:gd name="connsiteX42" fmla="*/ 1316053 w 1956987"/>
                  <a:gd name="connsiteY42" fmla="*/ 583896 h 1250468"/>
                  <a:gd name="connsiteX43" fmla="*/ 1145137 w 1956987"/>
                  <a:gd name="connsiteY43" fmla="*/ 609533 h 1250468"/>
                  <a:gd name="connsiteX44" fmla="*/ 1076771 w 1956987"/>
                  <a:gd name="connsiteY44" fmla="*/ 618079 h 1250468"/>
                  <a:gd name="connsiteX45" fmla="*/ 803305 w 1956987"/>
                  <a:gd name="connsiteY45" fmla="*/ 635171 h 1250468"/>
                  <a:gd name="connsiteX46" fmla="*/ 726393 w 1956987"/>
                  <a:gd name="connsiteY46" fmla="*/ 660808 h 1250468"/>
                  <a:gd name="connsiteX47" fmla="*/ 606752 w 1956987"/>
                  <a:gd name="connsiteY47" fmla="*/ 712083 h 1250468"/>
                  <a:gd name="connsiteX48" fmla="*/ 504202 w 1956987"/>
                  <a:gd name="connsiteY48" fmla="*/ 720629 h 1250468"/>
                  <a:gd name="connsiteX49" fmla="*/ 341832 w 1956987"/>
                  <a:gd name="connsiteY49" fmla="*/ 788995 h 1250468"/>
                  <a:gd name="connsiteX50" fmla="*/ 273466 w 1956987"/>
                  <a:gd name="connsiteY50" fmla="*/ 823178 h 1250468"/>
                  <a:gd name="connsiteX51" fmla="*/ 230737 w 1956987"/>
                  <a:gd name="connsiteY51" fmla="*/ 840270 h 1250468"/>
                  <a:gd name="connsiteX52" fmla="*/ 162371 w 1956987"/>
                  <a:gd name="connsiteY52" fmla="*/ 908636 h 1250468"/>
                  <a:gd name="connsiteX53" fmla="*/ 153825 w 1956987"/>
                  <a:gd name="connsiteY53" fmla="*/ 1173556 h 1250468"/>
                  <a:gd name="connsiteX54" fmla="*/ 162371 w 1956987"/>
                  <a:gd name="connsiteY54" fmla="*/ 1199193 h 1250468"/>
                  <a:gd name="connsiteX55" fmla="*/ 196554 w 1956987"/>
                  <a:gd name="connsiteY55" fmla="*/ 1250468 h 1250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956987" h="1250468">
                    <a:moveTo>
                      <a:pt x="196554" y="1250468"/>
                    </a:moveTo>
                    <a:lnTo>
                      <a:pt x="196554" y="1250468"/>
                    </a:lnTo>
                    <a:cubicBezTo>
                      <a:pt x="69650" y="1123564"/>
                      <a:pt x="123840" y="1162112"/>
                      <a:pt x="51275" y="1113735"/>
                    </a:cubicBezTo>
                    <a:cubicBezTo>
                      <a:pt x="42729" y="1099492"/>
                      <a:pt x="33066" y="1085862"/>
                      <a:pt x="25638" y="1071006"/>
                    </a:cubicBezTo>
                    <a:cubicBezTo>
                      <a:pt x="15419" y="1050568"/>
                      <a:pt x="7397" y="1024829"/>
                      <a:pt x="0" y="1002640"/>
                    </a:cubicBezTo>
                    <a:cubicBezTo>
                      <a:pt x="2849" y="959911"/>
                      <a:pt x="147" y="916445"/>
                      <a:pt x="8546" y="874453"/>
                    </a:cubicBezTo>
                    <a:cubicBezTo>
                      <a:pt x="11804" y="858165"/>
                      <a:pt x="26117" y="846244"/>
                      <a:pt x="34184" y="831724"/>
                    </a:cubicBezTo>
                    <a:cubicBezTo>
                      <a:pt x="40313" y="820691"/>
                      <a:pt x="56749" y="782070"/>
                      <a:pt x="68367" y="771904"/>
                    </a:cubicBezTo>
                    <a:cubicBezTo>
                      <a:pt x="83826" y="758377"/>
                      <a:pt x="105117" y="752245"/>
                      <a:pt x="119642" y="737720"/>
                    </a:cubicBezTo>
                    <a:cubicBezTo>
                      <a:pt x="133357" y="724005"/>
                      <a:pt x="185276" y="666446"/>
                      <a:pt x="213645" y="652262"/>
                    </a:cubicBezTo>
                    <a:cubicBezTo>
                      <a:pt x="263488" y="627341"/>
                      <a:pt x="290939" y="626498"/>
                      <a:pt x="341832" y="609533"/>
                    </a:cubicBezTo>
                    <a:cubicBezTo>
                      <a:pt x="485973" y="561486"/>
                      <a:pt x="385624" y="579213"/>
                      <a:pt x="546931" y="566804"/>
                    </a:cubicBezTo>
                    <a:cubicBezTo>
                      <a:pt x="575417" y="561107"/>
                      <a:pt x="604399" y="557488"/>
                      <a:pt x="632389" y="549713"/>
                    </a:cubicBezTo>
                    <a:cubicBezTo>
                      <a:pt x="655840" y="543199"/>
                      <a:pt x="677666" y="531773"/>
                      <a:pt x="700756" y="524076"/>
                    </a:cubicBezTo>
                    <a:cubicBezTo>
                      <a:pt x="728970" y="514671"/>
                      <a:pt x="757559" y="506398"/>
                      <a:pt x="786214" y="498438"/>
                    </a:cubicBezTo>
                    <a:cubicBezTo>
                      <a:pt x="808847" y="492151"/>
                      <a:pt x="831883" y="487400"/>
                      <a:pt x="854580" y="481347"/>
                    </a:cubicBezTo>
                    <a:cubicBezTo>
                      <a:pt x="874618" y="476004"/>
                      <a:pt x="894281" y="469285"/>
                      <a:pt x="914400" y="464255"/>
                    </a:cubicBezTo>
                    <a:cubicBezTo>
                      <a:pt x="939879" y="457885"/>
                      <a:pt x="966008" y="454192"/>
                      <a:pt x="991313" y="447163"/>
                    </a:cubicBezTo>
                    <a:cubicBezTo>
                      <a:pt x="1017351" y="439930"/>
                      <a:pt x="1042187" y="428759"/>
                      <a:pt x="1068225" y="421526"/>
                    </a:cubicBezTo>
                    <a:cubicBezTo>
                      <a:pt x="1131442" y="403966"/>
                      <a:pt x="1150658" y="403744"/>
                      <a:pt x="1213503" y="395889"/>
                    </a:cubicBezTo>
                    <a:cubicBezTo>
                      <a:pt x="1233443" y="390192"/>
                      <a:pt x="1254445" y="387379"/>
                      <a:pt x="1273324" y="378797"/>
                    </a:cubicBezTo>
                    <a:cubicBezTo>
                      <a:pt x="1284047" y="373923"/>
                      <a:pt x="1325547" y="339460"/>
                      <a:pt x="1333144" y="327522"/>
                    </a:cubicBezTo>
                    <a:cubicBezTo>
                      <a:pt x="1346823" y="306027"/>
                      <a:pt x="1367328" y="259156"/>
                      <a:pt x="1367328" y="259156"/>
                    </a:cubicBezTo>
                    <a:cubicBezTo>
                      <a:pt x="1370176" y="242064"/>
                      <a:pt x="1370894" y="224478"/>
                      <a:pt x="1375873" y="207881"/>
                    </a:cubicBezTo>
                    <a:cubicBezTo>
                      <a:pt x="1383456" y="182603"/>
                      <a:pt x="1398105" y="164003"/>
                      <a:pt x="1418602" y="148061"/>
                    </a:cubicBezTo>
                    <a:cubicBezTo>
                      <a:pt x="1434817" y="135450"/>
                      <a:pt x="1450389" y="120373"/>
                      <a:pt x="1469877" y="113877"/>
                    </a:cubicBezTo>
                    <a:cubicBezTo>
                      <a:pt x="1486969" y="108180"/>
                      <a:pt x="1503674" y="101156"/>
                      <a:pt x="1521152" y="96786"/>
                    </a:cubicBezTo>
                    <a:cubicBezTo>
                      <a:pt x="1532546" y="93937"/>
                      <a:pt x="1544338" y="92364"/>
                      <a:pt x="1555335" y="88240"/>
                    </a:cubicBezTo>
                    <a:cubicBezTo>
                      <a:pt x="1567263" y="83767"/>
                      <a:pt x="1577359" y="74948"/>
                      <a:pt x="1589518" y="71148"/>
                    </a:cubicBezTo>
                    <a:cubicBezTo>
                      <a:pt x="1623149" y="60638"/>
                      <a:pt x="1658641" y="56653"/>
                      <a:pt x="1692068" y="45511"/>
                    </a:cubicBezTo>
                    <a:cubicBezTo>
                      <a:pt x="1790768" y="12612"/>
                      <a:pt x="1742165" y="23226"/>
                      <a:pt x="1837346" y="11328"/>
                    </a:cubicBezTo>
                    <a:cubicBezTo>
                      <a:pt x="1878040" y="-2237"/>
                      <a:pt x="1886180" y="-10647"/>
                      <a:pt x="1939896" y="28419"/>
                    </a:cubicBezTo>
                    <a:cubicBezTo>
                      <a:pt x="1952302" y="37442"/>
                      <a:pt x="1951290" y="56905"/>
                      <a:pt x="1956987" y="71148"/>
                    </a:cubicBezTo>
                    <a:cubicBezTo>
                      <a:pt x="1954139" y="96786"/>
                      <a:pt x="1956028" y="123406"/>
                      <a:pt x="1948442" y="148061"/>
                    </a:cubicBezTo>
                    <a:cubicBezTo>
                      <a:pt x="1941006" y="172229"/>
                      <a:pt x="1896601" y="204859"/>
                      <a:pt x="1880075" y="216427"/>
                    </a:cubicBezTo>
                    <a:cubicBezTo>
                      <a:pt x="1836519" y="246916"/>
                      <a:pt x="1829396" y="243762"/>
                      <a:pt x="1777526" y="267702"/>
                    </a:cubicBezTo>
                    <a:cubicBezTo>
                      <a:pt x="1760176" y="275710"/>
                      <a:pt x="1743647" y="285432"/>
                      <a:pt x="1726251" y="293339"/>
                    </a:cubicBezTo>
                    <a:cubicBezTo>
                      <a:pt x="1712286" y="299687"/>
                      <a:pt x="1697487" y="304083"/>
                      <a:pt x="1683522" y="310431"/>
                    </a:cubicBezTo>
                    <a:cubicBezTo>
                      <a:pt x="1638054" y="331098"/>
                      <a:pt x="1630672" y="337013"/>
                      <a:pt x="1589518" y="361705"/>
                    </a:cubicBezTo>
                    <a:cubicBezTo>
                      <a:pt x="1535800" y="433331"/>
                      <a:pt x="1596573" y="355655"/>
                      <a:pt x="1521152" y="438618"/>
                    </a:cubicBezTo>
                    <a:cubicBezTo>
                      <a:pt x="1496962" y="465227"/>
                      <a:pt x="1457202" y="521131"/>
                      <a:pt x="1427148" y="541167"/>
                    </a:cubicBezTo>
                    <a:cubicBezTo>
                      <a:pt x="1412158" y="551161"/>
                      <a:pt x="1392688" y="551792"/>
                      <a:pt x="1375873" y="558259"/>
                    </a:cubicBezTo>
                    <a:cubicBezTo>
                      <a:pt x="1355625" y="566047"/>
                      <a:pt x="1336760" y="577425"/>
                      <a:pt x="1316053" y="583896"/>
                    </a:cubicBezTo>
                    <a:cubicBezTo>
                      <a:pt x="1248359" y="605051"/>
                      <a:pt x="1217455" y="601921"/>
                      <a:pt x="1145137" y="609533"/>
                    </a:cubicBezTo>
                    <a:cubicBezTo>
                      <a:pt x="1122297" y="611937"/>
                      <a:pt x="1099673" y="616361"/>
                      <a:pt x="1076771" y="618079"/>
                    </a:cubicBezTo>
                    <a:cubicBezTo>
                      <a:pt x="985694" y="624910"/>
                      <a:pt x="894460" y="629474"/>
                      <a:pt x="803305" y="635171"/>
                    </a:cubicBezTo>
                    <a:cubicBezTo>
                      <a:pt x="777668" y="643717"/>
                      <a:pt x="751559" y="650960"/>
                      <a:pt x="726393" y="660808"/>
                    </a:cubicBezTo>
                    <a:cubicBezTo>
                      <a:pt x="685988" y="676619"/>
                      <a:pt x="649991" y="708480"/>
                      <a:pt x="606752" y="712083"/>
                    </a:cubicBezTo>
                    <a:lnTo>
                      <a:pt x="504202" y="720629"/>
                    </a:lnTo>
                    <a:cubicBezTo>
                      <a:pt x="378760" y="758261"/>
                      <a:pt x="456469" y="728305"/>
                      <a:pt x="341832" y="788995"/>
                    </a:cubicBezTo>
                    <a:cubicBezTo>
                      <a:pt x="319314" y="800916"/>
                      <a:pt x="296599" y="812501"/>
                      <a:pt x="273466" y="823178"/>
                    </a:cubicBezTo>
                    <a:cubicBezTo>
                      <a:pt x="259538" y="829606"/>
                      <a:pt x="243891" y="832377"/>
                      <a:pt x="230737" y="840270"/>
                    </a:cubicBezTo>
                    <a:cubicBezTo>
                      <a:pt x="191572" y="863769"/>
                      <a:pt x="187484" y="875151"/>
                      <a:pt x="162371" y="908636"/>
                    </a:cubicBezTo>
                    <a:cubicBezTo>
                      <a:pt x="124256" y="1022979"/>
                      <a:pt x="138563" y="959896"/>
                      <a:pt x="153825" y="1173556"/>
                    </a:cubicBezTo>
                    <a:cubicBezTo>
                      <a:pt x="154467" y="1182541"/>
                      <a:pt x="157135" y="1191863"/>
                      <a:pt x="162371" y="1199193"/>
                    </a:cubicBezTo>
                    <a:cubicBezTo>
                      <a:pt x="198568" y="1249869"/>
                      <a:pt x="190857" y="1241922"/>
                      <a:pt x="196554" y="1250468"/>
                    </a:cubicBezTo>
                    <a:close/>
                  </a:path>
                </a:pathLst>
              </a:custGeom>
              <a:solidFill>
                <a:schemeClr val="accent5">
                  <a:alpha val="27987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</a:pPr>
                <a:endParaRPr lang="es-ES" sz="1350" kern="1200">
                  <a:solidFill>
                    <a:prstClr val="white"/>
                  </a:solidFill>
                  <a:latin typeface="Aptos" panose="02110004020202020204"/>
                </a:endParaRPr>
              </a:p>
            </p:txBody>
          </p:sp>
        </p:grpSp>
        <p:sp>
          <p:nvSpPr>
            <p:cNvPr id="100" name="Forma libre 99">
              <a:extLst>
                <a:ext uri="{FF2B5EF4-FFF2-40B4-BE49-F238E27FC236}">
                  <a16:creationId xmlns:a16="http://schemas.microsoft.com/office/drawing/2014/main" id="{8524C0F2-7180-F8C2-BDEF-137A029A3D3F}"/>
                </a:ext>
              </a:extLst>
            </p:cNvPr>
            <p:cNvSpPr/>
            <p:nvPr/>
          </p:nvSpPr>
          <p:spPr>
            <a:xfrm>
              <a:off x="7454900" y="2578100"/>
              <a:ext cx="3950331" cy="1117600"/>
            </a:xfrm>
            <a:custGeom>
              <a:avLst/>
              <a:gdLst>
                <a:gd name="connsiteX0" fmla="*/ 0 w 3950331"/>
                <a:gd name="connsiteY0" fmla="*/ 1104900 h 1117600"/>
                <a:gd name="connsiteX1" fmla="*/ 0 w 3950331"/>
                <a:gd name="connsiteY1" fmla="*/ 1104900 h 1117600"/>
                <a:gd name="connsiteX2" fmla="*/ 127000 w 3950331"/>
                <a:gd name="connsiteY2" fmla="*/ 1117600 h 1117600"/>
                <a:gd name="connsiteX3" fmla="*/ 393700 w 3950331"/>
                <a:gd name="connsiteY3" fmla="*/ 1104900 h 1117600"/>
                <a:gd name="connsiteX4" fmla="*/ 609600 w 3950331"/>
                <a:gd name="connsiteY4" fmla="*/ 1079500 h 1117600"/>
                <a:gd name="connsiteX5" fmla="*/ 723900 w 3950331"/>
                <a:gd name="connsiteY5" fmla="*/ 1054100 h 1117600"/>
                <a:gd name="connsiteX6" fmla="*/ 838200 w 3950331"/>
                <a:gd name="connsiteY6" fmla="*/ 1016000 h 1117600"/>
                <a:gd name="connsiteX7" fmla="*/ 876300 w 3950331"/>
                <a:gd name="connsiteY7" fmla="*/ 1003300 h 1117600"/>
                <a:gd name="connsiteX8" fmla="*/ 914400 w 3950331"/>
                <a:gd name="connsiteY8" fmla="*/ 990600 h 1117600"/>
                <a:gd name="connsiteX9" fmla="*/ 952500 w 3950331"/>
                <a:gd name="connsiteY9" fmla="*/ 965200 h 1117600"/>
                <a:gd name="connsiteX10" fmla="*/ 990600 w 3950331"/>
                <a:gd name="connsiteY10" fmla="*/ 952500 h 1117600"/>
                <a:gd name="connsiteX11" fmla="*/ 1104900 w 3950331"/>
                <a:gd name="connsiteY11" fmla="*/ 914400 h 1117600"/>
                <a:gd name="connsiteX12" fmla="*/ 1143000 w 3950331"/>
                <a:gd name="connsiteY12" fmla="*/ 901700 h 1117600"/>
                <a:gd name="connsiteX13" fmla="*/ 1206500 w 3950331"/>
                <a:gd name="connsiteY13" fmla="*/ 876300 h 1117600"/>
                <a:gd name="connsiteX14" fmla="*/ 1409700 w 3950331"/>
                <a:gd name="connsiteY14" fmla="*/ 838200 h 1117600"/>
                <a:gd name="connsiteX15" fmla="*/ 1473200 w 3950331"/>
                <a:gd name="connsiteY15" fmla="*/ 812800 h 1117600"/>
                <a:gd name="connsiteX16" fmla="*/ 1536700 w 3950331"/>
                <a:gd name="connsiteY16" fmla="*/ 800100 h 1117600"/>
                <a:gd name="connsiteX17" fmla="*/ 1612900 w 3950331"/>
                <a:gd name="connsiteY17" fmla="*/ 787400 h 1117600"/>
                <a:gd name="connsiteX18" fmla="*/ 1714500 w 3950331"/>
                <a:gd name="connsiteY18" fmla="*/ 774700 h 1117600"/>
                <a:gd name="connsiteX19" fmla="*/ 1765300 w 3950331"/>
                <a:gd name="connsiteY19" fmla="*/ 762000 h 1117600"/>
                <a:gd name="connsiteX20" fmla="*/ 1841500 w 3950331"/>
                <a:gd name="connsiteY20" fmla="*/ 749300 h 1117600"/>
                <a:gd name="connsiteX21" fmla="*/ 1943100 w 3950331"/>
                <a:gd name="connsiteY21" fmla="*/ 736600 h 1117600"/>
                <a:gd name="connsiteX22" fmla="*/ 1993900 w 3950331"/>
                <a:gd name="connsiteY22" fmla="*/ 723900 h 1117600"/>
                <a:gd name="connsiteX23" fmla="*/ 2120900 w 3950331"/>
                <a:gd name="connsiteY23" fmla="*/ 698500 h 1117600"/>
                <a:gd name="connsiteX24" fmla="*/ 2311400 w 3950331"/>
                <a:gd name="connsiteY24" fmla="*/ 673100 h 1117600"/>
                <a:gd name="connsiteX25" fmla="*/ 2413000 w 3950331"/>
                <a:gd name="connsiteY25" fmla="*/ 660400 h 1117600"/>
                <a:gd name="connsiteX26" fmla="*/ 2489200 w 3950331"/>
                <a:gd name="connsiteY26" fmla="*/ 635000 h 1117600"/>
                <a:gd name="connsiteX27" fmla="*/ 2527300 w 3950331"/>
                <a:gd name="connsiteY27" fmla="*/ 622300 h 1117600"/>
                <a:gd name="connsiteX28" fmla="*/ 2603500 w 3950331"/>
                <a:gd name="connsiteY28" fmla="*/ 584200 h 1117600"/>
                <a:gd name="connsiteX29" fmla="*/ 2641600 w 3950331"/>
                <a:gd name="connsiteY29" fmla="*/ 558800 h 1117600"/>
                <a:gd name="connsiteX30" fmla="*/ 2768600 w 3950331"/>
                <a:gd name="connsiteY30" fmla="*/ 520700 h 1117600"/>
                <a:gd name="connsiteX31" fmla="*/ 2882900 w 3950331"/>
                <a:gd name="connsiteY31" fmla="*/ 482600 h 1117600"/>
                <a:gd name="connsiteX32" fmla="*/ 2921000 w 3950331"/>
                <a:gd name="connsiteY32" fmla="*/ 469900 h 1117600"/>
                <a:gd name="connsiteX33" fmla="*/ 3035300 w 3950331"/>
                <a:gd name="connsiteY33" fmla="*/ 444500 h 1117600"/>
                <a:gd name="connsiteX34" fmla="*/ 3086100 w 3950331"/>
                <a:gd name="connsiteY34" fmla="*/ 431800 h 1117600"/>
                <a:gd name="connsiteX35" fmla="*/ 3251200 w 3950331"/>
                <a:gd name="connsiteY35" fmla="*/ 406400 h 1117600"/>
                <a:gd name="connsiteX36" fmla="*/ 3378200 w 3950331"/>
                <a:gd name="connsiteY36" fmla="*/ 381000 h 1117600"/>
                <a:gd name="connsiteX37" fmla="*/ 3492500 w 3950331"/>
                <a:gd name="connsiteY37" fmla="*/ 368300 h 1117600"/>
                <a:gd name="connsiteX38" fmla="*/ 3581400 w 3950331"/>
                <a:gd name="connsiteY38" fmla="*/ 355600 h 1117600"/>
                <a:gd name="connsiteX39" fmla="*/ 3797300 w 3950331"/>
                <a:gd name="connsiteY39" fmla="*/ 330200 h 1117600"/>
                <a:gd name="connsiteX40" fmla="*/ 3835400 w 3950331"/>
                <a:gd name="connsiteY40" fmla="*/ 317500 h 1117600"/>
                <a:gd name="connsiteX41" fmla="*/ 3886200 w 3950331"/>
                <a:gd name="connsiteY41" fmla="*/ 304800 h 1117600"/>
                <a:gd name="connsiteX42" fmla="*/ 3924300 w 3950331"/>
                <a:gd name="connsiteY42" fmla="*/ 279400 h 1117600"/>
                <a:gd name="connsiteX43" fmla="*/ 3949700 w 3950331"/>
                <a:gd name="connsiteY43" fmla="*/ 241300 h 1117600"/>
                <a:gd name="connsiteX44" fmla="*/ 3937000 w 3950331"/>
                <a:gd name="connsiteY44" fmla="*/ 127000 h 1117600"/>
                <a:gd name="connsiteX45" fmla="*/ 3924300 w 3950331"/>
                <a:gd name="connsiteY45" fmla="*/ 88900 h 1117600"/>
                <a:gd name="connsiteX46" fmla="*/ 3746500 w 3950331"/>
                <a:gd name="connsiteY46" fmla="*/ 12700 h 1117600"/>
                <a:gd name="connsiteX47" fmla="*/ 3594100 w 3950331"/>
                <a:gd name="connsiteY47" fmla="*/ 0 h 1117600"/>
                <a:gd name="connsiteX48" fmla="*/ 3390900 w 3950331"/>
                <a:gd name="connsiteY48" fmla="*/ 12700 h 1117600"/>
                <a:gd name="connsiteX49" fmla="*/ 3289300 w 3950331"/>
                <a:gd name="connsiteY49" fmla="*/ 50800 h 1117600"/>
                <a:gd name="connsiteX50" fmla="*/ 3251200 w 3950331"/>
                <a:gd name="connsiteY50" fmla="*/ 76200 h 1117600"/>
                <a:gd name="connsiteX51" fmla="*/ 3149600 w 3950331"/>
                <a:gd name="connsiteY51" fmla="*/ 101600 h 1117600"/>
                <a:gd name="connsiteX52" fmla="*/ 3098800 w 3950331"/>
                <a:gd name="connsiteY52" fmla="*/ 114300 h 1117600"/>
                <a:gd name="connsiteX53" fmla="*/ 2933700 w 3950331"/>
                <a:gd name="connsiteY53" fmla="*/ 139700 h 1117600"/>
                <a:gd name="connsiteX54" fmla="*/ 2857500 w 3950331"/>
                <a:gd name="connsiteY54" fmla="*/ 165100 h 1117600"/>
                <a:gd name="connsiteX55" fmla="*/ 2743200 w 3950331"/>
                <a:gd name="connsiteY55" fmla="*/ 203200 h 1117600"/>
                <a:gd name="connsiteX56" fmla="*/ 2705100 w 3950331"/>
                <a:gd name="connsiteY56" fmla="*/ 215900 h 1117600"/>
                <a:gd name="connsiteX57" fmla="*/ 2667000 w 3950331"/>
                <a:gd name="connsiteY57" fmla="*/ 228600 h 1117600"/>
                <a:gd name="connsiteX58" fmla="*/ 2603500 w 3950331"/>
                <a:gd name="connsiteY58" fmla="*/ 241300 h 1117600"/>
                <a:gd name="connsiteX59" fmla="*/ 2400300 w 3950331"/>
                <a:gd name="connsiteY59" fmla="*/ 279400 h 1117600"/>
                <a:gd name="connsiteX60" fmla="*/ 2324100 w 3950331"/>
                <a:gd name="connsiteY60" fmla="*/ 317500 h 1117600"/>
                <a:gd name="connsiteX61" fmla="*/ 2273300 w 3950331"/>
                <a:gd name="connsiteY61" fmla="*/ 330200 h 1117600"/>
                <a:gd name="connsiteX62" fmla="*/ 2235200 w 3950331"/>
                <a:gd name="connsiteY62" fmla="*/ 342900 h 1117600"/>
                <a:gd name="connsiteX63" fmla="*/ 2184400 w 3950331"/>
                <a:gd name="connsiteY63" fmla="*/ 368300 h 1117600"/>
                <a:gd name="connsiteX64" fmla="*/ 2057400 w 3950331"/>
                <a:gd name="connsiteY64" fmla="*/ 406400 h 1117600"/>
                <a:gd name="connsiteX65" fmla="*/ 2019300 w 3950331"/>
                <a:gd name="connsiteY65" fmla="*/ 431800 h 1117600"/>
                <a:gd name="connsiteX66" fmla="*/ 1930400 w 3950331"/>
                <a:gd name="connsiteY66" fmla="*/ 457200 h 1117600"/>
                <a:gd name="connsiteX67" fmla="*/ 1892300 w 3950331"/>
                <a:gd name="connsiteY67" fmla="*/ 469900 h 1117600"/>
                <a:gd name="connsiteX68" fmla="*/ 1841500 w 3950331"/>
                <a:gd name="connsiteY68" fmla="*/ 482600 h 1117600"/>
                <a:gd name="connsiteX69" fmla="*/ 1752600 w 3950331"/>
                <a:gd name="connsiteY69" fmla="*/ 520700 h 1117600"/>
                <a:gd name="connsiteX70" fmla="*/ 1663700 w 3950331"/>
                <a:gd name="connsiteY70" fmla="*/ 533400 h 1117600"/>
                <a:gd name="connsiteX71" fmla="*/ 1409700 w 3950331"/>
                <a:gd name="connsiteY71" fmla="*/ 558800 h 1117600"/>
                <a:gd name="connsiteX72" fmla="*/ 1244600 w 3950331"/>
                <a:gd name="connsiteY72" fmla="*/ 596900 h 1117600"/>
                <a:gd name="connsiteX73" fmla="*/ 1193800 w 3950331"/>
                <a:gd name="connsiteY73" fmla="*/ 609600 h 1117600"/>
                <a:gd name="connsiteX74" fmla="*/ 1143000 w 3950331"/>
                <a:gd name="connsiteY74" fmla="*/ 635000 h 1117600"/>
                <a:gd name="connsiteX75" fmla="*/ 1041400 w 3950331"/>
                <a:gd name="connsiteY75" fmla="*/ 660400 h 1117600"/>
                <a:gd name="connsiteX76" fmla="*/ 965200 w 3950331"/>
                <a:gd name="connsiteY76" fmla="*/ 711200 h 1117600"/>
                <a:gd name="connsiteX77" fmla="*/ 927100 w 3950331"/>
                <a:gd name="connsiteY77" fmla="*/ 723900 h 1117600"/>
                <a:gd name="connsiteX78" fmla="*/ 850900 w 3950331"/>
                <a:gd name="connsiteY78" fmla="*/ 762000 h 1117600"/>
                <a:gd name="connsiteX79" fmla="*/ 749300 w 3950331"/>
                <a:gd name="connsiteY79" fmla="*/ 825500 h 1117600"/>
                <a:gd name="connsiteX80" fmla="*/ 711200 w 3950331"/>
                <a:gd name="connsiteY80" fmla="*/ 850900 h 1117600"/>
                <a:gd name="connsiteX81" fmla="*/ 673100 w 3950331"/>
                <a:gd name="connsiteY81" fmla="*/ 863600 h 1117600"/>
                <a:gd name="connsiteX82" fmla="*/ 622300 w 3950331"/>
                <a:gd name="connsiteY82" fmla="*/ 889000 h 1117600"/>
                <a:gd name="connsiteX83" fmla="*/ 533400 w 3950331"/>
                <a:gd name="connsiteY83" fmla="*/ 914400 h 1117600"/>
                <a:gd name="connsiteX84" fmla="*/ 482600 w 3950331"/>
                <a:gd name="connsiteY84" fmla="*/ 939800 h 1117600"/>
                <a:gd name="connsiteX85" fmla="*/ 406400 w 3950331"/>
                <a:gd name="connsiteY85" fmla="*/ 965200 h 1117600"/>
                <a:gd name="connsiteX86" fmla="*/ 292100 w 3950331"/>
                <a:gd name="connsiteY86" fmla="*/ 1003300 h 1117600"/>
                <a:gd name="connsiteX87" fmla="*/ 215900 w 3950331"/>
                <a:gd name="connsiteY87" fmla="*/ 1028700 h 1117600"/>
                <a:gd name="connsiteX88" fmla="*/ 177800 w 3950331"/>
                <a:gd name="connsiteY88" fmla="*/ 1041400 h 1117600"/>
                <a:gd name="connsiteX89" fmla="*/ 12700 w 3950331"/>
                <a:gd name="connsiteY89" fmla="*/ 1079500 h 1117600"/>
                <a:gd name="connsiteX90" fmla="*/ 0 w 3950331"/>
                <a:gd name="connsiteY90" fmla="*/ 1104900 h 111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950331" h="1117600">
                  <a:moveTo>
                    <a:pt x="0" y="1104900"/>
                  </a:moveTo>
                  <a:lnTo>
                    <a:pt x="0" y="1104900"/>
                  </a:lnTo>
                  <a:cubicBezTo>
                    <a:pt x="42333" y="1109133"/>
                    <a:pt x="84456" y="1117600"/>
                    <a:pt x="127000" y="1117600"/>
                  </a:cubicBezTo>
                  <a:cubicBezTo>
                    <a:pt x="216001" y="1117600"/>
                    <a:pt x="304896" y="1110820"/>
                    <a:pt x="393700" y="1104900"/>
                  </a:cubicBezTo>
                  <a:cubicBezTo>
                    <a:pt x="428991" y="1102547"/>
                    <a:pt x="570507" y="1084387"/>
                    <a:pt x="609600" y="1079500"/>
                  </a:cubicBezTo>
                  <a:cubicBezTo>
                    <a:pt x="718608" y="1043164"/>
                    <a:pt x="545090" y="1098802"/>
                    <a:pt x="723900" y="1054100"/>
                  </a:cubicBezTo>
                  <a:lnTo>
                    <a:pt x="838200" y="1016000"/>
                  </a:lnTo>
                  <a:lnTo>
                    <a:pt x="876300" y="1003300"/>
                  </a:lnTo>
                  <a:cubicBezTo>
                    <a:pt x="889000" y="999067"/>
                    <a:pt x="903261" y="998026"/>
                    <a:pt x="914400" y="990600"/>
                  </a:cubicBezTo>
                  <a:cubicBezTo>
                    <a:pt x="927100" y="982133"/>
                    <a:pt x="938848" y="972026"/>
                    <a:pt x="952500" y="965200"/>
                  </a:cubicBezTo>
                  <a:cubicBezTo>
                    <a:pt x="964474" y="959213"/>
                    <a:pt x="978065" y="957200"/>
                    <a:pt x="990600" y="952500"/>
                  </a:cubicBezTo>
                  <a:cubicBezTo>
                    <a:pt x="1130718" y="899956"/>
                    <a:pt x="985729" y="948449"/>
                    <a:pt x="1104900" y="914400"/>
                  </a:cubicBezTo>
                  <a:cubicBezTo>
                    <a:pt x="1117772" y="910722"/>
                    <a:pt x="1130465" y="906400"/>
                    <a:pt x="1143000" y="901700"/>
                  </a:cubicBezTo>
                  <a:cubicBezTo>
                    <a:pt x="1164346" y="893695"/>
                    <a:pt x="1184506" y="882298"/>
                    <a:pt x="1206500" y="876300"/>
                  </a:cubicBezTo>
                  <a:cubicBezTo>
                    <a:pt x="1281567" y="855827"/>
                    <a:pt x="1330744" y="869782"/>
                    <a:pt x="1409700" y="838200"/>
                  </a:cubicBezTo>
                  <a:cubicBezTo>
                    <a:pt x="1430867" y="829733"/>
                    <a:pt x="1451364" y="819351"/>
                    <a:pt x="1473200" y="812800"/>
                  </a:cubicBezTo>
                  <a:cubicBezTo>
                    <a:pt x="1493875" y="806597"/>
                    <a:pt x="1515462" y="803961"/>
                    <a:pt x="1536700" y="800100"/>
                  </a:cubicBezTo>
                  <a:cubicBezTo>
                    <a:pt x="1562035" y="795494"/>
                    <a:pt x="1587408" y="791042"/>
                    <a:pt x="1612900" y="787400"/>
                  </a:cubicBezTo>
                  <a:cubicBezTo>
                    <a:pt x="1646687" y="782573"/>
                    <a:pt x="1680834" y="780311"/>
                    <a:pt x="1714500" y="774700"/>
                  </a:cubicBezTo>
                  <a:cubicBezTo>
                    <a:pt x="1731717" y="771831"/>
                    <a:pt x="1748184" y="765423"/>
                    <a:pt x="1765300" y="762000"/>
                  </a:cubicBezTo>
                  <a:cubicBezTo>
                    <a:pt x="1790550" y="756950"/>
                    <a:pt x="1816008" y="752942"/>
                    <a:pt x="1841500" y="749300"/>
                  </a:cubicBezTo>
                  <a:cubicBezTo>
                    <a:pt x="1875287" y="744473"/>
                    <a:pt x="1909434" y="742211"/>
                    <a:pt x="1943100" y="736600"/>
                  </a:cubicBezTo>
                  <a:cubicBezTo>
                    <a:pt x="1960317" y="733731"/>
                    <a:pt x="1976833" y="727557"/>
                    <a:pt x="1993900" y="723900"/>
                  </a:cubicBezTo>
                  <a:cubicBezTo>
                    <a:pt x="2036113" y="714854"/>
                    <a:pt x="2078062" y="703855"/>
                    <a:pt x="2120900" y="698500"/>
                  </a:cubicBezTo>
                  <a:lnTo>
                    <a:pt x="2311400" y="673100"/>
                  </a:lnTo>
                  <a:lnTo>
                    <a:pt x="2413000" y="660400"/>
                  </a:lnTo>
                  <a:lnTo>
                    <a:pt x="2489200" y="635000"/>
                  </a:lnTo>
                  <a:cubicBezTo>
                    <a:pt x="2501900" y="630767"/>
                    <a:pt x="2516161" y="629726"/>
                    <a:pt x="2527300" y="622300"/>
                  </a:cubicBezTo>
                  <a:cubicBezTo>
                    <a:pt x="2636489" y="549507"/>
                    <a:pt x="2498340" y="636780"/>
                    <a:pt x="2603500" y="584200"/>
                  </a:cubicBezTo>
                  <a:cubicBezTo>
                    <a:pt x="2617152" y="577374"/>
                    <a:pt x="2627652" y="564999"/>
                    <a:pt x="2641600" y="558800"/>
                  </a:cubicBezTo>
                  <a:cubicBezTo>
                    <a:pt x="2703771" y="531168"/>
                    <a:pt x="2711766" y="537750"/>
                    <a:pt x="2768600" y="520700"/>
                  </a:cubicBezTo>
                  <a:lnTo>
                    <a:pt x="2882900" y="482600"/>
                  </a:lnTo>
                  <a:cubicBezTo>
                    <a:pt x="2895600" y="478367"/>
                    <a:pt x="2908013" y="473147"/>
                    <a:pt x="2921000" y="469900"/>
                  </a:cubicBezTo>
                  <a:cubicBezTo>
                    <a:pt x="3044890" y="438927"/>
                    <a:pt x="2890192" y="476746"/>
                    <a:pt x="3035300" y="444500"/>
                  </a:cubicBezTo>
                  <a:cubicBezTo>
                    <a:pt x="3052339" y="440714"/>
                    <a:pt x="3068984" y="435223"/>
                    <a:pt x="3086100" y="431800"/>
                  </a:cubicBezTo>
                  <a:cubicBezTo>
                    <a:pt x="3208859" y="407248"/>
                    <a:pt x="3117010" y="430798"/>
                    <a:pt x="3251200" y="406400"/>
                  </a:cubicBezTo>
                  <a:cubicBezTo>
                    <a:pt x="3390016" y="381161"/>
                    <a:pt x="3191789" y="405855"/>
                    <a:pt x="3378200" y="381000"/>
                  </a:cubicBezTo>
                  <a:cubicBezTo>
                    <a:pt x="3416198" y="375934"/>
                    <a:pt x="3454462" y="373055"/>
                    <a:pt x="3492500" y="368300"/>
                  </a:cubicBezTo>
                  <a:cubicBezTo>
                    <a:pt x="3522203" y="364587"/>
                    <a:pt x="3551728" y="359556"/>
                    <a:pt x="3581400" y="355600"/>
                  </a:cubicBezTo>
                  <a:cubicBezTo>
                    <a:pt x="3668674" y="343963"/>
                    <a:pt x="3707893" y="340134"/>
                    <a:pt x="3797300" y="330200"/>
                  </a:cubicBezTo>
                  <a:cubicBezTo>
                    <a:pt x="3810000" y="325967"/>
                    <a:pt x="3822528" y="321178"/>
                    <a:pt x="3835400" y="317500"/>
                  </a:cubicBezTo>
                  <a:cubicBezTo>
                    <a:pt x="3852183" y="312705"/>
                    <a:pt x="3870157" y="311676"/>
                    <a:pt x="3886200" y="304800"/>
                  </a:cubicBezTo>
                  <a:cubicBezTo>
                    <a:pt x="3900229" y="298787"/>
                    <a:pt x="3911600" y="287867"/>
                    <a:pt x="3924300" y="279400"/>
                  </a:cubicBezTo>
                  <a:cubicBezTo>
                    <a:pt x="3932767" y="266700"/>
                    <a:pt x="3948432" y="256511"/>
                    <a:pt x="3949700" y="241300"/>
                  </a:cubicBezTo>
                  <a:cubicBezTo>
                    <a:pt x="3952884" y="203098"/>
                    <a:pt x="3943302" y="164813"/>
                    <a:pt x="3937000" y="127000"/>
                  </a:cubicBezTo>
                  <a:cubicBezTo>
                    <a:pt x="3934799" y="113795"/>
                    <a:pt x="3933766" y="98366"/>
                    <a:pt x="3924300" y="88900"/>
                  </a:cubicBezTo>
                  <a:cubicBezTo>
                    <a:pt x="3878188" y="42788"/>
                    <a:pt x="3810093" y="17999"/>
                    <a:pt x="3746500" y="12700"/>
                  </a:cubicBezTo>
                  <a:lnTo>
                    <a:pt x="3594100" y="0"/>
                  </a:lnTo>
                  <a:cubicBezTo>
                    <a:pt x="3526367" y="4233"/>
                    <a:pt x="3458429" y="5947"/>
                    <a:pt x="3390900" y="12700"/>
                  </a:cubicBezTo>
                  <a:cubicBezTo>
                    <a:pt x="3353018" y="16488"/>
                    <a:pt x="3321779" y="32241"/>
                    <a:pt x="3289300" y="50800"/>
                  </a:cubicBezTo>
                  <a:cubicBezTo>
                    <a:pt x="3276048" y="58373"/>
                    <a:pt x="3265545" y="70984"/>
                    <a:pt x="3251200" y="76200"/>
                  </a:cubicBezTo>
                  <a:cubicBezTo>
                    <a:pt x="3218393" y="88130"/>
                    <a:pt x="3183467" y="93133"/>
                    <a:pt x="3149600" y="101600"/>
                  </a:cubicBezTo>
                  <a:cubicBezTo>
                    <a:pt x="3132667" y="105833"/>
                    <a:pt x="3116079" y="111832"/>
                    <a:pt x="3098800" y="114300"/>
                  </a:cubicBezTo>
                  <a:cubicBezTo>
                    <a:pt x="3080001" y="116986"/>
                    <a:pt x="2957195" y="133826"/>
                    <a:pt x="2933700" y="139700"/>
                  </a:cubicBezTo>
                  <a:cubicBezTo>
                    <a:pt x="2907725" y="146194"/>
                    <a:pt x="2882900" y="156633"/>
                    <a:pt x="2857500" y="165100"/>
                  </a:cubicBezTo>
                  <a:lnTo>
                    <a:pt x="2743200" y="203200"/>
                  </a:lnTo>
                  <a:lnTo>
                    <a:pt x="2705100" y="215900"/>
                  </a:lnTo>
                  <a:cubicBezTo>
                    <a:pt x="2692400" y="220133"/>
                    <a:pt x="2680127" y="225975"/>
                    <a:pt x="2667000" y="228600"/>
                  </a:cubicBezTo>
                  <a:cubicBezTo>
                    <a:pt x="2645833" y="232833"/>
                    <a:pt x="2624757" y="237549"/>
                    <a:pt x="2603500" y="241300"/>
                  </a:cubicBezTo>
                  <a:cubicBezTo>
                    <a:pt x="2515858" y="256766"/>
                    <a:pt x="2473280" y="258548"/>
                    <a:pt x="2400300" y="279400"/>
                  </a:cubicBezTo>
                  <a:cubicBezTo>
                    <a:pt x="2293271" y="309980"/>
                    <a:pt x="2435419" y="269792"/>
                    <a:pt x="2324100" y="317500"/>
                  </a:cubicBezTo>
                  <a:cubicBezTo>
                    <a:pt x="2308057" y="324376"/>
                    <a:pt x="2290083" y="325405"/>
                    <a:pt x="2273300" y="330200"/>
                  </a:cubicBezTo>
                  <a:cubicBezTo>
                    <a:pt x="2260428" y="333878"/>
                    <a:pt x="2247505" y="337627"/>
                    <a:pt x="2235200" y="342900"/>
                  </a:cubicBezTo>
                  <a:cubicBezTo>
                    <a:pt x="2217799" y="350358"/>
                    <a:pt x="2201978" y="361269"/>
                    <a:pt x="2184400" y="368300"/>
                  </a:cubicBezTo>
                  <a:cubicBezTo>
                    <a:pt x="2132867" y="388913"/>
                    <a:pt x="2107298" y="393925"/>
                    <a:pt x="2057400" y="406400"/>
                  </a:cubicBezTo>
                  <a:cubicBezTo>
                    <a:pt x="2044700" y="414867"/>
                    <a:pt x="2032952" y="424974"/>
                    <a:pt x="2019300" y="431800"/>
                  </a:cubicBezTo>
                  <a:cubicBezTo>
                    <a:pt x="1999000" y="441950"/>
                    <a:pt x="1949389" y="451775"/>
                    <a:pt x="1930400" y="457200"/>
                  </a:cubicBezTo>
                  <a:cubicBezTo>
                    <a:pt x="1917528" y="460878"/>
                    <a:pt x="1905172" y="466222"/>
                    <a:pt x="1892300" y="469900"/>
                  </a:cubicBezTo>
                  <a:cubicBezTo>
                    <a:pt x="1875517" y="474695"/>
                    <a:pt x="1857843" y="476471"/>
                    <a:pt x="1841500" y="482600"/>
                  </a:cubicBezTo>
                  <a:cubicBezTo>
                    <a:pt x="1794293" y="500303"/>
                    <a:pt x="1797653" y="511689"/>
                    <a:pt x="1752600" y="520700"/>
                  </a:cubicBezTo>
                  <a:cubicBezTo>
                    <a:pt x="1723247" y="526571"/>
                    <a:pt x="1693451" y="530094"/>
                    <a:pt x="1663700" y="533400"/>
                  </a:cubicBezTo>
                  <a:cubicBezTo>
                    <a:pt x="1605116" y="539909"/>
                    <a:pt x="1472672" y="548857"/>
                    <a:pt x="1409700" y="558800"/>
                  </a:cubicBezTo>
                  <a:cubicBezTo>
                    <a:pt x="1220752" y="588634"/>
                    <a:pt x="1338795" y="569987"/>
                    <a:pt x="1244600" y="596900"/>
                  </a:cubicBezTo>
                  <a:cubicBezTo>
                    <a:pt x="1227817" y="601695"/>
                    <a:pt x="1210143" y="603471"/>
                    <a:pt x="1193800" y="609600"/>
                  </a:cubicBezTo>
                  <a:cubicBezTo>
                    <a:pt x="1176073" y="616247"/>
                    <a:pt x="1160961" y="629013"/>
                    <a:pt x="1143000" y="635000"/>
                  </a:cubicBezTo>
                  <a:cubicBezTo>
                    <a:pt x="1109882" y="646039"/>
                    <a:pt x="1041400" y="660400"/>
                    <a:pt x="1041400" y="660400"/>
                  </a:cubicBezTo>
                  <a:cubicBezTo>
                    <a:pt x="1016000" y="677333"/>
                    <a:pt x="994160" y="701547"/>
                    <a:pt x="965200" y="711200"/>
                  </a:cubicBezTo>
                  <a:cubicBezTo>
                    <a:pt x="952500" y="715433"/>
                    <a:pt x="939074" y="717913"/>
                    <a:pt x="927100" y="723900"/>
                  </a:cubicBezTo>
                  <a:cubicBezTo>
                    <a:pt x="828623" y="773139"/>
                    <a:pt x="946665" y="730078"/>
                    <a:pt x="850900" y="762000"/>
                  </a:cubicBezTo>
                  <a:cubicBezTo>
                    <a:pt x="753769" y="834848"/>
                    <a:pt x="846925" y="769714"/>
                    <a:pt x="749300" y="825500"/>
                  </a:cubicBezTo>
                  <a:cubicBezTo>
                    <a:pt x="736048" y="833073"/>
                    <a:pt x="724852" y="844074"/>
                    <a:pt x="711200" y="850900"/>
                  </a:cubicBezTo>
                  <a:cubicBezTo>
                    <a:pt x="699226" y="856887"/>
                    <a:pt x="685405" y="858327"/>
                    <a:pt x="673100" y="863600"/>
                  </a:cubicBezTo>
                  <a:cubicBezTo>
                    <a:pt x="655699" y="871058"/>
                    <a:pt x="639701" y="881542"/>
                    <a:pt x="622300" y="889000"/>
                  </a:cubicBezTo>
                  <a:cubicBezTo>
                    <a:pt x="550660" y="919703"/>
                    <a:pt x="619329" y="882177"/>
                    <a:pt x="533400" y="914400"/>
                  </a:cubicBezTo>
                  <a:cubicBezTo>
                    <a:pt x="515673" y="921047"/>
                    <a:pt x="500178" y="932769"/>
                    <a:pt x="482600" y="939800"/>
                  </a:cubicBezTo>
                  <a:cubicBezTo>
                    <a:pt x="457741" y="949744"/>
                    <a:pt x="431800" y="956733"/>
                    <a:pt x="406400" y="965200"/>
                  </a:cubicBezTo>
                  <a:lnTo>
                    <a:pt x="292100" y="1003300"/>
                  </a:lnTo>
                  <a:lnTo>
                    <a:pt x="215900" y="1028700"/>
                  </a:lnTo>
                  <a:cubicBezTo>
                    <a:pt x="203200" y="1032933"/>
                    <a:pt x="190927" y="1038775"/>
                    <a:pt x="177800" y="1041400"/>
                  </a:cubicBezTo>
                  <a:cubicBezTo>
                    <a:pt x="143213" y="1048317"/>
                    <a:pt x="33124" y="1069288"/>
                    <a:pt x="12700" y="1079500"/>
                  </a:cubicBezTo>
                  <a:lnTo>
                    <a:pt x="0" y="1104900"/>
                  </a:lnTo>
                  <a:close/>
                </a:path>
              </a:pathLst>
            </a:custGeom>
            <a:solidFill>
              <a:schemeClr val="accent5">
                <a:alpha val="27987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2" name="Forma libre 101">
            <a:extLst>
              <a:ext uri="{FF2B5EF4-FFF2-40B4-BE49-F238E27FC236}">
                <a16:creationId xmlns:a16="http://schemas.microsoft.com/office/drawing/2014/main" id="{49FF5A5B-4A47-E8CA-0303-563245F8358E}"/>
              </a:ext>
            </a:extLst>
          </p:cNvPr>
          <p:cNvSpPr/>
          <p:nvPr/>
        </p:nvSpPr>
        <p:spPr>
          <a:xfrm>
            <a:off x="1874770" y="3463456"/>
            <a:ext cx="1963805" cy="841844"/>
          </a:xfrm>
          <a:custGeom>
            <a:avLst/>
            <a:gdLst>
              <a:gd name="connsiteX0" fmla="*/ 637207 w 2618407"/>
              <a:gd name="connsiteY0" fmla="*/ 42959 h 1122459"/>
              <a:gd name="connsiteX1" fmla="*/ 637207 w 2618407"/>
              <a:gd name="connsiteY1" fmla="*/ 42959 h 1122459"/>
              <a:gd name="connsiteX2" fmla="*/ 865807 w 2618407"/>
              <a:gd name="connsiteY2" fmla="*/ 42959 h 1122459"/>
              <a:gd name="connsiteX3" fmla="*/ 1386507 w 2618407"/>
              <a:gd name="connsiteY3" fmla="*/ 30259 h 1122459"/>
              <a:gd name="connsiteX4" fmla="*/ 2275507 w 2618407"/>
              <a:gd name="connsiteY4" fmla="*/ 30259 h 1122459"/>
              <a:gd name="connsiteX5" fmla="*/ 2364407 w 2618407"/>
              <a:gd name="connsiteY5" fmla="*/ 93759 h 1122459"/>
              <a:gd name="connsiteX6" fmla="*/ 2339007 w 2618407"/>
              <a:gd name="connsiteY6" fmla="*/ 157259 h 1122459"/>
              <a:gd name="connsiteX7" fmla="*/ 2300907 w 2618407"/>
              <a:gd name="connsiteY7" fmla="*/ 182659 h 1122459"/>
              <a:gd name="connsiteX8" fmla="*/ 2199307 w 2618407"/>
              <a:gd name="connsiteY8" fmla="*/ 233459 h 1122459"/>
              <a:gd name="connsiteX9" fmla="*/ 2110407 w 2618407"/>
              <a:gd name="connsiteY9" fmla="*/ 284259 h 1122459"/>
              <a:gd name="connsiteX10" fmla="*/ 2085007 w 2618407"/>
              <a:gd name="connsiteY10" fmla="*/ 360459 h 1122459"/>
              <a:gd name="connsiteX11" fmla="*/ 2135807 w 2618407"/>
              <a:gd name="connsiteY11" fmla="*/ 500159 h 1122459"/>
              <a:gd name="connsiteX12" fmla="*/ 2161207 w 2618407"/>
              <a:gd name="connsiteY12" fmla="*/ 538259 h 1122459"/>
              <a:gd name="connsiteX13" fmla="*/ 2275507 w 2618407"/>
              <a:gd name="connsiteY13" fmla="*/ 576359 h 1122459"/>
              <a:gd name="connsiteX14" fmla="*/ 2339007 w 2618407"/>
              <a:gd name="connsiteY14" fmla="*/ 601759 h 1122459"/>
              <a:gd name="connsiteX15" fmla="*/ 2580307 w 2618407"/>
              <a:gd name="connsiteY15" fmla="*/ 652559 h 1122459"/>
              <a:gd name="connsiteX16" fmla="*/ 2618407 w 2618407"/>
              <a:gd name="connsiteY16" fmla="*/ 741459 h 1122459"/>
              <a:gd name="connsiteX17" fmla="*/ 2491407 w 2618407"/>
              <a:gd name="connsiteY17" fmla="*/ 855759 h 1122459"/>
              <a:gd name="connsiteX18" fmla="*/ 2326307 w 2618407"/>
              <a:gd name="connsiteY18" fmla="*/ 944659 h 1122459"/>
              <a:gd name="connsiteX19" fmla="*/ 2212007 w 2618407"/>
              <a:gd name="connsiteY19" fmla="*/ 1033559 h 1122459"/>
              <a:gd name="connsiteX20" fmla="*/ 2046907 w 2618407"/>
              <a:gd name="connsiteY20" fmla="*/ 1097059 h 1122459"/>
              <a:gd name="connsiteX21" fmla="*/ 1792907 w 2618407"/>
              <a:gd name="connsiteY21" fmla="*/ 1122459 h 1122459"/>
              <a:gd name="connsiteX22" fmla="*/ 1526207 w 2618407"/>
              <a:gd name="connsiteY22" fmla="*/ 1071659 h 1122459"/>
              <a:gd name="connsiteX23" fmla="*/ 1437307 w 2618407"/>
              <a:gd name="connsiteY23" fmla="*/ 1020859 h 1122459"/>
              <a:gd name="connsiteX24" fmla="*/ 1335707 w 2618407"/>
              <a:gd name="connsiteY24" fmla="*/ 995459 h 1122459"/>
              <a:gd name="connsiteX25" fmla="*/ 1208707 w 2618407"/>
              <a:gd name="connsiteY25" fmla="*/ 957359 h 1122459"/>
              <a:gd name="connsiteX26" fmla="*/ 1094407 w 2618407"/>
              <a:gd name="connsiteY26" fmla="*/ 919259 h 1122459"/>
              <a:gd name="connsiteX27" fmla="*/ 1005507 w 2618407"/>
              <a:gd name="connsiteY27" fmla="*/ 906559 h 1122459"/>
              <a:gd name="connsiteX28" fmla="*/ 903907 w 2618407"/>
              <a:gd name="connsiteY28" fmla="*/ 868459 h 1122459"/>
              <a:gd name="connsiteX29" fmla="*/ 776907 w 2618407"/>
              <a:gd name="connsiteY29" fmla="*/ 804959 h 1122459"/>
              <a:gd name="connsiteX30" fmla="*/ 738807 w 2618407"/>
              <a:gd name="connsiteY30" fmla="*/ 792259 h 1122459"/>
              <a:gd name="connsiteX31" fmla="*/ 561007 w 2618407"/>
              <a:gd name="connsiteY31" fmla="*/ 779559 h 1122459"/>
              <a:gd name="connsiteX32" fmla="*/ 535607 w 2618407"/>
              <a:gd name="connsiteY32" fmla="*/ 665259 h 1122459"/>
              <a:gd name="connsiteX33" fmla="*/ 510207 w 2618407"/>
              <a:gd name="connsiteY33" fmla="*/ 614459 h 1122459"/>
              <a:gd name="connsiteX34" fmla="*/ 383207 w 2618407"/>
              <a:gd name="connsiteY34" fmla="*/ 550959 h 1122459"/>
              <a:gd name="connsiteX35" fmla="*/ 307007 w 2618407"/>
              <a:gd name="connsiteY35" fmla="*/ 512859 h 1122459"/>
              <a:gd name="connsiteX36" fmla="*/ 180007 w 2618407"/>
              <a:gd name="connsiteY36" fmla="*/ 462059 h 1122459"/>
              <a:gd name="connsiteX37" fmla="*/ 103807 w 2618407"/>
              <a:gd name="connsiteY37" fmla="*/ 436659 h 1122459"/>
              <a:gd name="connsiteX38" fmla="*/ 27607 w 2618407"/>
              <a:gd name="connsiteY38" fmla="*/ 373159 h 1122459"/>
              <a:gd name="connsiteX39" fmla="*/ 2207 w 2618407"/>
              <a:gd name="connsiteY39" fmla="*/ 322359 h 1122459"/>
              <a:gd name="connsiteX40" fmla="*/ 14907 w 2618407"/>
              <a:gd name="connsiteY40" fmla="*/ 182659 h 1122459"/>
              <a:gd name="connsiteX41" fmla="*/ 78407 w 2618407"/>
              <a:gd name="connsiteY41" fmla="*/ 144559 h 1122459"/>
              <a:gd name="connsiteX42" fmla="*/ 243507 w 2618407"/>
              <a:gd name="connsiteY42" fmla="*/ 106459 h 1122459"/>
              <a:gd name="connsiteX43" fmla="*/ 421307 w 2618407"/>
              <a:gd name="connsiteY43" fmla="*/ 81059 h 1122459"/>
              <a:gd name="connsiteX44" fmla="*/ 637207 w 2618407"/>
              <a:gd name="connsiteY44" fmla="*/ 42959 h 1122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618407" h="1122459">
                <a:moveTo>
                  <a:pt x="637207" y="42959"/>
                </a:moveTo>
                <a:lnTo>
                  <a:pt x="637207" y="42959"/>
                </a:lnTo>
                <a:cubicBezTo>
                  <a:pt x="861325" y="67861"/>
                  <a:pt x="641689" y="51924"/>
                  <a:pt x="865807" y="42959"/>
                </a:cubicBezTo>
                <a:cubicBezTo>
                  <a:pt x="1039287" y="36020"/>
                  <a:pt x="1212940" y="34492"/>
                  <a:pt x="1386507" y="30259"/>
                </a:cubicBezTo>
                <a:cubicBezTo>
                  <a:pt x="1725111" y="-18113"/>
                  <a:pt x="1573335" y="-1182"/>
                  <a:pt x="2275507" y="30259"/>
                </a:cubicBezTo>
                <a:cubicBezTo>
                  <a:pt x="2310506" y="31826"/>
                  <a:pt x="2343150" y="72502"/>
                  <a:pt x="2364407" y="93759"/>
                </a:cubicBezTo>
                <a:cubicBezTo>
                  <a:pt x="2355940" y="114926"/>
                  <a:pt x="2352258" y="138708"/>
                  <a:pt x="2339007" y="157259"/>
                </a:cubicBezTo>
                <a:cubicBezTo>
                  <a:pt x="2330135" y="169679"/>
                  <a:pt x="2314307" y="175350"/>
                  <a:pt x="2300907" y="182659"/>
                </a:cubicBezTo>
                <a:cubicBezTo>
                  <a:pt x="2267666" y="200790"/>
                  <a:pt x="2230812" y="212456"/>
                  <a:pt x="2199307" y="233459"/>
                </a:cubicBezTo>
                <a:cubicBezTo>
                  <a:pt x="2145455" y="269361"/>
                  <a:pt x="2174859" y="252033"/>
                  <a:pt x="2110407" y="284259"/>
                </a:cubicBezTo>
                <a:cubicBezTo>
                  <a:pt x="2101940" y="309659"/>
                  <a:pt x="2087060" y="333764"/>
                  <a:pt x="2085007" y="360459"/>
                </a:cubicBezTo>
                <a:cubicBezTo>
                  <a:pt x="2078537" y="444570"/>
                  <a:pt x="2095418" y="443615"/>
                  <a:pt x="2135807" y="500159"/>
                </a:cubicBezTo>
                <a:cubicBezTo>
                  <a:pt x="2144679" y="512579"/>
                  <a:pt x="2148787" y="529387"/>
                  <a:pt x="2161207" y="538259"/>
                </a:cubicBezTo>
                <a:cubicBezTo>
                  <a:pt x="2195988" y="563103"/>
                  <a:pt x="2236987" y="563519"/>
                  <a:pt x="2275507" y="576359"/>
                </a:cubicBezTo>
                <a:cubicBezTo>
                  <a:pt x="2297134" y="583568"/>
                  <a:pt x="2317218" y="595055"/>
                  <a:pt x="2339007" y="601759"/>
                </a:cubicBezTo>
                <a:cubicBezTo>
                  <a:pt x="2418912" y="626345"/>
                  <a:pt x="2497930" y="637581"/>
                  <a:pt x="2580307" y="652559"/>
                </a:cubicBezTo>
                <a:cubicBezTo>
                  <a:pt x="2593007" y="682192"/>
                  <a:pt x="2618407" y="709219"/>
                  <a:pt x="2618407" y="741459"/>
                </a:cubicBezTo>
                <a:cubicBezTo>
                  <a:pt x="2618407" y="801500"/>
                  <a:pt x="2524780" y="837960"/>
                  <a:pt x="2491407" y="855759"/>
                </a:cubicBezTo>
                <a:cubicBezTo>
                  <a:pt x="2437920" y="884286"/>
                  <a:pt x="2376516" y="908795"/>
                  <a:pt x="2326307" y="944659"/>
                </a:cubicBezTo>
                <a:cubicBezTo>
                  <a:pt x="2287030" y="972714"/>
                  <a:pt x="2255179" y="1011973"/>
                  <a:pt x="2212007" y="1033559"/>
                </a:cubicBezTo>
                <a:cubicBezTo>
                  <a:pt x="2150106" y="1064509"/>
                  <a:pt x="2117679" y="1086574"/>
                  <a:pt x="2046907" y="1097059"/>
                </a:cubicBezTo>
                <a:cubicBezTo>
                  <a:pt x="1962737" y="1109529"/>
                  <a:pt x="1792907" y="1122459"/>
                  <a:pt x="1792907" y="1122459"/>
                </a:cubicBezTo>
                <a:cubicBezTo>
                  <a:pt x="1704007" y="1105526"/>
                  <a:pt x="1613223" y="1096521"/>
                  <a:pt x="1526207" y="1071659"/>
                </a:cubicBezTo>
                <a:cubicBezTo>
                  <a:pt x="1493390" y="1062283"/>
                  <a:pt x="1468996" y="1033535"/>
                  <a:pt x="1437307" y="1020859"/>
                </a:cubicBezTo>
                <a:cubicBezTo>
                  <a:pt x="1404895" y="1007894"/>
                  <a:pt x="1369342" y="1004802"/>
                  <a:pt x="1335707" y="995459"/>
                </a:cubicBezTo>
                <a:cubicBezTo>
                  <a:pt x="1293122" y="983630"/>
                  <a:pt x="1250853" y="970668"/>
                  <a:pt x="1208707" y="957359"/>
                </a:cubicBezTo>
                <a:cubicBezTo>
                  <a:pt x="1170410" y="945265"/>
                  <a:pt x="1133369" y="928999"/>
                  <a:pt x="1094407" y="919259"/>
                </a:cubicBezTo>
                <a:cubicBezTo>
                  <a:pt x="1065367" y="911999"/>
                  <a:pt x="1035140" y="910792"/>
                  <a:pt x="1005507" y="906559"/>
                </a:cubicBezTo>
                <a:cubicBezTo>
                  <a:pt x="971640" y="893859"/>
                  <a:pt x="936959" y="883149"/>
                  <a:pt x="903907" y="868459"/>
                </a:cubicBezTo>
                <a:cubicBezTo>
                  <a:pt x="860656" y="849236"/>
                  <a:pt x="821808" y="819926"/>
                  <a:pt x="776907" y="804959"/>
                </a:cubicBezTo>
                <a:cubicBezTo>
                  <a:pt x="764207" y="800726"/>
                  <a:pt x="752102" y="793823"/>
                  <a:pt x="738807" y="792259"/>
                </a:cubicBezTo>
                <a:cubicBezTo>
                  <a:pt x="679796" y="785317"/>
                  <a:pt x="620274" y="783792"/>
                  <a:pt x="561007" y="779559"/>
                </a:cubicBezTo>
                <a:cubicBezTo>
                  <a:pt x="557558" y="762316"/>
                  <a:pt x="543294" y="685757"/>
                  <a:pt x="535607" y="665259"/>
                </a:cubicBezTo>
                <a:cubicBezTo>
                  <a:pt x="528960" y="647532"/>
                  <a:pt x="523594" y="627846"/>
                  <a:pt x="510207" y="614459"/>
                </a:cubicBezTo>
                <a:cubicBezTo>
                  <a:pt x="459805" y="564057"/>
                  <a:pt x="440568" y="565299"/>
                  <a:pt x="383207" y="550959"/>
                </a:cubicBezTo>
                <a:cubicBezTo>
                  <a:pt x="323068" y="510866"/>
                  <a:pt x="369147" y="536759"/>
                  <a:pt x="307007" y="512859"/>
                </a:cubicBezTo>
                <a:cubicBezTo>
                  <a:pt x="264452" y="496492"/>
                  <a:pt x="223262" y="476477"/>
                  <a:pt x="180007" y="462059"/>
                </a:cubicBezTo>
                <a:lnTo>
                  <a:pt x="103807" y="436659"/>
                </a:lnTo>
                <a:cubicBezTo>
                  <a:pt x="78407" y="415492"/>
                  <a:pt x="49573" y="397871"/>
                  <a:pt x="27607" y="373159"/>
                </a:cubicBezTo>
                <a:cubicBezTo>
                  <a:pt x="15029" y="359009"/>
                  <a:pt x="3466" y="341249"/>
                  <a:pt x="2207" y="322359"/>
                </a:cubicBezTo>
                <a:cubicBezTo>
                  <a:pt x="-903" y="275704"/>
                  <a:pt x="-3512" y="225637"/>
                  <a:pt x="14907" y="182659"/>
                </a:cubicBezTo>
                <a:cubicBezTo>
                  <a:pt x="24631" y="159970"/>
                  <a:pt x="55621" y="154053"/>
                  <a:pt x="78407" y="144559"/>
                </a:cubicBezTo>
                <a:cubicBezTo>
                  <a:pt x="128278" y="123780"/>
                  <a:pt x="190205" y="114454"/>
                  <a:pt x="243507" y="106459"/>
                </a:cubicBezTo>
                <a:cubicBezTo>
                  <a:pt x="302713" y="97578"/>
                  <a:pt x="361531" y="84380"/>
                  <a:pt x="421307" y="81059"/>
                </a:cubicBezTo>
                <a:cubicBezTo>
                  <a:pt x="655885" y="68027"/>
                  <a:pt x="601224" y="49309"/>
                  <a:pt x="637207" y="42959"/>
                </a:cubicBezTo>
                <a:close/>
              </a:path>
            </a:pathLst>
          </a:cu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s-ES" sz="1350" kern="120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DE2A4266-7BC8-8198-0973-F6F211717E8E}"/>
              </a:ext>
            </a:extLst>
          </p:cNvPr>
          <p:cNvGrpSpPr/>
          <p:nvPr/>
        </p:nvGrpSpPr>
        <p:grpSpPr>
          <a:xfrm>
            <a:off x="17054" y="2111986"/>
            <a:ext cx="9147266" cy="490235"/>
            <a:chOff x="36285" y="1672402"/>
            <a:chExt cx="12196355" cy="653647"/>
          </a:xfrm>
        </p:grpSpPr>
        <p:sp>
          <p:nvSpPr>
            <p:cNvPr id="104" name="Forma libre 103">
              <a:extLst>
                <a:ext uri="{FF2B5EF4-FFF2-40B4-BE49-F238E27FC236}">
                  <a16:creationId xmlns:a16="http://schemas.microsoft.com/office/drawing/2014/main" id="{8E0CEEAD-E63F-D6A6-BBB8-CD3F92BA72A0}"/>
                </a:ext>
              </a:extLst>
            </p:cNvPr>
            <p:cNvSpPr/>
            <p:nvPr/>
          </p:nvSpPr>
          <p:spPr>
            <a:xfrm>
              <a:off x="36285" y="1672402"/>
              <a:ext cx="9995217" cy="653647"/>
            </a:xfrm>
            <a:custGeom>
              <a:avLst/>
              <a:gdLst>
                <a:gd name="connsiteX0" fmla="*/ 0 w 9995217"/>
                <a:gd name="connsiteY0" fmla="*/ 310515 h 696278"/>
                <a:gd name="connsiteX1" fmla="*/ 471487 w 9995217"/>
                <a:gd name="connsiteY1" fmla="*/ 524828 h 696278"/>
                <a:gd name="connsiteX2" fmla="*/ 471487 w 9995217"/>
                <a:gd name="connsiteY2" fmla="*/ 524828 h 696278"/>
                <a:gd name="connsiteX3" fmla="*/ 600075 w 9995217"/>
                <a:gd name="connsiteY3" fmla="*/ 539115 h 696278"/>
                <a:gd name="connsiteX4" fmla="*/ 685800 w 9995217"/>
                <a:gd name="connsiteY4" fmla="*/ 567690 h 696278"/>
                <a:gd name="connsiteX5" fmla="*/ 771525 w 9995217"/>
                <a:gd name="connsiteY5" fmla="*/ 596265 h 696278"/>
                <a:gd name="connsiteX6" fmla="*/ 900112 w 9995217"/>
                <a:gd name="connsiteY6" fmla="*/ 639128 h 696278"/>
                <a:gd name="connsiteX7" fmla="*/ 942975 w 9995217"/>
                <a:gd name="connsiteY7" fmla="*/ 653415 h 696278"/>
                <a:gd name="connsiteX8" fmla="*/ 1057275 w 9995217"/>
                <a:gd name="connsiteY8" fmla="*/ 696278 h 696278"/>
                <a:gd name="connsiteX9" fmla="*/ 1343025 w 9995217"/>
                <a:gd name="connsiteY9" fmla="*/ 681990 h 696278"/>
                <a:gd name="connsiteX10" fmla="*/ 1528762 w 9995217"/>
                <a:gd name="connsiteY10" fmla="*/ 653415 h 696278"/>
                <a:gd name="connsiteX11" fmla="*/ 1643062 w 9995217"/>
                <a:gd name="connsiteY11" fmla="*/ 624840 h 696278"/>
                <a:gd name="connsiteX12" fmla="*/ 1843087 w 9995217"/>
                <a:gd name="connsiteY12" fmla="*/ 610553 h 696278"/>
                <a:gd name="connsiteX13" fmla="*/ 2657475 w 9995217"/>
                <a:gd name="connsiteY13" fmla="*/ 581978 h 696278"/>
                <a:gd name="connsiteX14" fmla="*/ 2800350 w 9995217"/>
                <a:gd name="connsiteY14" fmla="*/ 553403 h 696278"/>
                <a:gd name="connsiteX15" fmla="*/ 3143250 w 9995217"/>
                <a:gd name="connsiteY15" fmla="*/ 553403 h 696278"/>
                <a:gd name="connsiteX16" fmla="*/ 3584257 w 9995217"/>
                <a:gd name="connsiteY16" fmla="*/ 548640 h 696278"/>
                <a:gd name="connsiteX17" fmla="*/ 4488497 w 9995217"/>
                <a:gd name="connsiteY17" fmla="*/ 538480 h 696278"/>
                <a:gd name="connsiteX18" fmla="*/ 5057457 w 9995217"/>
                <a:gd name="connsiteY18" fmla="*/ 508000 h 696278"/>
                <a:gd name="connsiteX19" fmla="*/ 5585777 w 9995217"/>
                <a:gd name="connsiteY19" fmla="*/ 406400 h 696278"/>
                <a:gd name="connsiteX20" fmla="*/ 6408737 w 9995217"/>
                <a:gd name="connsiteY20" fmla="*/ 325120 h 696278"/>
                <a:gd name="connsiteX21" fmla="*/ 6906577 w 9995217"/>
                <a:gd name="connsiteY21" fmla="*/ 233680 h 696278"/>
                <a:gd name="connsiteX22" fmla="*/ 7516177 w 9995217"/>
                <a:gd name="connsiteY22" fmla="*/ 213360 h 696278"/>
                <a:gd name="connsiteX23" fmla="*/ 7831137 w 9995217"/>
                <a:gd name="connsiteY23" fmla="*/ 162560 h 696278"/>
                <a:gd name="connsiteX24" fmla="*/ 8024177 w 9995217"/>
                <a:gd name="connsiteY24" fmla="*/ 0 h 696278"/>
                <a:gd name="connsiteX25" fmla="*/ 8633777 w 9995217"/>
                <a:gd name="connsiteY25" fmla="*/ 142240 h 696278"/>
                <a:gd name="connsiteX26" fmla="*/ 9172257 w 9995217"/>
                <a:gd name="connsiteY26" fmla="*/ 243840 h 696278"/>
                <a:gd name="connsiteX27" fmla="*/ 9385617 w 9995217"/>
                <a:gd name="connsiteY27" fmla="*/ 274320 h 696278"/>
                <a:gd name="connsiteX28" fmla="*/ 9609137 w 9995217"/>
                <a:gd name="connsiteY28" fmla="*/ 375920 h 696278"/>
                <a:gd name="connsiteX29" fmla="*/ 9995217 w 9995217"/>
                <a:gd name="connsiteY29" fmla="*/ 335280 h 696278"/>
                <a:gd name="connsiteX0" fmla="*/ 0 w 9995217"/>
                <a:gd name="connsiteY0" fmla="*/ 310515 h 683961"/>
                <a:gd name="connsiteX1" fmla="*/ 471487 w 9995217"/>
                <a:gd name="connsiteY1" fmla="*/ 524828 h 683961"/>
                <a:gd name="connsiteX2" fmla="*/ 471487 w 9995217"/>
                <a:gd name="connsiteY2" fmla="*/ 524828 h 683961"/>
                <a:gd name="connsiteX3" fmla="*/ 600075 w 9995217"/>
                <a:gd name="connsiteY3" fmla="*/ 539115 h 683961"/>
                <a:gd name="connsiteX4" fmla="*/ 685800 w 9995217"/>
                <a:gd name="connsiteY4" fmla="*/ 567690 h 683961"/>
                <a:gd name="connsiteX5" fmla="*/ 771525 w 9995217"/>
                <a:gd name="connsiteY5" fmla="*/ 596265 h 683961"/>
                <a:gd name="connsiteX6" fmla="*/ 900112 w 9995217"/>
                <a:gd name="connsiteY6" fmla="*/ 639128 h 683961"/>
                <a:gd name="connsiteX7" fmla="*/ 942975 w 9995217"/>
                <a:gd name="connsiteY7" fmla="*/ 653415 h 683961"/>
                <a:gd name="connsiteX8" fmla="*/ 1057275 w 9995217"/>
                <a:gd name="connsiteY8" fmla="*/ 591023 h 683961"/>
                <a:gd name="connsiteX9" fmla="*/ 1343025 w 9995217"/>
                <a:gd name="connsiteY9" fmla="*/ 681990 h 683961"/>
                <a:gd name="connsiteX10" fmla="*/ 1528762 w 9995217"/>
                <a:gd name="connsiteY10" fmla="*/ 653415 h 683961"/>
                <a:gd name="connsiteX11" fmla="*/ 1643062 w 9995217"/>
                <a:gd name="connsiteY11" fmla="*/ 624840 h 683961"/>
                <a:gd name="connsiteX12" fmla="*/ 1843087 w 9995217"/>
                <a:gd name="connsiteY12" fmla="*/ 610553 h 683961"/>
                <a:gd name="connsiteX13" fmla="*/ 2657475 w 9995217"/>
                <a:gd name="connsiteY13" fmla="*/ 581978 h 683961"/>
                <a:gd name="connsiteX14" fmla="*/ 2800350 w 9995217"/>
                <a:gd name="connsiteY14" fmla="*/ 553403 h 683961"/>
                <a:gd name="connsiteX15" fmla="*/ 3143250 w 9995217"/>
                <a:gd name="connsiteY15" fmla="*/ 553403 h 683961"/>
                <a:gd name="connsiteX16" fmla="*/ 3584257 w 9995217"/>
                <a:gd name="connsiteY16" fmla="*/ 548640 h 683961"/>
                <a:gd name="connsiteX17" fmla="*/ 4488497 w 9995217"/>
                <a:gd name="connsiteY17" fmla="*/ 538480 h 683961"/>
                <a:gd name="connsiteX18" fmla="*/ 5057457 w 9995217"/>
                <a:gd name="connsiteY18" fmla="*/ 508000 h 683961"/>
                <a:gd name="connsiteX19" fmla="*/ 5585777 w 9995217"/>
                <a:gd name="connsiteY19" fmla="*/ 406400 h 683961"/>
                <a:gd name="connsiteX20" fmla="*/ 6408737 w 9995217"/>
                <a:gd name="connsiteY20" fmla="*/ 325120 h 683961"/>
                <a:gd name="connsiteX21" fmla="*/ 6906577 w 9995217"/>
                <a:gd name="connsiteY21" fmla="*/ 233680 h 683961"/>
                <a:gd name="connsiteX22" fmla="*/ 7516177 w 9995217"/>
                <a:gd name="connsiteY22" fmla="*/ 213360 h 683961"/>
                <a:gd name="connsiteX23" fmla="*/ 7831137 w 9995217"/>
                <a:gd name="connsiteY23" fmla="*/ 162560 h 683961"/>
                <a:gd name="connsiteX24" fmla="*/ 8024177 w 9995217"/>
                <a:gd name="connsiteY24" fmla="*/ 0 h 683961"/>
                <a:gd name="connsiteX25" fmla="*/ 8633777 w 9995217"/>
                <a:gd name="connsiteY25" fmla="*/ 142240 h 683961"/>
                <a:gd name="connsiteX26" fmla="*/ 9172257 w 9995217"/>
                <a:gd name="connsiteY26" fmla="*/ 243840 h 683961"/>
                <a:gd name="connsiteX27" fmla="*/ 9385617 w 9995217"/>
                <a:gd name="connsiteY27" fmla="*/ 274320 h 683961"/>
                <a:gd name="connsiteX28" fmla="*/ 9609137 w 9995217"/>
                <a:gd name="connsiteY28" fmla="*/ 375920 h 683961"/>
                <a:gd name="connsiteX29" fmla="*/ 9995217 w 9995217"/>
                <a:gd name="connsiteY29" fmla="*/ 335280 h 683961"/>
                <a:gd name="connsiteX0" fmla="*/ 0 w 9995217"/>
                <a:gd name="connsiteY0" fmla="*/ 310515 h 655483"/>
                <a:gd name="connsiteX1" fmla="*/ 471487 w 9995217"/>
                <a:gd name="connsiteY1" fmla="*/ 524828 h 655483"/>
                <a:gd name="connsiteX2" fmla="*/ 471487 w 9995217"/>
                <a:gd name="connsiteY2" fmla="*/ 524828 h 655483"/>
                <a:gd name="connsiteX3" fmla="*/ 600075 w 9995217"/>
                <a:gd name="connsiteY3" fmla="*/ 539115 h 655483"/>
                <a:gd name="connsiteX4" fmla="*/ 685800 w 9995217"/>
                <a:gd name="connsiteY4" fmla="*/ 567690 h 655483"/>
                <a:gd name="connsiteX5" fmla="*/ 771525 w 9995217"/>
                <a:gd name="connsiteY5" fmla="*/ 596265 h 655483"/>
                <a:gd name="connsiteX6" fmla="*/ 900112 w 9995217"/>
                <a:gd name="connsiteY6" fmla="*/ 639128 h 655483"/>
                <a:gd name="connsiteX7" fmla="*/ 942975 w 9995217"/>
                <a:gd name="connsiteY7" fmla="*/ 653415 h 655483"/>
                <a:gd name="connsiteX8" fmla="*/ 1057275 w 9995217"/>
                <a:gd name="connsiteY8" fmla="*/ 591023 h 655483"/>
                <a:gd name="connsiteX9" fmla="*/ 1349603 w 9995217"/>
                <a:gd name="connsiteY9" fmla="*/ 609628 h 655483"/>
                <a:gd name="connsiteX10" fmla="*/ 1528762 w 9995217"/>
                <a:gd name="connsiteY10" fmla="*/ 653415 h 655483"/>
                <a:gd name="connsiteX11" fmla="*/ 1643062 w 9995217"/>
                <a:gd name="connsiteY11" fmla="*/ 624840 h 655483"/>
                <a:gd name="connsiteX12" fmla="*/ 1843087 w 9995217"/>
                <a:gd name="connsiteY12" fmla="*/ 610553 h 655483"/>
                <a:gd name="connsiteX13" fmla="*/ 2657475 w 9995217"/>
                <a:gd name="connsiteY13" fmla="*/ 581978 h 655483"/>
                <a:gd name="connsiteX14" fmla="*/ 2800350 w 9995217"/>
                <a:gd name="connsiteY14" fmla="*/ 553403 h 655483"/>
                <a:gd name="connsiteX15" fmla="*/ 3143250 w 9995217"/>
                <a:gd name="connsiteY15" fmla="*/ 553403 h 655483"/>
                <a:gd name="connsiteX16" fmla="*/ 3584257 w 9995217"/>
                <a:gd name="connsiteY16" fmla="*/ 548640 h 655483"/>
                <a:gd name="connsiteX17" fmla="*/ 4488497 w 9995217"/>
                <a:gd name="connsiteY17" fmla="*/ 538480 h 655483"/>
                <a:gd name="connsiteX18" fmla="*/ 5057457 w 9995217"/>
                <a:gd name="connsiteY18" fmla="*/ 508000 h 655483"/>
                <a:gd name="connsiteX19" fmla="*/ 5585777 w 9995217"/>
                <a:gd name="connsiteY19" fmla="*/ 406400 h 655483"/>
                <a:gd name="connsiteX20" fmla="*/ 6408737 w 9995217"/>
                <a:gd name="connsiteY20" fmla="*/ 325120 h 655483"/>
                <a:gd name="connsiteX21" fmla="*/ 6906577 w 9995217"/>
                <a:gd name="connsiteY21" fmla="*/ 233680 h 655483"/>
                <a:gd name="connsiteX22" fmla="*/ 7516177 w 9995217"/>
                <a:gd name="connsiteY22" fmla="*/ 213360 h 655483"/>
                <a:gd name="connsiteX23" fmla="*/ 7831137 w 9995217"/>
                <a:gd name="connsiteY23" fmla="*/ 162560 h 655483"/>
                <a:gd name="connsiteX24" fmla="*/ 8024177 w 9995217"/>
                <a:gd name="connsiteY24" fmla="*/ 0 h 655483"/>
                <a:gd name="connsiteX25" fmla="*/ 8633777 w 9995217"/>
                <a:gd name="connsiteY25" fmla="*/ 142240 h 655483"/>
                <a:gd name="connsiteX26" fmla="*/ 9172257 w 9995217"/>
                <a:gd name="connsiteY26" fmla="*/ 243840 h 655483"/>
                <a:gd name="connsiteX27" fmla="*/ 9385617 w 9995217"/>
                <a:gd name="connsiteY27" fmla="*/ 274320 h 655483"/>
                <a:gd name="connsiteX28" fmla="*/ 9609137 w 9995217"/>
                <a:gd name="connsiteY28" fmla="*/ 375920 h 655483"/>
                <a:gd name="connsiteX29" fmla="*/ 9995217 w 9995217"/>
                <a:gd name="connsiteY29" fmla="*/ 335280 h 655483"/>
                <a:gd name="connsiteX0" fmla="*/ 0 w 9995217"/>
                <a:gd name="connsiteY0" fmla="*/ 310515 h 653647"/>
                <a:gd name="connsiteX1" fmla="*/ 471487 w 9995217"/>
                <a:gd name="connsiteY1" fmla="*/ 524828 h 653647"/>
                <a:gd name="connsiteX2" fmla="*/ 471487 w 9995217"/>
                <a:gd name="connsiteY2" fmla="*/ 524828 h 653647"/>
                <a:gd name="connsiteX3" fmla="*/ 600075 w 9995217"/>
                <a:gd name="connsiteY3" fmla="*/ 539115 h 653647"/>
                <a:gd name="connsiteX4" fmla="*/ 685800 w 9995217"/>
                <a:gd name="connsiteY4" fmla="*/ 567690 h 653647"/>
                <a:gd name="connsiteX5" fmla="*/ 771525 w 9995217"/>
                <a:gd name="connsiteY5" fmla="*/ 596265 h 653647"/>
                <a:gd name="connsiteX6" fmla="*/ 900112 w 9995217"/>
                <a:gd name="connsiteY6" fmla="*/ 639128 h 653647"/>
                <a:gd name="connsiteX7" fmla="*/ 896926 w 9995217"/>
                <a:gd name="connsiteY7" fmla="*/ 594209 h 653647"/>
                <a:gd name="connsiteX8" fmla="*/ 1057275 w 9995217"/>
                <a:gd name="connsiteY8" fmla="*/ 591023 h 653647"/>
                <a:gd name="connsiteX9" fmla="*/ 1349603 w 9995217"/>
                <a:gd name="connsiteY9" fmla="*/ 609628 h 653647"/>
                <a:gd name="connsiteX10" fmla="*/ 1528762 w 9995217"/>
                <a:gd name="connsiteY10" fmla="*/ 653415 h 653647"/>
                <a:gd name="connsiteX11" fmla="*/ 1643062 w 9995217"/>
                <a:gd name="connsiteY11" fmla="*/ 624840 h 653647"/>
                <a:gd name="connsiteX12" fmla="*/ 1843087 w 9995217"/>
                <a:gd name="connsiteY12" fmla="*/ 610553 h 653647"/>
                <a:gd name="connsiteX13" fmla="*/ 2657475 w 9995217"/>
                <a:gd name="connsiteY13" fmla="*/ 581978 h 653647"/>
                <a:gd name="connsiteX14" fmla="*/ 2800350 w 9995217"/>
                <a:gd name="connsiteY14" fmla="*/ 553403 h 653647"/>
                <a:gd name="connsiteX15" fmla="*/ 3143250 w 9995217"/>
                <a:gd name="connsiteY15" fmla="*/ 553403 h 653647"/>
                <a:gd name="connsiteX16" fmla="*/ 3584257 w 9995217"/>
                <a:gd name="connsiteY16" fmla="*/ 548640 h 653647"/>
                <a:gd name="connsiteX17" fmla="*/ 4488497 w 9995217"/>
                <a:gd name="connsiteY17" fmla="*/ 538480 h 653647"/>
                <a:gd name="connsiteX18" fmla="*/ 5057457 w 9995217"/>
                <a:gd name="connsiteY18" fmla="*/ 508000 h 653647"/>
                <a:gd name="connsiteX19" fmla="*/ 5585777 w 9995217"/>
                <a:gd name="connsiteY19" fmla="*/ 406400 h 653647"/>
                <a:gd name="connsiteX20" fmla="*/ 6408737 w 9995217"/>
                <a:gd name="connsiteY20" fmla="*/ 325120 h 653647"/>
                <a:gd name="connsiteX21" fmla="*/ 6906577 w 9995217"/>
                <a:gd name="connsiteY21" fmla="*/ 233680 h 653647"/>
                <a:gd name="connsiteX22" fmla="*/ 7516177 w 9995217"/>
                <a:gd name="connsiteY22" fmla="*/ 213360 h 653647"/>
                <a:gd name="connsiteX23" fmla="*/ 7831137 w 9995217"/>
                <a:gd name="connsiteY23" fmla="*/ 162560 h 653647"/>
                <a:gd name="connsiteX24" fmla="*/ 8024177 w 9995217"/>
                <a:gd name="connsiteY24" fmla="*/ 0 h 653647"/>
                <a:gd name="connsiteX25" fmla="*/ 8633777 w 9995217"/>
                <a:gd name="connsiteY25" fmla="*/ 142240 h 653647"/>
                <a:gd name="connsiteX26" fmla="*/ 9172257 w 9995217"/>
                <a:gd name="connsiteY26" fmla="*/ 243840 h 653647"/>
                <a:gd name="connsiteX27" fmla="*/ 9385617 w 9995217"/>
                <a:gd name="connsiteY27" fmla="*/ 274320 h 653647"/>
                <a:gd name="connsiteX28" fmla="*/ 9609137 w 9995217"/>
                <a:gd name="connsiteY28" fmla="*/ 375920 h 653647"/>
                <a:gd name="connsiteX29" fmla="*/ 9995217 w 9995217"/>
                <a:gd name="connsiteY29" fmla="*/ 335280 h 653647"/>
                <a:gd name="connsiteX0" fmla="*/ 0 w 9995217"/>
                <a:gd name="connsiteY0" fmla="*/ 310515 h 653647"/>
                <a:gd name="connsiteX1" fmla="*/ 471487 w 9995217"/>
                <a:gd name="connsiteY1" fmla="*/ 524828 h 653647"/>
                <a:gd name="connsiteX2" fmla="*/ 471487 w 9995217"/>
                <a:gd name="connsiteY2" fmla="*/ 524828 h 653647"/>
                <a:gd name="connsiteX3" fmla="*/ 600075 w 9995217"/>
                <a:gd name="connsiteY3" fmla="*/ 539115 h 653647"/>
                <a:gd name="connsiteX4" fmla="*/ 685800 w 9995217"/>
                <a:gd name="connsiteY4" fmla="*/ 567690 h 653647"/>
                <a:gd name="connsiteX5" fmla="*/ 771525 w 9995217"/>
                <a:gd name="connsiteY5" fmla="*/ 596265 h 653647"/>
                <a:gd name="connsiteX6" fmla="*/ 900112 w 9995217"/>
                <a:gd name="connsiteY6" fmla="*/ 639128 h 653647"/>
                <a:gd name="connsiteX7" fmla="*/ 896926 w 9995217"/>
                <a:gd name="connsiteY7" fmla="*/ 594209 h 653647"/>
                <a:gd name="connsiteX8" fmla="*/ 1057275 w 9995217"/>
                <a:gd name="connsiteY8" fmla="*/ 591023 h 653647"/>
                <a:gd name="connsiteX9" fmla="*/ 1349603 w 9995217"/>
                <a:gd name="connsiteY9" fmla="*/ 609628 h 653647"/>
                <a:gd name="connsiteX10" fmla="*/ 1528762 w 9995217"/>
                <a:gd name="connsiteY10" fmla="*/ 653415 h 653647"/>
                <a:gd name="connsiteX11" fmla="*/ 1643062 w 9995217"/>
                <a:gd name="connsiteY11" fmla="*/ 624840 h 653647"/>
                <a:gd name="connsiteX12" fmla="*/ 1843087 w 9995217"/>
                <a:gd name="connsiteY12" fmla="*/ 610553 h 653647"/>
                <a:gd name="connsiteX13" fmla="*/ 2440387 w 9995217"/>
                <a:gd name="connsiteY13" fmla="*/ 522772 h 653647"/>
                <a:gd name="connsiteX14" fmla="*/ 2800350 w 9995217"/>
                <a:gd name="connsiteY14" fmla="*/ 553403 h 653647"/>
                <a:gd name="connsiteX15" fmla="*/ 3143250 w 9995217"/>
                <a:gd name="connsiteY15" fmla="*/ 553403 h 653647"/>
                <a:gd name="connsiteX16" fmla="*/ 3584257 w 9995217"/>
                <a:gd name="connsiteY16" fmla="*/ 548640 h 653647"/>
                <a:gd name="connsiteX17" fmla="*/ 4488497 w 9995217"/>
                <a:gd name="connsiteY17" fmla="*/ 538480 h 653647"/>
                <a:gd name="connsiteX18" fmla="*/ 5057457 w 9995217"/>
                <a:gd name="connsiteY18" fmla="*/ 508000 h 653647"/>
                <a:gd name="connsiteX19" fmla="*/ 5585777 w 9995217"/>
                <a:gd name="connsiteY19" fmla="*/ 406400 h 653647"/>
                <a:gd name="connsiteX20" fmla="*/ 6408737 w 9995217"/>
                <a:gd name="connsiteY20" fmla="*/ 325120 h 653647"/>
                <a:gd name="connsiteX21" fmla="*/ 6906577 w 9995217"/>
                <a:gd name="connsiteY21" fmla="*/ 233680 h 653647"/>
                <a:gd name="connsiteX22" fmla="*/ 7516177 w 9995217"/>
                <a:gd name="connsiteY22" fmla="*/ 213360 h 653647"/>
                <a:gd name="connsiteX23" fmla="*/ 7831137 w 9995217"/>
                <a:gd name="connsiteY23" fmla="*/ 162560 h 653647"/>
                <a:gd name="connsiteX24" fmla="*/ 8024177 w 9995217"/>
                <a:gd name="connsiteY24" fmla="*/ 0 h 653647"/>
                <a:gd name="connsiteX25" fmla="*/ 8633777 w 9995217"/>
                <a:gd name="connsiteY25" fmla="*/ 142240 h 653647"/>
                <a:gd name="connsiteX26" fmla="*/ 9172257 w 9995217"/>
                <a:gd name="connsiteY26" fmla="*/ 243840 h 653647"/>
                <a:gd name="connsiteX27" fmla="*/ 9385617 w 9995217"/>
                <a:gd name="connsiteY27" fmla="*/ 274320 h 653647"/>
                <a:gd name="connsiteX28" fmla="*/ 9609137 w 9995217"/>
                <a:gd name="connsiteY28" fmla="*/ 375920 h 653647"/>
                <a:gd name="connsiteX29" fmla="*/ 9995217 w 9995217"/>
                <a:gd name="connsiteY29" fmla="*/ 335280 h 653647"/>
                <a:gd name="connsiteX0" fmla="*/ 0 w 9995217"/>
                <a:gd name="connsiteY0" fmla="*/ 310515 h 653647"/>
                <a:gd name="connsiteX1" fmla="*/ 471487 w 9995217"/>
                <a:gd name="connsiteY1" fmla="*/ 524828 h 653647"/>
                <a:gd name="connsiteX2" fmla="*/ 471487 w 9995217"/>
                <a:gd name="connsiteY2" fmla="*/ 524828 h 653647"/>
                <a:gd name="connsiteX3" fmla="*/ 600075 w 9995217"/>
                <a:gd name="connsiteY3" fmla="*/ 539115 h 653647"/>
                <a:gd name="connsiteX4" fmla="*/ 685800 w 9995217"/>
                <a:gd name="connsiteY4" fmla="*/ 567690 h 653647"/>
                <a:gd name="connsiteX5" fmla="*/ 771525 w 9995217"/>
                <a:gd name="connsiteY5" fmla="*/ 596265 h 653647"/>
                <a:gd name="connsiteX6" fmla="*/ 900112 w 9995217"/>
                <a:gd name="connsiteY6" fmla="*/ 639128 h 653647"/>
                <a:gd name="connsiteX7" fmla="*/ 896926 w 9995217"/>
                <a:gd name="connsiteY7" fmla="*/ 594209 h 653647"/>
                <a:gd name="connsiteX8" fmla="*/ 1057275 w 9995217"/>
                <a:gd name="connsiteY8" fmla="*/ 591023 h 653647"/>
                <a:gd name="connsiteX9" fmla="*/ 1349603 w 9995217"/>
                <a:gd name="connsiteY9" fmla="*/ 609628 h 653647"/>
                <a:gd name="connsiteX10" fmla="*/ 1528762 w 9995217"/>
                <a:gd name="connsiteY10" fmla="*/ 653415 h 653647"/>
                <a:gd name="connsiteX11" fmla="*/ 1643062 w 9995217"/>
                <a:gd name="connsiteY11" fmla="*/ 624840 h 653647"/>
                <a:gd name="connsiteX12" fmla="*/ 1843087 w 9995217"/>
                <a:gd name="connsiteY12" fmla="*/ 610553 h 653647"/>
                <a:gd name="connsiteX13" fmla="*/ 2440387 w 9995217"/>
                <a:gd name="connsiteY13" fmla="*/ 522772 h 653647"/>
                <a:gd name="connsiteX14" fmla="*/ 2800350 w 9995217"/>
                <a:gd name="connsiteY14" fmla="*/ 553403 h 653647"/>
                <a:gd name="connsiteX15" fmla="*/ 3143250 w 9995217"/>
                <a:gd name="connsiteY15" fmla="*/ 553403 h 653647"/>
                <a:gd name="connsiteX16" fmla="*/ 3584257 w 9995217"/>
                <a:gd name="connsiteY16" fmla="*/ 548640 h 653647"/>
                <a:gd name="connsiteX17" fmla="*/ 4488497 w 9995217"/>
                <a:gd name="connsiteY17" fmla="*/ 538480 h 653647"/>
                <a:gd name="connsiteX18" fmla="*/ 5057457 w 9995217"/>
                <a:gd name="connsiteY18" fmla="*/ 508000 h 653647"/>
                <a:gd name="connsiteX19" fmla="*/ 5585777 w 9995217"/>
                <a:gd name="connsiteY19" fmla="*/ 406400 h 653647"/>
                <a:gd name="connsiteX20" fmla="*/ 6408737 w 9995217"/>
                <a:gd name="connsiteY20" fmla="*/ 325120 h 653647"/>
                <a:gd name="connsiteX21" fmla="*/ 6906577 w 9995217"/>
                <a:gd name="connsiteY21" fmla="*/ 233680 h 653647"/>
                <a:gd name="connsiteX22" fmla="*/ 7516177 w 9995217"/>
                <a:gd name="connsiteY22" fmla="*/ 213360 h 653647"/>
                <a:gd name="connsiteX23" fmla="*/ 7831137 w 9995217"/>
                <a:gd name="connsiteY23" fmla="*/ 162560 h 653647"/>
                <a:gd name="connsiteX24" fmla="*/ 8024177 w 9995217"/>
                <a:gd name="connsiteY24" fmla="*/ 0 h 653647"/>
                <a:gd name="connsiteX25" fmla="*/ 8633777 w 9995217"/>
                <a:gd name="connsiteY25" fmla="*/ 142240 h 653647"/>
                <a:gd name="connsiteX26" fmla="*/ 9172257 w 9995217"/>
                <a:gd name="connsiteY26" fmla="*/ 243840 h 653647"/>
                <a:gd name="connsiteX27" fmla="*/ 9385617 w 9995217"/>
                <a:gd name="connsiteY27" fmla="*/ 274320 h 653647"/>
                <a:gd name="connsiteX28" fmla="*/ 9609137 w 9995217"/>
                <a:gd name="connsiteY28" fmla="*/ 375920 h 653647"/>
                <a:gd name="connsiteX29" fmla="*/ 9995217 w 9995217"/>
                <a:gd name="connsiteY29" fmla="*/ 335280 h 65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995217" h="653647">
                  <a:moveTo>
                    <a:pt x="0" y="310515"/>
                  </a:moveTo>
                  <a:lnTo>
                    <a:pt x="471487" y="524828"/>
                  </a:lnTo>
                  <a:lnTo>
                    <a:pt x="471487" y="524828"/>
                  </a:lnTo>
                  <a:cubicBezTo>
                    <a:pt x="514350" y="529590"/>
                    <a:pt x="557786" y="530657"/>
                    <a:pt x="600075" y="539115"/>
                  </a:cubicBezTo>
                  <a:cubicBezTo>
                    <a:pt x="629611" y="545022"/>
                    <a:pt x="657225" y="558165"/>
                    <a:pt x="685800" y="567690"/>
                  </a:cubicBezTo>
                  <a:lnTo>
                    <a:pt x="771525" y="596265"/>
                  </a:lnTo>
                  <a:lnTo>
                    <a:pt x="900112" y="639128"/>
                  </a:lnTo>
                  <a:cubicBezTo>
                    <a:pt x="914400" y="643891"/>
                    <a:pt x="870732" y="602226"/>
                    <a:pt x="896926" y="594209"/>
                  </a:cubicBezTo>
                  <a:cubicBezTo>
                    <a:pt x="923120" y="586192"/>
                    <a:pt x="979462" y="571569"/>
                    <a:pt x="1057275" y="591023"/>
                  </a:cubicBezTo>
                  <a:cubicBezTo>
                    <a:pt x="1152525" y="586260"/>
                    <a:pt x="1271022" y="599229"/>
                    <a:pt x="1349603" y="609628"/>
                  </a:cubicBezTo>
                  <a:cubicBezTo>
                    <a:pt x="1428184" y="620027"/>
                    <a:pt x="1479852" y="650880"/>
                    <a:pt x="1528762" y="653415"/>
                  </a:cubicBezTo>
                  <a:cubicBezTo>
                    <a:pt x="1577672" y="655950"/>
                    <a:pt x="1525755" y="637188"/>
                    <a:pt x="1643062" y="624840"/>
                  </a:cubicBezTo>
                  <a:cubicBezTo>
                    <a:pt x="1709540" y="617842"/>
                    <a:pt x="1776412" y="615315"/>
                    <a:pt x="1843087" y="610553"/>
                  </a:cubicBezTo>
                  <a:cubicBezTo>
                    <a:pt x="2153740" y="532887"/>
                    <a:pt x="1691302" y="643962"/>
                    <a:pt x="2440387" y="522772"/>
                  </a:cubicBezTo>
                  <a:cubicBezTo>
                    <a:pt x="2488332" y="515015"/>
                    <a:pt x="2751782" y="553403"/>
                    <a:pt x="2800350" y="553403"/>
                  </a:cubicBezTo>
                  <a:lnTo>
                    <a:pt x="3143250" y="553403"/>
                  </a:lnTo>
                  <a:lnTo>
                    <a:pt x="3584257" y="548640"/>
                  </a:lnTo>
                  <a:lnTo>
                    <a:pt x="4488497" y="538480"/>
                  </a:lnTo>
                  <a:lnTo>
                    <a:pt x="5057457" y="508000"/>
                  </a:lnTo>
                  <a:lnTo>
                    <a:pt x="5585777" y="406400"/>
                  </a:lnTo>
                  <a:lnTo>
                    <a:pt x="6408737" y="325120"/>
                  </a:lnTo>
                  <a:lnTo>
                    <a:pt x="6906577" y="233680"/>
                  </a:lnTo>
                  <a:lnTo>
                    <a:pt x="7516177" y="213360"/>
                  </a:lnTo>
                  <a:lnTo>
                    <a:pt x="7831137" y="162560"/>
                  </a:lnTo>
                  <a:lnTo>
                    <a:pt x="8024177" y="0"/>
                  </a:lnTo>
                  <a:lnTo>
                    <a:pt x="8633777" y="142240"/>
                  </a:lnTo>
                  <a:lnTo>
                    <a:pt x="9172257" y="243840"/>
                  </a:lnTo>
                  <a:lnTo>
                    <a:pt x="9385617" y="274320"/>
                  </a:lnTo>
                  <a:lnTo>
                    <a:pt x="9609137" y="375920"/>
                  </a:lnTo>
                  <a:lnTo>
                    <a:pt x="9995217" y="335280"/>
                  </a:lnTo>
                </a:path>
              </a:pathLst>
            </a:custGeom>
            <a:noFill/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0A87AC35-F767-BA94-AC92-BD0A348B2C5D}"/>
                </a:ext>
              </a:extLst>
            </p:cNvPr>
            <p:cNvSpPr/>
            <p:nvPr/>
          </p:nvSpPr>
          <p:spPr>
            <a:xfrm>
              <a:off x="10027920" y="1774003"/>
              <a:ext cx="2204720" cy="254000"/>
            </a:xfrm>
            <a:custGeom>
              <a:avLst/>
              <a:gdLst>
                <a:gd name="connsiteX0" fmla="*/ 0 w 2204720"/>
                <a:gd name="connsiteY0" fmla="*/ 243840 h 254000"/>
                <a:gd name="connsiteX1" fmla="*/ 0 w 2204720"/>
                <a:gd name="connsiteY1" fmla="*/ 243840 h 254000"/>
                <a:gd name="connsiteX2" fmla="*/ 91440 w 2204720"/>
                <a:gd name="connsiteY2" fmla="*/ 254000 h 254000"/>
                <a:gd name="connsiteX3" fmla="*/ 294640 w 2204720"/>
                <a:gd name="connsiteY3" fmla="*/ 233680 h 254000"/>
                <a:gd name="connsiteX4" fmla="*/ 406400 w 2204720"/>
                <a:gd name="connsiteY4" fmla="*/ 213360 h 254000"/>
                <a:gd name="connsiteX5" fmla="*/ 508000 w 2204720"/>
                <a:gd name="connsiteY5" fmla="*/ 203200 h 254000"/>
                <a:gd name="connsiteX6" fmla="*/ 548640 w 2204720"/>
                <a:gd name="connsiteY6" fmla="*/ 193040 h 254000"/>
                <a:gd name="connsiteX7" fmla="*/ 579120 w 2204720"/>
                <a:gd name="connsiteY7" fmla="*/ 182880 h 254000"/>
                <a:gd name="connsiteX8" fmla="*/ 629920 w 2204720"/>
                <a:gd name="connsiteY8" fmla="*/ 172720 h 254000"/>
                <a:gd name="connsiteX9" fmla="*/ 670560 w 2204720"/>
                <a:gd name="connsiteY9" fmla="*/ 162560 h 254000"/>
                <a:gd name="connsiteX10" fmla="*/ 772160 w 2204720"/>
                <a:gd name="connsiteY10" fmla="*/ 142240 h 254000"/>
                <a:gd name="connsiteX11" fmla="*/ 863600 w 2204720"/>
                <a:gd name="connsiteY11" fmla="*/ 111760 h 254000"/>
                <a:gd name="connsiteX12" fmla="*/ 894080 w 2204720"/>
                <a:gd name="connsiteY12" fmla="*/ 101600 h 254000"/>
                <a:gd name="connsiteX13" fmla="*/ 944880 w 2204720"/>
                <a:gd name="connsiteY13" fmla="*/ 91440 h 254000"/>
                <a:gd name="connsiteX14" fmla="*/ 985520 w 2204720"/>
                <a:gd name="connsiteY14" fmla="*/ 81280 h 254000"/>
                <a:gd name="connsiteX15" fmla="*/ 1259840 w 2204720"/>
                <a:gd name="connsiteY15" fmla="*/ 60960 h 254000"/>
                <a:gd name="connsiteX16" fmla="*/ 1320800 w 2204720"/>
                <a:gd name="connsiteY16" fmla="*/ 50800 h 254000"/>
                <a:gd name="connsiteX17" fmla="*/ 1371600 w 2204720"/>
                <a:gd name="connsiteY17" fmla="*/ 40640 h 254000"/>
                <a:gd name="connsiteX18" fmla="*/ 1503680 w 2204720"/>
                <a:gd name="connsiteY18" fmla="*/ 30480 h 254000"/>
                <a:gd name="connsiteX19" fmla="*/ 1544320 w 2204720"/>
                <a:gd name="connsiteY19" fmla="*/ 20320 h 254000"/>
                <a:gd name="connsiteX20" fmla="*/ 1656080 w 2204720"/>
                <a:gd name="connsiteY20" fmla="*/ 0 h 254000"/>
                <a:gd name="connsiteX21" fmla="*/ 1930400 w 2204720"/>
                <a:gd name="connsiteY21" fmla="*/ 10160 h 254000"/>
                <a:gd name="connsiteX22" fmla="*/ 1960880 w 2204720"/>
                <a:gd name="connsiteY22" fmla="*/ 20320 h 254000"/>
                <a:gd name="connsiteX23" fmla="*/ 2204720 w 2204720"/>
                <a:gd name="connsiteY23" fmla="*/ 20320 h 254000"/>
                <a:gd name="connsiteX24" fmla="*/ 2204720 w 2204720"/>
                <a:gd name="connsiteY24" fmla="*/ 2032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4720" h="254000">
                  <a:moveTo>
                    <a:pt x="0" y="243840"/>
                  </a:moveTo>
                  <a:lnTo>
                    <a:pt x="0" y="243840"/>
                  </a:lnTo>
                  <a:cubicBezTo>
                    <a:pt x="30480" y="247227"/>
                    <a:pt x="60772" y="254000"/>
                    <a:pt x="91440" y="254000"/>
                  </a:cubicBezTo>
                  <a:cubicBezTo>
                    <a:pt x="145168" y="254000"/>
                    <a:pt x="235248" y="243579"/>
                    <a:pt x="294640" y="233680"/>
                  </a:cubicBezTo>
                  <a:cubicBezTo>
                    <a:pt x="357060" y="223277"/>
                    <a:pt x="338641" y="221830"/>
                    <a:pt x="406400" y="213360"/>
                  </a:cubicBezTo>
                  <a:cubicBezTo>
                    <a:pt x="440173" y="209138"/>
                    <a:pt x="474133" y="206587"/>
                    <a:pt x="508000" y="203200"/>
                  </a:cubicBezTo>
                  <a:cubicBezTo>
                    <a:pt x="521547" y="199813"/>
                    <a:pt x="535214" y="196876"/>
                    <a:pt x="548640" y="193040"/>
                  </a:cubicBezTo>
                  <a:cubicBezTo>
                    <a:pt x="558938" y="190098"/>
                    <a:pt x="568730" y="185477"/>
                    <a:pt x="579120" y="182880"/>
                  </a:cubicBezTo>
                  <a:cubicBezTo>
                    <a:pt x="595873" y="178692"/>
                    <a:pt x="613063" y="176466"/>
                    <a:pt x="629920" y="172720"/>
                  </a:cubicBezTo>
                  <a:cubicBezTo>
                    <a:pt x="643551" y="169691"/>
                    <a:pt x="656906" y="165486"/>
                    <a:pt x="670560" y="162560"/>
                  </a:cubicBezTo>
                  <a:cubicBezTo>
                    <a:pt x="704331" y="155323"/>
                    <a:pt x="739395" y="153162"/>
                    <a:pt x="772160" y="142240"/>
                  </a:cubicBezTo>
                  <a:lnTo>
                    <a:pt x="863600" y="111760"/>
                  </a:lnTo>
                  <a:cubicBezTo>
                    <a:pt x="873760" y="108373"/>
                    <a:pt x="883578" y="103700"/>
                    <a:pt x="894080" y="101600"/>
                  </a:cubicBezTo>
                  <a:cubicBezTo>
                    <a:pt x="911013" y="98213"/>
                    <a:pt x="928023" y="95186"/>
                    <a:pt x="944880" y="91440"/>
                  </a:cubicBezTo>
                  <a:cubicBezTo>
                    <a:pt x="958511" y="88411"/>
                    <a:pt x="971782" y="83778"/>
                    <a:pt x="985520" y="81280"/>
                  </a:cubicBezTo>
                  <a:cubicBezTo>
                    <a:pt x="1082912" y="63572"/>
                    <a:pt x="1148448" y="66530"/>
                    <a:pt x="1259840" y="60960"/>
                  </a:cubicBezTo>
                  <a:lnTo>
                    <a:pt x="1320800" y="50800"/>
                  </a:lnTo>
                  <a:cubicBezTo>
                    <a:pt x="1337790" y="47711"/>
                    <a:pt x="1354437" y="42547"/>
                    <a:pt x="1371600" y="40640"/>
                  </a:cubicBezTo>
                  <a:cubicBezTo>
                    <a:pt x="1415487" y="35764"/>
                    <a:pt x="1459653" y="33867"/>
                    <a:pt x="1503680" y="30480"/>
                  </a:cubicBezTo>
                  <a:cubicBezTo>
                    <a:pt x="1517227" y="27093"/>
                    <a:pt x="1530689" y="23349"/>
                    <a:pt x="1544320" y="20320"/>
                  </a:cubicBezTo>
                  <a:cubicBezTo>
                    <a:pt x="1586920" y="10853"/>
                    <a:pt x="1611966" y="7352"/>
                    <a:pt x="1656080" y="0"/>
                  </a:cubicBezTo>
                  <a:cubicBezTo>
                    <a:pt x="1747520" y="3387"/>
                    <a:pt x="1839100" y="4073"/>
                    <a:pt x="1930400" y="10160"/>
                  </a:cubicBezTo>
                  <a:cubicBezTo>
                    <a:pt x="1941086" y="10872"/>
                    <a:pt x="1950178" y="19924"/>
                    <a:pt x="1960880" y="20320"/>
                  </a:cubicBezTo>
                  <a:cubicBezTo>
                    <a:pt x="2042104" y="23328"/>
                    <a:pt x="2123440" y="20320"/>
                    <a:pt x="2204720" y="20320"/>
                  </a:cubicBezTo>
                  <a:lnTo>
                    <a:pt x="2204720" y="20320"/>
                  </a:lnTo>
                </a:path>
              </a:pathLst>
            </a:custGeom>
            <a:noFill/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E805B285-8088-762E-77C5-6DD93B547065}"/>
              </a:ext>
            </a:extLst>
          </p:cNvPr>
          <p:cNvGrpSpPr/>
          <p:nvPr/>
        </p:nvGrpSpPr>
        <p:grpSpPr>
          <a:xfrm>
            <a:off x="3228594" y="2228850"/>
            <a:ext cx="3953256" cy="3095625"/>
            <a:chOff x="4304792" y="1828800"/>
            <a:chExt cx="5271008" cy="4127500"/>
          </a:xfrm>
        </p:grpSpPr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ECD8CF90-55D3-9B67-97F1-8A06DE1B75E7}"/>
                </a:ext>
              </a:extLst>
            </p:cNvPr>
            <p:cNvSpPr/>
            <p:nvPr/>
          </p:nvSpPr>
          <p:spPr>
            <a:xfrm>
              <a:off x="5472797" y="2362200"/>
              <a:ext cx="953403" cy="457200"/>
            </a:xfrm>
            <a:custGeom>
              <a:avLst/>
              <a:gdLst>
                <a:gd name="connsiteX0" fmla="*/ 458103 w 953403"/>
                <a:gd name="connsiteY0" fmla="*/ 12700 h 457200"/>
                <a:gd name="connsiteX1" fmla="*/ 458103 w 953403"/>
                <a:gd name="connsiteY1" fmla="*/ 12700 h 457200"/>
                <a:gd name="connsiteX2" fmla="*/ 267603 w 953403"/>
                <a:gd name="connsiteY2" fmla="*/ 38100 h 457200"/>
                <a:gd name="connsiteX3" fmla="*/ 77103 w 953403"/>
                <a:gd name="connsiteY3" fmla="*/ 101600 h 457200"/>
                <a:gd name="connsiteX4" fmla="*/ 26303 w 953403"/>
                <a:gd name="connsiteY4" fmla="*/ 139700 h 457200"/>
                <a:gd name="connsiteX5" fmla="*/ 903 w 953403"/>
                <a:gd name="connsiteY5" fmla="*/ 190500 h 457200"/>
                <a:gd name="connsiteX6" fmla="*/ 13603 w 953403"/>
                <a:gd name="connsiteY6" fmla="*/ 266700 h 457200"/>
                <a:gd name="connsiteX7" fmla="*/ 254903 w 953403"/>
                <a:gd name="connsiteY7" fmla="*/ 444500 h 457200"/>
                <a:gd name="connsiteX8" fmla="*/ 394603 w 953403"/>
                <a:gd name="connsiteY8" fmla="*/ 457200 h 457200"/>
                <a:gd name="connsiteX9" fmla="*/ 508903 w 953403"/>
                <a:gd name="connsiteY9" fmla="*/ 444500 h 457200"/>
                <a:gd name="connsiteX10" fmla="*/ 597803 w 953403"/>
                <a:gd name="connsiteY10" fmla="*/ 381000 h 457200"/>
                <a:gd name="connsiteX11" fmla="*/ 724803 w 953403"/>
                <a:gd name="connsiteY11" fmla="*/ 342900 h 457200"/>
                <a:gd name="connsiteX12" fmla="*/ 826403 w 953403"/>
                <a:gd name="connsiteY12" fmla="*/ 317500 h 457200"/>
                <a:gd name="connsiteX13" fmla="*/ 953403 w 953403"/>
                <a:gd name="connsiteY13" fmla="*/ 254000 h 457200"/>
                <a:gd name="connsiteX14" fmla="*/ 889903 w 953403"/>
                <a:gd name="connsiteY14" fmla="*/ 114300 h 457200"/>
                <a:gd name="connsiteX15" fmla="*/ 851803 w 953403"/>
                <a:gd name="connsiteY15" fmla="*/ 50800 h 457200"/>
                <a:gd name="connsiteX16" fmla="*/ 801003 w 953403"/>
                <a:gd name="connsiteY16" fmla="*/ 25400 h 457200"/>
                <a:gd name="connsiteX17" fmla="*/ 674003 w 953403"/>
                <a:gd name="connsiteY17" fmla="*/ 0 h 457200"/>
                <a:gd name="connsiteX18" fmla="*/ 458103 w 953403"/>
                <a:gd name="connsiteY18" fmla="*/ 127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53403" h="457200">
                  <a:moveTo>
                    <a:pt x="458103" y="12700"/>
                  </a:moveTo>
                  <a:lnTo>
                    <a:pt x="458103" y="12700"/>
                  </a:lnTo>
                  <a:cubicBezTo>
                    <a:pt x="394603" y="21167"/>
                    <a:pt x="330632" y="26640"/>
                    <a:pt x="267603" y="38100"/>
                  </a:cubicBezTo>
                  <a:cubicBezTo>
                    <a:pt x="227979" y="45304"/>
                    <a:pt x="108913" y="85695"/>
                    <a:pt x="77103" y="101600"/>
                  </a:cubicBezTo>
                  <a:cubicBezTo>
                    <a:pt x="58171" y="111066"/>
                    <a:pt x="43236" y="127000"/>
                    <a:pt x="26303" y="139700"/>
                  </a:cubicBezTo>
                  <a:cubicBezTo>
                    <a:pt x="17836" y="156633"/>
                    <a:pt x="2787" y="171662"/>
                    <a:pt x="903" y="190500"/>
                  </a:cubicBezTo>
                  <a:cubicBezTo>
                    <a:pt x="-1659" y="216123"/>
                    <a:pt x="827" y="244342"/>
                    <a:pt x="13603" y="266700"/>
                  </a:cubicBezTo>
                  <a:cubicBezTo>
                    <a:pt x="66202" y="358748"/>
                    <a:pt x="155273" y="414178"/>
                    <a:pt x="254903" y="444500"/>
                  </a:cubicBezTo>
                  <a:cubicBezTo>
                    <a:pt x="299636" y="458114"/>
                    <a:pt x="348036" y="452967"/>
                    <a:pt x="394603" y="457200"/>
                  </a:cubicBezTo>
                  <a:cubicBezTo>
                    <a:pt x="432703" y="452967"/>
                    <a:pt x="473009" y="457960"/>
                    <a:pt x="508903" y="444500"/>
                  </a:cubicBezTo>
                  <a:cubicBezTo>
                    <a:pt x="543001" y="431713"/>
                    <a:pt x="564853" y="396506"/>
                    <a:pt x="597803" y="381000"/>
                  </a:cubicBezTo>
                  <a:cubicBezTo>
                    <a:pt x="637794" y="362181"/>
                    <a:pt x="682218" y="354729"/>
                    <a:pt x="724803" y="342900"/>
                  </a:cubicBezTo>
                  <a:cubicBezTo>
                    <a:pt x="758438" y="333557"/>
                    <a:pt x="793868" y="330153"/>
                    <a:pt x="826403" y="317500"/>
                  </a:cubicBezTo>
                  <a:cubicBezTo>
                    <a:pt x="870515" y="300345"/>
                    <a:pt x="953403" y="254000"/>
                    <a:pt x="953403" y="254000"/>
                  </a:cubicBezTo>
                  <a:cubicBezTo>
                    <a:pt x="933791" y="155942"/>
                    <a:pt x="953984" y="214999"/>
                    <a:pt x="889903" y="114300"/>
                  </a:cubicBezTo>
                  <a:cubicBezTo>
                    <a:pt x="876651" y="93475"/>
                    <a:pt x="869257" y="68254"/>
                    <a:pt x="851803" y="50800"/>
                  </a:cubicBezTo>
                  <a:cubicBezTo>
                    <a:pt x="838416" y="37413"/>
                    <a:pt x="818404" y="32858"/>
                    <a:pt x="801003" y="25400"/>
                  </a:cubicBezTo>
                  <a:cubicBezTo>
                    <a:pt x="756671" y="6401"/>
                    <a:pt x="726591" y="7513"/>
                    <a:pt x="674003" y="0"/>
                  </a:cubicBezTo>
                  <a:cubicBezTo>
                    <a:pt x="499465" y="13426"/>
                    <a:pt x="494086" y="10583"/>
                    <a:pt x="458103" y="12700"/>
                  </a:cubicBezTo>
                  <a:close/>
                </a:path>
              </a:pathLst>
            </a:custGeom>
            <a:noFill/>
            <a:ln w="539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C7B9C703-3AE9-2CAB-2E74-FC5CB796E51B}"/>
                </a:ext>
              </a:extLst>
            </p:cNvPr>
            <p:cNvSpPr/>
            <p:nvPr/>
          </p:nvSpPr>
          <p:spPr>
            <a:xfrm>
              <a:off x="7784952" y="1828800"/>
              <a:ext cx="1790848" cy="508144"/>
            </a:xfrm>
            <a:custGeom>
              <a:avLst/>
              <a:gdLst>
                <a:gd name="connsiteX0" fmla="*/ 304948 w 1790848"/>
                <a:gd name="connsiteY0" fmla="*/ 0 h 508144"/>
                <a:gd name="connsiteX1" fmla="*/ 304948 w 1790848"/>
                <a:gd name="connsiteY1" fmla="*/ 0 h 508144"/>
                <a:gd name="connsiteX2" fmla="*/ 152548 w 1790848"/>
                <a:gd name="connsiteY2" fmla="*/ 152400 h 508144"/>
                <a:gd name="connsiteX3" fmla="*/ 63648 w 1790848"/>
                <a:gd name="connsiteY3" fmla="*/ 203200 h 508144"/>
                <a:gd name="connsiteX4" fmla="*/ 12848 w 1790848"/>
                <a:gd name="connsiteY4" fmla="*/ 241300 h 508144"/>
                <a:gd name="connsiteX5" fmla="*/ 148 w 1790848"/>
                <a:gd name="connsiteY5" fmla="*/ 279400 h 508144"/>
                <a:gd name="connsiteX6" fmla="*/ 25548 w 1790848"/>
                <a:gd name="connsiteY6" fmla="*/ 355600 h 508144"/>
                <a:gd name="connsiteX7" fmla="*/ 343048 w 1790848"/>
                <a:gd name="connsiteY7" fmla="*/ 419100 h 508144"/>
                <a:gd name="connsiteX8" fmla="*/ 1155848 w 1790848"/>
                <a:gd name="connsiteY8" fmla="*/ 495300 h 508144"/>
                <a:gd name="connsiteX9" fmla="*/ 1308248 w 1790848"/>
                <a:gd name="connsiteY9" fmla="*/ 508000 h 508144"/>
                <a:gd name="connsiteX10" fmla="*/ 1676548 w 1790848"/>
                <a:gd name="connsiteY10" fmla="*/ 469900 h 508144"/>
                <a:gd name="connsiteX11" fmla="*/ 1727348 w 1790848"/>
                <a:gd name="connsiteY11" fmla="*/ 457200 h 508144"/>
                <a:gd name="connsiteX12" fmla="*/ 1790848 w 1790848"/>
                <a:gd name="connsiteY12" fmla="*/ 431800 h 508144"/>
                <a:gd name="connsiteX13" fmla="*/ 1778148 w 1790848"/>
                <a:gd name="connsiteY13" fmla="*/ 368300 h 508144"/>
                <a:gd name="connsiteX14" fmla="*/ 1727348 w 1790848"/>
                <a:gd name="connsiteY14" fmla="*/ 342900 h 508144"/>
                <a:gd name="connsiteX15" fmla="*/ 1524148 w 1790848"/>
                <a:gd name="connsiteY15" fmla="*/ 254000 h 508144"/>
                <a:gd name="connsiteX16" fmla="*/ 1447948 w 1790848"/>
                <a:gd name="connsiteY16" fmla="*/ 228600 h 508144"/>
                <a:gd name="connsiteX17" fmla="*/ 1054248 w 1790848"/>
                <a:gd name="connsiteY17" fmla="*/ 152400 h 508144"/>
                <a:gd name="connsiteX18" fmla="*/ 622448 w 1790848"/>
                <a:gd name="connsiteY18" fmla="*/ 114300 h 508144"/>
                <a:gd name="connsiteX19" fmla="*/ 520848 w 1790848"/>
                <a:gd name="connsiteY19" fmla="*/ 63500 h 508144"/>
                <a:gd name="connsiteX20" fmla="*/ 470048 w 1790848"/>
                <a:gd name="connsiteY20" fmla="*/ 50800 h 508144"/>
                <a:gd name="connsiteX21" fmla="*/ 431948 w 1790848"/>
                <a:gd name="connsiteY21" fmla="*/ 38100 h 508144"/>
                <a:gd name="connsiteX22" fmla="*/ 304948 w 1790848"/>
                <a:gd name="connsiteY22" fmla="*/ 0 h 508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90848" h="508144">
                  <a:moveTo>
                    <a:pt x="304948" y="0"/>
                  </a:moveTo>
                  <a:lnTo>
                    <a:pt x="304948" y="0"/>
                  </a:lnTo>
                  <a:cubicBezTo>
                    <a:pt x="244495" y="70529"/>
                    <a:pt x="227163" y="100743"/>
                    <a:pt x="152548" y="152400"/>
                  </a:cubicBezTo>
                  <a:cubicBezTo>
                    <a:pt x="124486" y="171827"/>
                    <a:pt x="92442" y="184876"/>
                    <a:pt x="63648" y="203200"/>
                  </a:cubicBezTo>
                  <a:cubicBezTo>
                    <a:pt x="45790" y="214564"/>
                    <a:pt x="29781" y="228600"/>
                    <a:pt x="12848" y="241300"/>
                  </a:cubicBezTo>
                  <a:cubicBezTo>
                    <a:pt x="8615" y="254000"/>
                    <a:pt x="-1330" y="266095"/>
                    <a:pt x="148" y="279400"/>
                  </a:cubicBezTo>
                  <a:cubicBezTo>
                    <a:pt x="3105" y="306010"/>
                    <a:pt x="4326" y="339276"/>
                    <a:pt x="25548" y="355600"/>
                  </a:cubicBezTo>
                  <a:cubicBezTo>
                    <a:pt x="107431" y="418587"/>
                    <a:pt x="252116" y="412605"/>
                    <a:pt x="343048" y="419100"/>
                  </a:cubicBezTo>
                  <a:cubicBezTo>
                    <a:pt x="813674" y="517147"/>
                    <a:pt x="544099" y="480006"/>
                    <a:pt x="1155848" y="495300"/>
                  </a:cubicBezTo>
                  <a:cubicBezTo>
                    <a:pt x="1206648" y="499533"/>
                    <a:pt x="1257293" y="509456"/>
                    <a:pt x="1308248" y="508000"/>
                  </a:cubicBezTo>
                  <a:cubicBezTo>
                    <a:pt x="1390399" y="505653"/>
                    <a:pt x="1566019" y="492006"/>
                    <a:pt x="1676548" y="469900"/>
                  </a:cubicBezTo>
                  <a:cubicBezTo>
                    <a:pt x="1693664" y="466477"/>
                    <a:pt x="1710789" y="462720"/>
                    <a:pt x="1727348" y="457200"/>
                  </a:cubicBezTo>
                  <a:cubicBezTo>
                    <a:pt x="1748975" y="449991"/>
                    <a:pt x="1769681" y="440267"/>
                    <a:pt x="1790848" y="431800"/>
                  </a:cubicBezTo>
                  <a:cubicBezTo>
                    <a:pt x="1786615" y="410633"/>
                    <a:pt x="1790695" y="385865"/>
                    <a:pt x="1778148" y="368300"/>
                  </a:cubicBezTo>
                  <a:cubicBezTo>
                    <a:pt x="1767144" y="352894"/>
                    <a:pt x="1743582" y="352640"/>
                    <a:pt x="1727348" y="342900"/>
                  </a:cubicBezTo>
                  <a:cubicBezTo>
                    <a:pt x="1583485" y="256582"/>
                    <a:pt x="1725109" y="316800"/>
                    <a:pt x="1524148" y="254000"/>
                  </a:cubicBezTo>
                  <a:cubicBezTo>
                    <a:pt x="1498593" y="246014"/>
                    <a:pt x="1473692" y="235955"/>
                    <a:pt x="1447948" y="228600"/>
                  </a:cubicBezTo>
                  <a:cubicBezTo>
                    <a:pt x="1336936" y="196882"/>
                    <a:pt x="1135954" y="159209"/>
                    <a:pt x="1054248" y="152400"/>
                  </a:cubicBezTo>
                  <a:cubicBezTo>
                    <a:pt x="707050" y="123467"/>
                    <a:pt x="850894" y="137145"/>
                    <a:pt x="622448" y="114300"/>
                  </a:cubicBezTo>
                  <a:cubicBezTo>
                    <a:pt x="588581" y="97367"/>
                    <a:pt x="557582" y="72683"/>
                    <a:pt x="520848" y="63500"/>
                  </a:cubicBezTo>
                  <a:cubicBezTo>
                    <a:pt x="503915" y="59267"/>
                    <a:pt x="486831" y="55595"/>
                    <a:pt x="470048" y="50800"/>
                  </a:cubicBezTo>
                  <a:cubicBezTo>
                    <a:pt x="457176" y="47122"/>
                    <a:pt x="445016" y="41004"/>
                    <a:pt x="431948" y="38100"/>
                  </a:cubicBezTo>
                  <a:cubicBezTo>
                    <a:pt x="368534" y="24008"/>
                    <a:pt x="326115" y="6350"/>
                    <a:pt x="304948" y="0"/>
                  </a:cubicBezTo>
                  <a:close/>
                </a:path>
              </a:pathLst>
            </a:custGeom>
            <a:noFill/>
            <a:ln w="539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8" name="Forma libre 107">
              <a:extLst>
                <a:ext uri="{FF2B5EF4-FFF2-40B4-BE49-F238E27FC236}">
                  <a16:creationId xmlns:a16="http://schemas.microsoft.com/office/drawing/2014/main" id="{61F648F6-278D-22CD-91EE-887DB25E5651}"/>
                </a:ext>
              </a:extLst>
            </p:cNvPr>
            <p:cNvSpPr/>
            <p:nvPr/>
          </p:nvSpPr>
          <p:spPr>
            <a:xfrm>
              <a:off x="4304792" y="4610100"/>
              <a:ext cx="1930908" cy="1346200"/>
            </a:xfrm>
            <a:custGeom>
              <a:avLst/>
              <a:gdLst>
                <a:gd name="connsiteX0" fmla="*/ 1613408 w 1930908"/>
                <a:gd name="connsiteY0" fmla="*/ 495300 h 1346200"/>
                <a:gd name="connsiteX1" fmla="*/ 1613408 w 1930908"/>
                <a:gd name="connsiteY1" fmla="*/ 495300 h 1346200"/>
                <a:gd name="connsiteX2" fmla="*/ 1384808 w 1930908"/>
                <a:gd name="connsiteY2" fmla="*/ 406400 h 1346200"/>
                <a:gd name="connsiteX3" fmla="*/ 1194308 w 1930908"/>
                <a:gd name="connsiteY3" fmla="*/ 330200 h 1346200"/>
                <a:gd name="connsiteX4" fmla="*/ 1041908 w 1930908"/>
                <a:gd name="connsiteY4" fmla="*/ 228600 h 1346200"/>
                <a:gd name="connsiteX5" fmla="*/ 737108 w 1930908"/>
                <a:gd name="connsiteY5" fmla="*/ 88900 h 1346200"/>
                <a:gd name="connsiteX6" fmla="*/ 559308 w 1930908"/>
                <a:gd name="connsiteY6" fmla="*/ 25400 h 1346200"/>
                <a:gd name="connsiteX7" fmla="*/ 419608 w 1930908"/>
                <a:gd name="connsiteY7" fmla="*/ 0 h 1346200"/>
                <a:gd name="connsiteX8" fmla="*/ 368808 w 1930908"/>
                <a:gd name="connsiteY8" fmla="*/ 12700 h 1346200"/>
                <a:gd name="connsiteX9" fmla="*/ 356108 w 1930908"/>
                <a:gd name="connsiteY9" fmla="*/ 50800 h 1346200"/>
                <a:gd name="connsiteX10" fmla="*/ 318008 w 1930908"/>
                <a:gd name="connsiteY10" fmla="*/ 266700 h 1346200"/>
                <a:gd name="connsiteX11" fmla="*/ 241808 w 1930908"/>
                <a:gd name="connsiteY11" fmla="*/ 368300 h 1346200"/>
                <a:gd name="connsiteX12" fmla="*/ 203708 w 1930908"/>
                <a:gd name="connsiteY12" fmla="*/ 419100 h 1346200"/>
                <a:gd name="connsiteX13" fmla="*/ 114808 w 1930908"/>
                <a:gd name="connsiteY13" fmla="*/ 469900 h 1346200"/>
                <a:gd name="connsiteX14" fmla="*/ 13208 w 1930908"/>
                <a:gd name="connsiteY14" fmla="*/ 584200 h 1346200"/>
                <a:gd name="connsiteX15" fmla="*/ 508 w 1930908"/>
                <a:gd name="connsiteY15" fmla="*/ 647700 h 1346200"/>
                <a:gd name="connsiteX16" fmla="*/ 38608 w 1930908"/>
                <a:gd name="connsiteY16" fmla="*/ 762000 h 1346200"/>
                <a:gd name="connsiteX17" fmla="*/ 140208 w 1930908"/>
                <a:gd name="connsiteY17" fmla="*/ 876300 h 1346200"/>
                <a:gd name="connsiteX18" fmla="*/ 203708 w 1930908"/>
                <a:gd name="connsiteY18" fmla="*/ 901700 h 1346200"/>
                <a:gd name="connsiteX19" fmla="*/ 394208 w 1930908"/>
                <a:gd name="connsiteY19" fmla="*/ 977900 h 1346200"/>
                <a:gd name="connsiteX20" fmla="*/ 597408 w 1930908"/>
                <a:gd name="connsiteY20" fmla="*/ 1054100 h 1346200"/>
                <a:gd name="connsiteX21" fmla="*/ 711708 w 1930908"/>
                <a:gd name="connsiteY21" fmla="*/ 1092200 h 1346200"/>
                <a:gd name="connsiteX22" fmla="*/ 813308 w 1930908"/>
                <a:gd name="connsiteY22" fmla="*/ 1130300 h 1346200"/>
                <a:gd name="connsiteX23" fmla="*/ 1067308 w 1930908"/>
                <a:gd name="connsiteY23" fmla="*/ 1231900 h 1346200"/>
                <a:gd name="connsiteX24" fmla="*/ 1143508 w 1930908"/>
                <a:gd name="connsiteY24" fmla="*/ 1244600 h 1346200"/>
                <a:gd name="connsiteX25" fmla="*/ 1435608 w 1930908"/>
                <a:gd name="connsiteY25" fmla="*/ 1346200 h 1346200"/>
                <a:gd name="connsiteX26" fmla="*/ 1562608 w 1930908"/>
                <a:gd name="connsiteY26" fmla="*/ 1308100 h 1346200"/>
                <a:gd name="connsiteX27" fmla="*/ 1626108 w 1930908"/>
                <a:gd name="connsiteY27" fmla="*/ 1270000 h 1346200"/>
                <a:gd name="connsiteX28" fmla="*/ 1702308 w 1930908"/>
                <a:gd name="connsiteY28" fmla="*/ 1257300 h 1346200"/>
                <a:gd name="connsiteX29" fmla="*/ 1778508 w 1930908"/>
                <a:gd name="connsiteY29" fmla="*/ 1231900 h 1346200"/>
                <a:gd name="connsiteX30" fmla="*/ 1880108 w 1930908"/>
                <a:gd name="connsiteY30" fmla="*/ 1117600 h 1346200"/>
                <a:gd name="connsiteX31" fmla="*/ 1930908 w 1930908"/>
                <a:gd name="connsiteY31" fmla="*/ 1003300 h 1346200"/>
                <a:gd name="connsiteX32" fmla="*/ 1892808 w 1930908"/>
                <a:gd name="connsiteY32" fmla="*/ 787400 h 1346200"/>
                <a:gd name="connsiteX33" fmla="*/ 1803908 w 1930908"/>
                <a:gd name="connsiteY33" fmla="*/ 622300 h 1346200"/>
                <a:gd name="connsiteX34" fmla="*/ 1715008 w 1930908"/>
                <a:gd name="connsiteY34" fmla="*/ 482600 h 1346200"/>
                <a:gd name="connsiteX35" fmla="*/ 1613408 w 1930908"/>
                <a:gd name="connsiteY35" fmla="*/ 495300 h 134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930908" h="1346200">
                  <a:moveTo>
                    <a:pt x="1613408" y="495300"/>
                  </a:moveTo>
                  <a:lnTo>
                    <a:pt x="1613408" y="495300"/>
                  </a:lnTo>
                  <a:cubicBezTo>
                    <a:pt x="1537208" y="465667"/>
                    <a:pt x="1461734" y="434093"/>
                    <a:pt x="1384808" y="406400"/>
                  </a:cubicBezTo>
                  <a:cubicBezTo>
                    <a:pt x="1264521" y="363097"/>
                    <a:pt x="1317306" y="403999"/>
                    <a:pt x="1194308" y="330200"/>
                  </a:cubicBezTo>
                  <a:cubicBezTo>
                    <a:pt x="1141955" y="298788"/>
                    <a:pt x="1096516" y="255904"/>
                    <a:pt x="1041908" y="228600"/>
                  </a:cubicBezTo>
                  <a:cubicBezTo>
                    <a:pt x="926853" y="171073"/>
                    <a:pt x="863567" y="136322"/>
                    <a:pt x="737108" y="88900"/>
                  </a:cubicBezTo>
                  <a:cubicBezTo>
                    <a:pt x="698910" y="74576"/>
                    <a:pt x="604332" y="37679"/>
                    <a:pt x="559308" y="25400"/>
                  </a:cubicBezTo>
                  <a:cubicBezTo>
                    <a:pt x="531415" y="17793"/>
                    <a:pt x="444502" y="4149"/>
                    <a:pt x="419608" y="0"/>
                  </a:cubicBezTo>
                  <a:cubicBezTo>
                    <a:pt x="402675" y="4233"/>
                    <a:pt x="382438" y="1796"/>
                    <a:pt x="368808" y="12700"/>
                  </a:cubicBezTo>
                  <a:cubicBezTo>
                    <a:pt x="358355" y="21063"/>
                    <a:pt x="358733" y="37673"/>
                    <a:pt x="356108" y="50800"/>
                  </a:cubicBezTo>
                  <a:cubicBezTo>
                    <a:pt x="348727" y="87703"/>
                    <a:pt x="332802" y="246975"/>
                    <a:pt x="318008" y="266700"/>
                  </a:cubicBezTo>
                  <a:lnTo>
                    <a:pt x="241808" y="368300"/>
                  </a:lnTo>
                  <a:cubicBezTo>
                    <a:pt x="229108" y="385233"/>
                    <a:pt x="222640" y="409634"/>
                    <a:pt x="203708" y="419100"/>
                  </a:cubicBezTo>
                  <a:cubicBezTo>
                    <a:pt x="174880" y="433514"/>
                    <a:pt x="139939" y="448359"/>
                    <a:pt x="114808" y="469900"/>
                  </a:cubicBezTo>
                  <a:cubicBezTo>
                    <a:pt x="70283" y="508064"/>
                    <a:pt x="50169" y="537999"/>
                    <a:pt x="13208" y="584200"/>
                  </a:cubicBezTo>
                  <a:cubicBezTo>
                    <a:pt x="8975" y="605367"/>
                    <a:pt x="-2545" y="626331"/>
                    <a:pt x="508" y="647700"/>
                  </a:cubicBezTo>
                  <a:cubicBezTo>
                    <a:pt x="6188" y="687457"/>
                    <a:pt x="21625" y="725607"/>
                    <a:pt x="38608" y="762000"/>
                  </a:cubicBezTo>
                  <a:cubicBezTo>
                    <a:pt x="62530" y="813262"/>
                    <a:pt x="91764" y="849386"/>
                    <a:pt x="140208" y="876300"/>
                  </a:cubicBezTo>
                  <a:cubicBezTo>
                    <a:pt x="160136" y="887371"/>
                    <a:pt x="183009" y="892147"/>
                    <a:pt x="203708" y="901700"/>
                  </a:cubicBezTo>
                  <a:cubicBezTo>
                    <a:pt x="460653" y="1020290"/>
                    <a:pt x="164896" y="898139"/>
                    <a:pt x="394208" y="977900"/>
                  </a:cubicBezTo>
                  <a:cubicBezTo>
                    <a:pt x="462532" y="1001665"/>
                    <a:pt x="528781" y="1031224"/>
                    <a:pt x="597408" y="1054100"/>
                  </a:cubicBezTo>
                  <a:lnTo>
                    <a:pt x="711708" y="1092200"/>
                  </a:lnTo>
                  <a:cubicBezTo>
                    <a:pt x="745816" y="1104238"/>
                    <a:pt x="779831" y="1116605"/>
                    <a:pt x="813308" y="1130300"/>
                  </a:cubicBezTo>
                  <a:cubicBezTo>
                    <a:pt x="867208" y="1152350"/>
                    <a:pt x="991602" y="1212973"/>
                    <a:pt x="1067308" y="1231900"/>
                  </a:cubicBezTo>
                  <a:cubicBezTo>
                    <a:pt x="1092290" y="1238145"/>
                    <a:pt x="1118108" y="1240367"/>
                    <a:pt x="1143508" y="1244600"/>
                  </a:cubicBezTo>
                  <a:cubicBezTo>
                    <a:pt x="1374132" y="1345498"/>
                    <a:pt x="1273519" y="1323044"/>
                    <a:pt x="1435608" y="1346200"/>
                  </a:cubicBezTo>
                  <a:cubicBezTo>
                    <a:pt x="1477941" y="1333500"/>
                    <a:pt x="1521572" y="1324514"/>
                    <a:pt x="1562608" y="1308100"/>
                  </a:cubicBezTo>
                  <a:cubicBezTo>
                    <a:pt x="1585527" y="1298932"/>
                    <a:pt x="1602910" y="1278436"/>
                    <a:pt x="1626108" y="1270000"/>
                  </a:cubicBezTo>
                  <a:cubicBezTo>
                    <a:pt x="1650308" y="1261200"/>
                    <a:pt x="1677326" y="1263545"/>
                    <a:pt x="1702308" y="1257300"/>
                  </a:cubicBezTo>
                  <a:cubicBezTo>
                    <a:pt x="1728283" y="1250806"/>
                    <a:pt x="1753108" y="1240367"/>
                    <a:pt x="1778508" y="1231900"/>
                  </a:cubicBezTo>
                  <a:cubicBezTo>
                    <a:pt x="1808525" y="1201883"/>
                    <a:pt x="1858307" y="1158088"/>
                    <a:pt x="1880108" y="1117600"/>
                  </a:cubicBezTo>
                  <a:cubicBezTo>
                    <a:pt x="1899875" y="1080890"/>
                    <a:pt x="1913975" y="1041400"/>
                    <a:pt x="1930908" y="1003300"/>
                  </a:cubicBezTo>
                  <a:cubicBezTo>
                    <a:pt x="1918208" y="931333"/>
                    <a:pt x="1911255" y="858112"/>
                    <a:pt x="1892808" y="787400"/>
                  </a:cubicBezTo>
                  <a:cubicBezTo>
                    <a:pt x="1885956" y="761132"/>
                    <a:pt x="1812898" y="639156"/>
                    <a:pt x="1803908" y="622300"/>
                  </a:cubicBezTo>
                  <a:cubicBezTo>
                    <a:pt x="1801192" y="617207"/>
                    <a:pt x="1753264" y="494077"/>
                    <a:pt x="1715008" y="482600"/>
                  </a:cubicBezTo>
                  <a:cubicBezTo>
                    <a:pt x="1686624" y="474085"/>
                    <a:pt x="1630341" y="493183"/>
                    <a:pt x="1613408" y="495300"/>
                  </a:cubicBezTo>
                  <a:close/>
                </a:path>
              </a:pathLst>
            </a:custGeom>
            <a:noFill/>
            <a:ln w="539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s-ES" sz="1350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03410C27-F8C0-D499-8CE0-3F7CA9FC5A16}"/>
              </a:ext>
            </a:extLst>
          </p:cNvPr>
          <p:cNvSpPr txBox="1"/>
          <p:nvPr/>
        </p:nvSpPr>
        <p:spPr>
          <a:xfrm>
            <a:off x="6677709" y="3555977"/>
            <a:ext cx="1379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86000"/>
                    </a:srgbClr>
                  </a:glow>
                </a:effectLst>
                <a:ea typeface="+mn-ea"/>
              </a:rPr>
              <a:t>Ganadería local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AFB1B154-AD1F-D5EC-30DB-314846583820}"/>
              </a:ext>
            </a:extLst>
          </p:cNvPr>
          <p:cNvSpPr txBox="1"/>
          <p:nvPr/>
        </p:nvSpPr>
        <p:spPr>
          <a:xfrm>
            <a:off x="4889872" y="3918158"/>
            <a:ext cx="137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86000"/>
                    </a:srgbClr>
                  </a:glow>
                </a:effectLst>
                <a:ea typeface="+mn-ea"/>
              </a:rPr>
              <a:t>Mini central eléctrica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2FBE9345-75B5-206F-EBB6-19C4751F16B1}"/>
              </a:ext>
            </a:extLst>
          </p:cNvPr>
          <p:cNvSpPr txBox="1"/>
          <p:nvPr/>
        </p:nvSpPr>
        <p:spPr>
          <a:xfrm>
            <a:off x="2213491" y="2784738"/>
            <a:ext cx="137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86000"/>
                    </a:srgbClr>
                  </a:glow>
                </a:effectLst>
                <a:ea typeface="+mn-ea"/>
              </a:rPr>
              <a:t>Turismo en verano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18FCCF3C-6A6B-7136-8097-3AC15CF7570C}"/>
              </a:ext>
            </a:extLst>
          </p:cNvPr>
          <p:cNvSpPr txBox="1"/>
          <p:nvPr/>
        </p:nvSpPr>
        <p:spPr>
          <a:xfrm>
            <a:off x="718701" y="4546420"/>
            <a:ext cx="137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86000"/>
                    </a:srgbClr>
                  </a:glow>
                </a:effectLst>
                <a:ea typeface="+mn-ea"/>
              </a:rPr>
              <a:t>Extracción de madera</a:t>
            </a: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5DC5303A-4FCA-B0ED-8A72-948B0A7CB08A}"/>
              </a:ext>
            </a:extLst>
          </p:cNvPr>
          <p:cNvSpPr txBox="1"/>
          <p:nvPr/>
        </p:nvSpPr>
        <p:spPr>
          <a:xfrm>
            <a:off x="7820025" y="4061338"/>
            <a:ext cx="1049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86000"/>
                    </a:srgbClr>
                  </a:glow>
                </a:effectLst>
                <a:ea typeface="+mn-ea"/>
              </a:rPr>
              <a:t>Apicultura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5A451BB0-D6E0-5002-3E1E-B4F4F34CA94C}"/>
              </a:ext>
            </a:extLst>
          </p:cNvPr>
          <p:cNvSpPr txBox="1"/>
          <p:nvPr/>
        </p:nvSpPr>
        <p:spPr>
          <a:xfrm>
            <a:off x="6215422" y="4147800"/>
            <a:ext cx="1049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b="1">
                <a:effectLst>
                  <a:glow rad="190500">
                    <a:srgbClr val="FFC000">
                      <a:alpha val="86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buClrTx/>
            </a:pPr>
            <a:r>
              <a:rPr lang="es-ES" sz="1200" kern="1200" dirty="0">
                <a:solidFill>
                  <a:prstClr val="black"/>
                </a:solidFill>
                <a:effectLst>
                  <a:glow rad="190500">
                    <a:srgbClr val="A02B93">
                      <a:lumMod val="60000"/>
                      <a:lumOff val="40000"/>
                      <a:alpha val="86000"/>
                    </a:srgbClr>
                  </a:glow>
                </a:effectLst>
                <a:ea typeface="+mn-ea"/>
              </a:rPr>
              <a:t>Caza</a:t>
            </a:r>
          </a:p>
        </p:txBody>
      </p:sp>
      <p:pic>
        <p:nvPicPr>
          <p:cNvPr id="116" name="Imagen 115" descr="Una caricatura de una persona&#10;&#10;Descripción generada automáticamente con confianza baja">
            <a:extLst>
              <a:ext uri="{FF2B5EF4-FFF2-40B4-BE49-F238E27FC236}">
                <a16:creationId xmlns:a16="http://schemas.microsoft.com/office/drawing/2014/main" id="{5B16E81A-C50A-E9C3-E943-A06E11EDB86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EFFFE"/>
              </a:clrFrom>
              <a:clrTo>
                <a:srgbClr val="FE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4047" y="2071535"/>
            <a:ext cx="1632997" cy="4070838"/>
          </a:xfrm>
          <a:prstGeom prst="rect">
            <a:avLst/>
          </a:prstGeom>
        </p:spPr>
      </p:pic>
      <p:sp>
        <p:nvSpPr>
          <p:cNvPr id="117" name="Llamada ovalada 116">
            <a:extLst>
              <a:ext uri="{FF2B5EF4-FFF2-40B4-BE49-F238E27FC236}">
                <a16:creationId xmlns:a16="http://schemas.microsoft.com/office/drawing/2014/main" id="{EA978E81-2C18-A7CE-B63A-1AB526249666}"/>
              </a:ext>
            </a:extLst>
          </p:cNvPr>
          <p:cNvSpPr/>
          <p:nvPr/>
        </p:nvSpPr>
        <p:spPr>
          <a:xfrm>
            <a:off x="2831597" y="1685113"/>
            <a:ext cx="4305749" cy="2561629"/>
          </a:xfrm>
          <a:prstGeom prst="wedgeEllipseCallout">
            <a:avLst>
              <a:gd name="adj1" fmla="val -64638"/>
              <a:gd name="adj2" fmla="val -56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s-ES" sz="1500" b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estas propuestas tendríamos un sistema que produciría más tipos de servicios diferentes sin hipertrofias ni atrofias. Sería más resistente y resiliente frente a perturbaciones</a:t>
            </a:r>
          </a:p>
        </p:txBody>
      </p:sp>
    </p:spTree>
    <p:extLst>
      <p:ext uri="{BB962C8B-B14F-4D97-AF65-F5344CB8AC3E}">
        <p14:creationId xmlns:p14="http://schemas.microsoft.com/office/powerpoint/2010/main" val="249079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8" grpId="0"/>
      <p:bldP spid="40" grpId="0"/>
      <p:bldP spid="47" grpId="0"/>
      <p:bldP spid="102" grpId="0" animBg="1"/>
      <p:bldP spid="110" grpId="0"/>
      <p:bldP spid="111" grpId="0"/>
      <p:bldP spid="112" grpId="0"/>
      <p:bldP spid="113" grpId="0"/>
      <p:bldP spid="114" grpId="0"/>
      <p:bldP spid="115" grpId="0"/>
      <p:bldP spid="117" grpId="0" animBg="1"/>
    </p:bld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2555</TotalTime>
  <Words>1510</Words>
  <Application>Microsoft Macintosh PowerPoint</Application>
  <PresentationFormat>On-screen Show (4:3)</PresentationFormat>
  <Paragraphs>207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Arial Narrow</vt:lpstr>
      <vt:lpstr>Calibri</vt:lpstr>
      <vt:lpstr>Meta</vt:lpstr>
      <vt:lpstr>1_Tema de Office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Cristina Acosta Muñoz</dc:creator>
  <cp:lastModifiedBy>Francisco Javier Bonet García</cp:lastModifiedBy>
  <cp:revision>64</cp:revision>
  <dcterms:created xsi:type="dcterms:W3CDTF">2020-07-23T01:32:39Z</dcterms:created>
  <dcterms:modified xsi:type="dcterms:W3CDTF">2026-04-21T10:43:04Z</dcterms:modified>
</cp:coreProperties>
</file>